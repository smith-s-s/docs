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7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0B77"/>
    <a:srgbClr val="740F9D"/>
    <a:srgbClr val="B80C18"/>
    <a:srgbClr val="09469F"/>
    <a:srgbClr val="0C61DE"/>
    <a:srgbClr val="D00670"/>
    <a:srgbClr val="2494E0"/>
    <a:srgbClr val="BF0566"/>
    <a:srgbClr val="D40672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93" autoAdjust="0"/>
    <p:restoredTop sz="94660"/>
  </p:normalViewPr>
  <p:slideViewPr>
    <p:cSldViewPr snapToGrid="0">
      <p:cViewPr varScale="1">
        <p:scale>
          <a:sx n="72" d="100"/>
          <a:sy n="72" d="100"/>
        </p:scale>
        <p:origin x="50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604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B348AF-B28F-432A-A54C-22217C851C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5C1D9E-1124-47F9-A3AC-15C6F5F412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F450-3F3F-485D-874C-5402221874C7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77ED7B-87D2-4E2D-BE09-3D648C080C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CDB600-5E98-43C3-BDC1-DD78C8E70F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64E11-F8A9-4C08-8B91-60E3FE5DD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490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C28D4-AE0B-4CFF-AEEC-7D9B8E280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51335-FED5-447D-9A54-5BB7A8E7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E564-D127-416C-B085-150FC44F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21D57-7EE2-4A7A-8FB2-194F0206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20CDC-11E5-48A8-AA7A-5A2F79F0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08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B795A-6B8B-4192-BB66-AE0ED0770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C0FB7-74EA-45AA-8B65-114C7A3086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F4AC4-B2E5-4269-AB80-02D8A6AC0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48CA1-1054-458B-8824-11F871451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B62F0-20EF-4D1E-BF5B-3BBD5593C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2DD74-EDBD-41AA-9A60-A8AAD7421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19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BDFF8-1FED-4ED8-A13A-5A7B9E83D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F232F-8267-4929-81A5-45BF5C70E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1CDF2-60DD-4DBD-8097-AE4AC0552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ADE01E-682B-4731-B8BD-4DECF818E3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57864C-4406-427B-93E5-581F151C2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A2DA95-4AC2-404F-B8D4-9ECC6FF34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F16C2-3B5C-4F2B-8202-FF4F9325F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AF484F-FF7D-4609-8EED-3573F4BB6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09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A7199-BB8A-4D8E-BEC8-7C80F16D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B2672-B735-4FB7-86CF-88B250DC7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97554F-6CBA-458F-9095-484C703AB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09545-CFE8-4881-83E7-1193F4D15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36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A4D99983-E1BF-4D31-8C3D-5713CED8EF0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0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C9E2E19-001B-4214-8B8C-940F74C0111A}"/>
              </a:ext>
            </a:extLst>
          </p:cNvPr>
          <p:cNvGrpSpPr/>
          <p:nvPr userDrawn="1"/>
        </p:nvGrpSpPr>
        <p:grpSpPr>
          <a:xfrm>
            <a:off x="0" y="6798205"/>
            <a:ext cx="12192000" cy="66937"/>
            <a:chOff x="0" y="6827072"/>
            <a:chExt cx="29000365" cy="5532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A1E1951-D160-4808-A7FC-BD53A976312A}"/>
                </a:ext>
              </a:extLst>
            </p:cNvPr>
            <p:cNvSpPr/>
            <p:nvPr/>
          </p:nvSpPr>
          <p:spPr>
            <a:xfrm flipV="1">
              <a:off x="0" y="6827072"/>
              <a:ext cx="2438400" cy="55320"/>
            </a:xfrm>
            <a:prstGeom prst="rect">
              <a:avLst/>
            </a:prstGeom>
            <a:solidFill>
              <a:srgbClr val="F92A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3F7308A-80F2-4DB1-9348-98EBD6C68216}"/>
                </a:ext>
              </a:extLst>
            </p:cNvPr>
            <p:cNvSpPr/>
            <p:nvPr/>
          </p:nvSpPr>
          <p:spPr>
            <a:xfrm flipV="1">
              <a:off x="2438400" y="6827072"/>
              <a:ext cx="2438400" cy="55320"/>
            </a:xfrm>
            <a:prstGeom prst="rect">
              <a:avLst/>
            </a:prstGeom>
            <a:solidFill>
              <a:srgbClr val="FD59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0A00091-3EA1-4857-A616-C4953B1B3247}"/>
                </a:ext>
              </a:extLst>
            </p:cNvPr>
            <p:cNvSpPr/>
            <p:nvPr/>
          </p:nvSpPr>
          <p:spPr>
            <a:xfrm flipV="1">
              <a:off x="4876799" y="6827072"/>
              <a:ext cx="2438400" cy="55320"/>
            </a:xfrm>
            <a:prstGeom prst="rect">
              <a:avLst/>
            </a:prstGeom>
            <a:solidFill>
              <a:srgbClr val="FF76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351B67C-D90C-414D-834F-71C29C4ABF24}"/>
                </a:ext>
              </a:extLst>
            </p:cNvPr>
            <p:cNvSpPr/>
            <p:nvPr/>
          </p:nvSpPr>
          <p:spPr>
            <a:xfrm flipV="1">
              <a:off x="7315199" y="6827072"/>
              <a:ext cx="2438400" cy="55320"/>
            </a:xfrm>
            <a:prstGeom prst="rect">
              <a:avLst/>
            </a:prstGeom>
            <a:solidFill>
              <a:srgbClr val="FFB6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D4C851F-52F7-4D58-B939-E626B5660623}"/>
                </a:ext>
              </a:extLst>
            </p:cNvPr>
            <p:cNvSpPr/>
            <p:nvPr/>
          </p:nvSpPr>
          <p:spPr>
            <a:xfrm flipV="1">
              <a:off x="9753600" y="6827072"/>
              <a:ext cx="2438400" cy="55320"/>
            </a:xfrm>
            <a:prstGeom prst="rect">
              <a:avLst/>
            </a:prstGeom>
            <a:solidFill>
              <a:srgbClr val="2477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5A79B0E-82EE-4E5D-A16F-8923525D5196}"/>
                </a:ext>
              </a:extLst>
            </p:cNvPr>
            <p:cNvSpPr/>
            <p:nvPr userDrawn="1"/>
          </p:nvSpPr>
          <p:spPr>
            <a:xfrm flipV="1">
              <a:off x="12159047" y="6827072"/>
              <a:ext cx="2438401" cy="55320"/>
            </a:xfrm>
            <a:prstGeom prst="rect">
              <a:avLst/>
            </a:prstGeom>
            <a:solidFill>
              <a:srgbClr val="28B1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BF08B8E-6332-4F9C-958C-607F2C76D82E}"/>
                </a:ext>
              </a:extLst>
            </p:cNvPr>
            <p:cNvSpPr/>
            <p:nvPr userDrawn="1"/>
          </p:nvSpPr>
          <p:spPr>
            <a:xfrm flipV="1">
              <a:off x="14564497" y="6827072"/>
              <a:ext cx="2438401" cy="55320"/>
            </a:xfrm>
            <a:prstGeom prst="rect">
              <a:avLst/>
            </a:prstGeom>
            <a:solidFill>
              <a:srgbClr val="9113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F8A5842-9027-40D1-A761-A607E7DF39F0}"/>
                </a:ext>
              </a:extLst>
            </p:cNvPr>
            <p:cNvSpPr/>
            <p:nvPr userDrawn="1"/>
          </p:nvSpPr>
          <p:spPr>
            <a:xfrm flipV="1">
              <a:off x="16969945" y="6827072"/>
              <a:ext cx="2438401" cy="55320"/>
            </a:xfrm>
            <a:prstGeom prst="rect">
              <a:avLst/>
            </a:prstGeom>
            <a:solidFill>
              <a:srgbClr val="C025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FF2CA7-8055-47D5-9D96-91876C453AD8}"/>
                </a:ext>
              </a:extLst>
            </p:cNvPr>
            <p:cNvSpPr/>
            <p:nvPr userDrawn="1"/>
          </p:nvSpPr>
          <p:spPr>
            <a:xfrm flipV="1">
              <a:off x="19345620" y="6827072"/>
              <a:ext cx="2438400" cy="55320"/>
            </a:xfrm>
            <a:prstGeom prst="rect">
              <a:avLst/>
            </a:prstGeom>
            <a:solidFill>
              <a:srgbClr val="F23D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A20452-D7E8-435A-B8E0-955697C27D50}"/>
                </a:ext>
              </a:extLst>
            </p:cNvPr>
            <p:cNvSpPr/>
            <p:nvPr userDrawn="1"/>
          </p:nvSpPr>
          <p:spPr>
            <a:xfrm flipV="1">
              <a:off x="21751068" y="6827072"/>
              <a:ext cx="2438400" cy="55320"/>
            </a:xfrm>
            <a:prstGeom prst="rect">
              <a:avLst/>
            </a:prstGeom>
            <a:solidFill>
              <a:srgbClr val="FB8C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B28972-B893-419E-BBD3-A69B23FB89FE}"/>
                </a:ext>
              </a:extLst>
            </p:cNvPr>
            <p:cNvSpPr/>
            <p:nvPr userDrawn="1"/>
          </p:nvSpPr>
          <p:spPr>
            <a:xfrm flipV="1">
              <a:off x="24156519" y="6827072"/>
              <a:ext cx="2438400" cy="55320"/>
            </a:xfrm>
            <a:prstGeom prst="rect">
              <a:avLst/>
            </a:prstGeom>
            <a:solidFill>
              <a:srgbClr val="32AB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1C20BE2-4683-46F6-A076-9B22BC6134CF}"/>
                </a:ext>
              </a:extLst>
            </p:cNvPr>
            <p:cNvSpPr/>
            <p:nvPr userDrawn="1"/>
          </p:nvSpPr>
          <p:spPr>
            <a:xfrm flipV="1">
              <a:off x="26561965" y="6827072"/>
              <a:ext cx="2438400" cy="55320"/>
            </a:xfrm>
            <a:prstGeom prst="rect">
              <a:avLst/>
            </a:prstGeom>
            <a:solidFill>
              <a:srgbClr val="91C6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6277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C5152-66A1-460F-A388-53EA16C49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68CF6-E4FE-4AD8-8935-22B14DBCD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C2062-90DD-4B42-BBBC-0BD0F503A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AF952-D943-4655-B079-B62DF233E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6A378-12DD-4ABF-B19F-4515C6C1E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1E319-69FA-441A-BFAF-0987361B0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009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0B2E-AEDF-456B-9C29-78B7104C4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32E868-5841-47F2-8BF3-E07C7A6640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21BDC-026A-4920-A0F1-408CE3738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ADAC-6103-45DE-87C3-C74AAF10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6D768-6AC8-4B67-B4F4-FB28FC8F2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B2DB7-CDF1-4DAC-8AF6-3218D5E4A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60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62374-2DC8-4D6C-9E55-C8EBF65BB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6DEDE-5E58-425B-8BA5-C1C4C934B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A6147-3684-4E52-A6C6-FCB89E0B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221B0-D806-4288-8EA7-64A0F545D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FA208-24AD-4FE9-837D-358624B20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01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CE529F-49A6-4B99-A743-A99C86F61C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2D3DC-0FF8-4C8F-A35F-07C86881C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BC340-19E1-468F-84EE-E80905D4F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009F0-5983-41AE-B65B-4CCFD09BD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FA00B-CA27-4B6C-9238-C4DEF0F1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9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A26F3F-9937-41CF-87A7-E3869E9CB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8ECE9-FCE5-41EC-B76D-F07047853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F3E0B-78A9-40BA-9397-E6BC0038A7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058EE-3DBE-4305-881A-913B9A6AAECB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F7C6F-99FF-44EB-A0A1-0E645BAB0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97B3E-18E1-4022-B2D2-E6EB9C04F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699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60" r:id="rId5"/>
    <p:sldLayoutId id="2147483656" r:id="rId6"/>
    <p:sldLayoutId id="2147483657" r:id="rId7"/>
    <p:sldLayoutId id="2147483658" r:id="rId8"/>
    <p:sldLayoutId id="214748365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1315CF15-BCD7-4505-B866-AFBF01EC89BF}"/>
              </a:ext>
            </a:extLst>
          </p:cNvPr>
          <p:cNvSpPr/>
          <p:nvPr/>
        </p:nvSpPr>
        <p:spPr>
          <a:xfrm rot="16200000">
            <a:off x="6936927" y="2598007"/>
            <a:ext cx="995980" cy="863915"/>
          </a:xfrm>
          <a:custGeom>
            <a:avLst/>
            <a:gdLst>
              <a:gd name="connsiteX0" fmla="*/ 291583 w 995980"/>
              <a:gd name="connsiteY0" fmla="*/ 0 h 863915"/>
              <a:gd name="connsiteX1" fmla="*/ 291583 w 995980"/>
              <a:gd name="connsiteY1" fmla="*/ 863915 h 863915"/>
              <a:gd name="connsiteX2" fmla="*/ 0 w 995980"/>
              <a:gd name="connsiteY2" fmla="*/ 431958 h 863915"/>
              <a:gd name="connsiteX3" fmla="*/ 995980 w 995980"/>
              <a:gd name="connsiteY3" fmla="*/ 259444 h 863915"/>
              <a:gd name="connsiteX4" fmla="*/ 995980 w 995980"/>
              <a:gd name="connsiteY4" fmla="*/ 863914 h 863915"/>
              <a:gd name="connsiteX5" fmla="*/ 291584 w 995980"/>
              <a:gd name="connsiteY5" fmla="*/ 863914 h 863915"/>
              <a:gd name="connsiteX6" fmla="*/ 291584 w 995980"/>
              <a:gd name="connsiteY6" fmla="*/ 1 h 863915"/>
              <a:gd name="connsiteX7" fmla="*/ 736537 w 995980"/>
              <a:gd name="connsiteY7" fmla="*/ 1 h 863915"/>
              <a:gd name="connsiteX8" fmla="*/ 995980 w 995980"/>
              <a:gd name="connsiteY8" fmla="*/ 259444 h 86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95980" h="863915">
                <a:moveTo>
                  <a:pt x="291583" y="0"/>
                </a:moveTo>
                <a:lnTo>
                  <a:pt x="291583" y="863915"/>
                </a:lnTo>
                <a:lnTo>
                  <a:pt x="0" y="431958"/>
                </a:lnTo>
                <a:close/>
                <a:moveTo>
                  <a:pt x="995980" y="259444"/>
                </a:moveTo>
                <a:lnTo>
                  <a:pt x="995980" y="863914"/>
                </a:lnTo>
                <a:lnTo>
                  <a:pt x="291584" y="863914"/>
                </a:lnTo>
                <a:lnTo>
                  <a:pt x="291584" y="1"/>
                </a:lnTo>
                <a:lnTo>
                  <a:pt x="736537" y="1"/>
                </a:lnTo>
                <a:cubicBezTo>
                  <a:pt x="879823" y="1"/>
                  <a:pt x="995980" y="116158"/>
                  <a:pt x="995980" y="259444"/>
                </a:cubicBezTo>
                <a:close/>
              </a:path>
            </a:pathLst>
          </a:custGeom>
          <a:gradFill flip="none" rotWithShape="1">
            <a:gsLst>
              <a:gs pos="21000">
                <a:srgbClr val="F23D49"/>
              </a:gs>
              <a:gs pos="96000">
                <a:srgbClr val="FB8C2F"/>
              </a:gs>
            </a:gsLst>
            <a:lin ang="7200000" scaled="0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2" name="Rectangle: Single Corner Rounded 111">
            <a:extLst>
              <a:ext uri="{FF2B5EF4-FFF2-40B4-BE49-F238E27FC236}">
                <a16:creationId xmlns:a16="http://schemas.microsoft.com/office/drawing/2014/main" id="{62F1F022-2996-4F61-BA4E-B351759B9593}"/>
              </a:ext>
            </a:extLst>
          </p:cNvPr>
          <p:cNvSpPr/>
          <p:nvPr/>
        </p:nvSpPr>
        <p:spPr>
          <a:xfrm rot="5400000">
            <a:off x="8794862" y="1186568"/>
            <a:ext cx="704396" cy="3082762"/>
          </a:xfrm>
          <a:prstGeom prst="round1Rect">
            <a:avLst>
              <a:gd name="adj" fmla="val 3683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58A5C3C3-A293-4B45-A810-22ED62D97503}"/>
              </a:ext>
            </a:extLst>
          </p:cNvPr>
          <p:cNvSpPr/>
          <p:nvPr/>
        </p:nvSpPr>
        <p:spPr>
          <a:xfrm rot="16200000">
            <a:off x="6936925" y="2439145"/>
            <a:ext cx="995980" cy="863915"/>
          </a:xfrm>
          <a:custGeom>
            <a:avLst/>
            <a:gdLst>
              <a:gd name="connsiteX0" fmla="*/ 291583 w 995980"/>
              <a:gd name="connsiteY0" fmla="*/ 0 h 863915"/>
              <a:gd name="connsiteX1" fmla="*/ 291583 w 995980"/>
              <a:gd name="connsiteY1" fmla="*/ 863915 h 863915"/>
              <a:gd name="connsiteX2" fmla="*/ 0 w 995980"/>
              <a:gd name="connsiteY2" fmla="*/ 431958 h 863915"/>
              <a:gd name="connsiteX3" fmla="*/ 995980 w 995980"/>
              <a:gd name="connsiteY3" fmla="*/ 259444 h 863915"/>
              <a:gd name="connsiteX4" fmla="*/ 995980 w 995980"/>
              <a:gd name="connsiteY4" fmla="*/ 863914 h 863915"/>
              <a:gd name="connsiteX5" fmla="*/ 291584 w 995980"/>
              <a:gd name="connsiteY5" fmla="*/ 863914 h 863915"/>
              <a:gd name="connsiteX6" fmla="*/ 291584 w 995980"/>
              <a:gd name="connsiteY6" fmla="*/ 1 h 863915"/>
              <a:gd name="connsiteX7" fmla="*/ 736537 w 995980"/>
              <a:gd name="connsiteY7" fmla="*/ 1 h 863915"/>
              <a:gd name="connsiteX8" fmla="*/ 995980 w 995980"/>
              <a:gd name="connsiteY8" fmla="*/ 259444 h 86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95980" h="863915">
                <a:moveTo>
                  <a:pt x="291583" y="0"/>
                </a:moveTo>
                <a:lnTo>
                  <a:pt x="291583" y="863915"/>
                </a:lnTo>
                <a:lnTo>
                  <a:pt x="0" y="431958"/>
                </a:lnTo>
                <a:close/>
                <a:moveTo>
                  <a:pt x="995980" y="259444"/>
                </a:moveTo>
                <a:lnTo>
                  <a:pt x="995980" y="863914"/>
                </a:lnTo>
                <a:lnTo>
                  <a:pt x="291584" y="863914"/>
                </a:lnTo>
                <a:lnTo>
                  <a:pt x="291584" y="1"/>
                </a:lnTo>
                <a:lnTo>
                  <a:pt x="736537" y="1"/>
                </a:lnTo>
                <a:cubicBezTo>
                  <a:pt x="879823" y="1"/>
                  <a:pt x="995980" y="116158"/>
                  <a:pt x="995980" y="259444"/>
                </a:cubicBezTo>
                <a:close/>
              </a:path>
            </a:pathLst>
          </a:custGeom>
          <a:gradFill flip="none" rotWithShape="1">
            <a:gsLst>
              <a:gs pos="21000">
                <a:srgbClr val="F23D49"/>
              </a:gs>
              <a:gs pos="96000">
                <a:srgbClr val="FB8C2F"/>
              </a:gs>
            </a:gsLst>
            <a:lin ang="7200000" scaled="0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20300DCB-219F-4269-AC86-E087F4B07086}"/>
              </a:ext>
            </a:extLst>
          </p:cNvPr>
          <p:cNvSpPr/>
          <p:nvPr/>
        </p:nvSpPr>
        <p:spPr>
          <a:xfrm rot="16200000">
            <a:off x="6936927" y="1516257"/>
            <a:ext cx="995980" cy="863915"/>
          </a:xfrm>
          <a:custGeom>
            <a:avLst/>
            <a:gdLst>
              <a:gd name="connsiteX0" fmla="*/ 291583 w 995980"/>
              <a:gd name="connsiteY0" fmla="*/ 0 h 863915"/>
              <a:gd name="connsiteX1" fmla="*/ 291583 w 995980"/>
              <a:gd name="connsiteY1" fmla="*/ 863915 h 863915"/>
              <a:gd name="connsiteX2" fmla="*/ 0 w 995980"/>
              <a:gd name="connsiteY2" fmla="*/ 431958 h 863915"/>
              <a:gd name="connsiteX3" fmla="*/ 995980 w 995980"/>
              <a:gd name="connsiteY3" fmla="*/ 259444 h 863915"/>
              <a:gd name="connsiteX4" fmla="*/ 995980 w 995980"/>
              <a:gd name="connsiteY4" fmla="*/ 863914 h 863915"/>
              <a:gd name="connsiteX5" fmla="*/ 291584 w 995980"/>
              <a:gd name="connsiteY5" fmla="*/ 863914 h 863915"/>
              <a:gd name="connsiteX6" fmla="*/ 291584 w 995980"/>
              <a:gd name="connsiteY6" fmla="*/ 1 h 863915"/>
              <a:gd name="connsiteX7" fmla="*/ 736537 w 995980"/>
              <a:gd name="connsiteY7" fmla="*/ 1 h 863915"/>
              <a:gd name="connsiteX8" fmla="*/ 995980 w 995980"/>
              <a:gd name="connsiteY8" fmla="*/ 259444 h 86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95980" h="863915">
                <a:moveTo>
                  <a:pt x="291583" y="0"/>
                </a:moveTo>
                <a:lnTo>
                  <a:pt x="291583" y="863915"/>
                </a:lnTo>
                <a:lnTo>
                  <a:pt x="0" y="431958"/>
                </a:lnTo>
                <a:close/>
                <a:moveTo>
                  <a:pt x="995980" y="259444"/>
                </a:moveTo>
                <a:lnTo>
                  <a:pt x="995980" y="863914"/>
                </a:lnTo>
                <a:lnTo>
                  <a:pt x="291584" y="863914"/>
                </a:lnTo>
                <a:lnTo>
                  <a:pt x="291584" y="1"/>
                </a:lnTo>
                <a:lnTo>
                  <a:pt x="736537" y="1"/>
                </a:lnTo>
                <a:cubicBezTo>
                  <a:pt x="879823" y="1"/>
                  <a:pt x="995980" y="116158"/>
                  <a:pt x="995980" y="259444"/>
                </a:cubicBezTo>
                <a:close/>
              </a:path>
            </a:pathLst>
          </a:custGeom>
          <a:gradFill flip="none" rotWithShape="1">
            <a:gsLst>
              <a:gs pos="21000">
                <a:srgbClr val="F92A95"/>
              </a:gs>
              <a:gs pos="96000">
                <a:srgbClr val="FD59C7"/>
              </a:gs>
            </a:gsLst>
            <a:lin ang="7200000" scaled="0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8" name="Rectangle: Single Corner Rounded 107">
            <a:extLst>
              <a:ext uri="{FF2B5EF4-FFF2-40B4-BE49-F238E27FC236}">
                <a16:creationId xmlns:a16="http://schemas.microsoft.com/office/drawing/2014/main" id="{909248B6-ADDF-4F7A-A379-5C28D8E1A505}"/>
              </a:ext>
            </a:extLst>
          </p:cNvPr>
          <p:cNvSpPr/>
          <p:nvPr/>
        </p:nvSpPr>
        <p:spPr>
          <a:xfrm rot="5400000">
            <a:off x="8794862" y="104818"/>
            <a:ext cx="704396" cy="3082762"/>
          </a:xfrm>
          <a:prstGeom prst="round1Rect">
            <a:avLst>
              <a:gd name="adj" fmla="val 3683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B4D46113-8DBA-486F-925D-158598CCAE34}"/>
              </a:ext>
            </a:extLst>
          </p:cNvPr>
          <p:cNvSpPr/>
          <p:nvPr/>
        </p:nvSpPr>
        <p:spPr>
          <a:xfrm rot="16200000">
            <a:off x="6936925" y="1357395"/>
            <a:ext cx="995980" cy="863915"/>
          </a:xfrm>
          <a:custGeom>
            <a:avLst/>
            <a:gdLst>
              <a:gd name="connsiteX0" fmla="*/ 291583 w 995980"/>
              <a:gd name="connsiteY0" fmla="*/ 0 h 863915"/>
              <a:gd name="connsiteX1" fmla="*/ 291583 w 995980"/>
              <a:gd name="connsiteY1" fmla="*/ 863915 h 863915"/>
              <a:gd name="connsiteX2" fmla="*/ 0 w 995980"/>
              <a:gd name="connsiteY2" fmla="*/ 431958 h 863915"/>
              <a:gd name="connsiteX3" fmla="*/ 995980 w 995980"/>
              <a:gd name="connsiteY3" fmla="*/ 259444 h 863915"/>
              <a:gd name="connsiteX4" fmla="*/ 995980 w 995980"/>
              <a:gd name="connsiteY4" fmla="*/ 863914 h 863915"/>
              <a:gd name="connsiteX5" fmla="*/ 291584 w 995980"/>
              <a:gd name="connsiteY5" fmla="*/ 863914 h 863915"/>
              <a:gd name="connsiteX6" fmla="*/ 291584 w 995980"/>
              <a:gd name="connsiteY6" fmla="*/ 1 h 863915"/>
              <a:gd name="connsiteX7" fmla="*/ 736537 w 995980"/>
              <a:gd name="connsiteY7" fmla="*/ 1 h 863915"/>
              <a:gd name="connsiteX8" fmla="*/ 995980 w 995980"/>
              <a:gd name="connsiteY8" fmla="*/ 259444 h 86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95980" h="863915">
                <a:moveTo>
                  <a:pt x="291583" y="0"/>
                </a:moveTo>
                <a:lnTo>
                  <a:pt x="291583" y="863915"/>
                </a:lnTo>
                <a:lnTo>
                  <a:pt x="0" y="431958"/>
                </a:lnTo>
                <a:close/>
                <a:moveTo>
                  <a:pt x="995980" y="259444"/>
                </a:moveTo>
                <a:lnTo>
                  <a:pt x="995980" y="863914"/>
                </a:lnTo>
                <a:lnTo>
                  <a:pt x="291584" y="863914"/>
                </a:lnTo>
                <a:lnTo>
                  <a:pt x="291584" y="1"/>
                </a:lnTo>
                <a:lnTo>
                  <a:pt x="736537" y="1"/>
                </a:lnTo>
                <a:cubicBezTo>
                  <a:pt x="879823" y="1"/>
                  <a:pt x="995980" y="116158"/>
                  <a:pt x="995980" y="259444"/>
                </a:cubicBezTo>
                <a:close/>
              </a:path>
            </a:pathLst>
          </a:custGeom>
          <a:gradFill flip="none" rotWithShape="1">
            <a:gsLst>
              <a:gs pos="21000">
                <a:srgbClr val="F92A95"/>
              </a:gs>
              <a:gs pos="96000">
                <a:srgbClr val="FD59C7"/>
              </a:gs>
            </a:gsLst>
            <a:lin ang="7200000" scaled="0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7399DF-E203-4352-AEBC-803ECA68DC16}"/>
              </a:ext>
            </a:extLst>
          </p:cNvPr>
          <p:cNvGrpSpPr/>
          <p:nvPr/>
        </p:nvGrpSpPr>
        <p:grpSpPr>
          <a:xfrm>
            <a:off x="1803306" y="494743"/>
            <a:ext cx="2723850" cy="2505873"/>
            <a:chOff x="3118151" y="1502295"/>
            <a:chExt cx="2723850" cy="2505873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4DBF8B7-256D-43E8-BBA1-281F2E08F476}"/>
                </a:ext>
              </a:extLst>
            </p:cNvPr>
            <p:cNvGrpSpPr/>
            <p:nvPr/>
          </p:nvGrpSpPr>
          <p:grpSpPr>
            <a:xfrm>
              <a:off x="3118151" y="1502295"/>
              <a:ext cx="2723850" cy="2505873"/>
              <a:chOff x="3118150" y="1502295"/>
              <a:chExt cx="3223069" cy="2965142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A8DB4BF2-3054-4757-A918-D59DD65F59DD}"/>
                  </a:ext>
                </a:extLst>
              </p:cNvPr>
              <p:cNvGrpSpPr/>
              <p:nvPr/>
            </p:nvGrpSpPr>
            <p:grpSpPr>
              <a:xfrm>
                <a:off x="3118150" y="1502295"/>
                <a:ext cx="3223069" cy="2965142"/>
                <a:chOff x="3118150" y="1502295"/>
                <a:chExt cx="3223069" cy="2965142"/>
              </a:xfrm>
            </p:grpSpPr>
            <p:sp>
              <p:nvSpPr>
                <p:cNvPr id="5" name="Chord 4">
                  <a:extLst>
                    <a:ext uri="{FF2B5EF4-FFF2-40B4-BE49-F238E27FC236}">
                      <a16:creationId xmlns:a16="http://schemas.microsoft.com/office/drawing/2014/main" id="{17ABB70A-C138-4A84-8E3E-F43ADA7E43C9}"/>
                    </a:ext>
                  </a:extLst>
                </p:cNvPr>
                <p:cNvSpPr/>
                <p:nvPr/>
              </p:nvSpPr>
              <p:spPr>
                <a:xfrm rot="6764353">
                  <a:off x="3959031" y="1502295"/>
                  <a:ext cx="1669002" cy="1669002"/>
                </a:xfrm>
                <a:prstGeom prst="chord">
                  <a:avLst/>
                </a:prstGeom>
                <a:gradFill flip="none" rotWithShape="1">
                  <a:gsLst>
                    <a:gs pos="21000">
                      <a:srgbClr val="F92A95"/>
                    </a:gs>
                    <a:gs pos="96000">
                      <a:srgbClr val="FD59C7"/>
                    </a:gs>
                  </a:gsLst>
                  <a:lin ang="7200000" scaled="0"/>
                  <a:tileRect/>
                </a:gra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Chord 9">
                  <a:extLst>
                    <a:ext uri="{FF2B5EF4-FFF2-40B4-BE49-F238E27FC236}">
                      <a16:creationId xmlns:a16="http://schemas.microsoft.com/office/drawing/2014/main" id="{D998DE44-2268-4C83-8AA1-F512FBB9F65A}"/>
                    </a:ext>
                  </a:extLst>
                </p:cNvPr>
                <p:cNvSpPr/>
                <p:nvPr/>
              </p:nvSpPr>
              <p:spPr>
                <a:xfrm rot="9435647" flipH="1">
                  <a:off x="3118150" y="2150365"/>
                  <a:ext cx="1669002" cy="1669002"/>
                </a:xfrm>
                <a:prstGeom prst="chord">
                  <a:avLst/>
                </a:prstGeom>
                <a:gradFill flip="none" rotWithShape="1">
                  <a:gsLst>
                    <a:gs pos="21000">
                      <a:srgbClr val="9113C6"/>
                    </a:gs>
                    <a:gs pos="96000">
                      <a:srgbClr val="C025FD"/>
                    </a:gs>
                  </a:gsLst>
                  <a:lin ang="7200000" scaled="0"/>
                  <a:tileRect/>
                </a:gra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Chord 7">
                  <a:extLst>
                    <a:ext uri="{FF2B5EF4-FFF2-40B4-BE49-F238E27FC236}">
                      <a16:creationId xmlns:a16="http://schemas.microsoft.com/office/drawing/2014/main" id="{4B79E1A6-248B-4EFC-9CA9-126699EF418C}"/>
                    </a:ext>
                  </a:extLst>
                </p:cNvPr>
                <p:cNvSpPr/>
                <p:nvPr/>
              </p:nvSpPr>
              <p:spPr>
                <a:xfrm rot="14835647" flipV="1">
                  <a:off x="3959031" y="2798435"/>
                  <a:ext cx="1669002" cy="1669002"/>
                </a:xfrm>
                <a:prstGeom prst="chord">
                  <a:avLst/>
                </a:prstGeom>
                <a:gradFill flip="none" rotWithShape="1">
                  <a:gsLst>
                    <a:gs pos="21000">
                      <a:srgbClr val="2477F3"/>
                    </a:gs>
                    <a:gs pos="96000">
                      <a:srgbClr val="28B1F4"/>
                    </a:gs>
                  </a:gsLst>
                  <a:lin ang="7200000" scaled="0"/>
                  <a:tileRect/>
                </a:gra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Chord 8">
                  <a:extLst>
                    <a:ext uri="{FF2B5EF4-FFF2-40B4-BE49-F238E27FC236}">
                      <a16:creationId xmlns:a16="http://schemas.microsoft.com/office/drawing/2014/main" id="{6194BE3E-4EAE-4064-BBFA-3BEA7525F281}"/>
                    </a:ext>
                  </a:extLst>
                </p:cNvPr>
                <p:cNvSpPr/>
                <p:nvPr/>
              </p:nvSpPr>
              <p:spPr>
                <a:xfrm rot="12164353">
                  <a:off x="4672217" y="2150365"/>
                  <a:ext cx="1669002" cy="1669002"/>
                </a:xfrm>
                <a:prstGeom prst="chord">
                  <a:avLst/>
                </a:prstGeom>
                <a:gradFill flip="none" rotWithShape="1">
                  <a:gsLst>
                    <a:gs pos="21000">
                      <a:srgbClr val="F23D49"/>
                    </a:gs>
                    <a:gs pos="96000">
                      <a:srgbClr val="FB8C2F"/>
                    </a:gs>
                  </a:gsLst>
                  <a:lin ang="7200000" scaled="0"/>
                  <a:tileRect/>
                </a:gra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BEA99A86-5231-4D7A-AA8F-19D40A1B50F3}"/>
                    </a:ext>
                  </a:extLst>
                </p:cNvPr>
                <p:cNvSpPr/>
                <p:nvPr/>
              </p:nvSpPr>
              <p:spPr>
                <a:xfrm rot="1038127">
                  <a:off x="5106007" y="1713891"/>
                  <a:ext cx="590885" cy="1054635"/>
                </a:xfrm>
                <a:custGeom>
                  <a:avLst/>
                  <a:gdLst>
                    <a:gd name="connsiteX0" fmla="*/ 1 w 590885"/>
                    <a:gd name="connsiteY0" fmla="*/ 0 h 1054635"/>
                    <a:gd name="connsiteX1" fmla="*/ 47749 w 590885"/>
                    <a:gd name="connsiteY1" fmla="*/ 13388 h 1054635"/>
                    <a:gd name="connsiteX2" fmla="*/ 587105 w 590885"/>
                    <a:gd name="connsiteY2" fmla="*/ 874434 h 1054635"/>
                    <a:gd name="connsiteX3" fmla="*/ 0 w 590885"/>
                    <a:gd name="connsiteY3" fmla="*/ 1054635 h 1054635"/>
                    <a:gd name="connsiteX4" fmla="*/ 1 w 590885"/>
                    <a:gd name="connsiteY4" fmla="*/ 0 h 10546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0885" h="1054635">
                      <a:moveTo>
                        <a:pt x="1" y="0"/>
                      </a:moveTo>
                      <a:lnTo>
                        <a:pt x="47749" y="13388"/>
                      </a:lnTo>
                      <a:cubicBezTo>
                        <a:pt x="401674" y="145273"/>
                        <a:pt x="622893" y="498433"/>
                        <a:pt x="587105" y="874434"/>
                      </a:cubicBezTo>
                      <a:lnTo>
                        <a:pt x="0" y="105463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A339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35EDCC3D-6694-49EF-A89A-688D5DF7856F}"/>
                  </a:ext>
                </a:extLst>
              </p:cNvPr>
              <p:cNvGrpSpPr/>
              <p:nvPr/>
            </p:nvGrpSpPr>
            <p:grpSpPr>
              <a:xfrm>
                <a:off x="3542472" y="1892661"/>
                <a:ext cx="2374424" cy="2184410"/>
                <a:chOff x="5683549" y="1502295"/>
                <a:chExt cx="3223069" cy="2965142"/>
              </a:xfrm>
            </p:grpSpPr>
            <p:sp>
              <p:nvSpPr>
                <p:cNvPr id="16" name="Chord 15">
                  <a:extLst>
                    <a:ext uri="{FF2B5EF4-FFF2-40B4-BE49-F238E27FC236}">
                      <a16:creationId xmlns:a16="http://schemas.microsoft.com/office/drawing/2014/main" id="{40DB7845-1119-4CD3-9B49-FC643C1545E8}"/>
                    </a:ext>
                  </a:extLst>
                </p:cNvPr>
                <p:cNvSpPr/>
                <p:nvPr/>
              </p:nvSpPr>
              <p:spPr>
                <a:xfrm rot="6764353">
                  <a:off x="6524430" y="1502295"/>
                  <a:ext cx="1669002" cy="1669002"/>
                </a:xfrm>
                <a:prstGeom prst="chord">
                  <a:avLst/>
                </a:prstGeom>
                <a:gradFill flip="none" rotWithShape="1">
                  <a:gsLst>
                    <a:gs pos="21000">
                      <a:srgbClr val="F92A95"/>
                    </a:gs>
                    <a:gs pos="96000">
                      <a:srgbClr val="FD59C7"/>
                    </a:gs>
                  </a:gsLst>
                  <a:lin ang="7200000" scaled="0"/>
                  <a:tileRect/>
                </a:gra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Chord 16">
                  <a:extLst>
                    <a:ext uri="{FF2B5EF4-FFF2-40B4-BE49-F238E27FC236}">
                      <a16:creationId xmlns:a16="http://schemas.microsoft.com/office/drawing/2014/main" id="{0E036931-6824-45D9-80A2-8D07EAD44241}"/>
                    </a:ext>
                  </a:extLst>
                </p:cNvPr>
                <p:cNvSpPr/>
                <p:nvPr/>
              </p:nvSpPr>
              <p:spPr>
                <a:xfrm rot="9435647" flipH="1">
                  <a:off x="5683549" y="2150365"/>
                  <a:ext cx="1669002" cy="1669002"/>
                </a:xfrm>
                <a:prstGeom prst="chord">
                  <a:avLst/>
                </a:prstGeom>
                <a:gradFill flip="none" rotWithShape="1">
                  <a:gsLst>
                    <a:gs pos="21000">
                      <a:srgbClr val="9113C6"/>
                    </a:gs>
                    <a:gs pos="96000">
                      <a:srgbClr val="C025FD"/>
                    </a:gs>
                  </a:gsLst>
                  <a:lin ang="7200000" scaled="0"/>
                  <a:tileRect/>
                </a:gra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Chord 17">
                  <a:extLst>
                    <a:ext uri="{FF2B5EF4-FFF2-40B4-BE49-F238E27FC236}">
                      <a16:creationId xmlns:a16="http://schemas.microsoft.com/office/drawing/2014/main" id="{05B78040-9FDA-413E-8B58-1D69B3C2EECA}"/>
                    </a:ext>
                  </a:extLst>
                </p:cNvPr>
                <p:cNvSpPr/>
                <p:nvPr/>
              </p:nvSpPr>
              <p:spPr>
                <a:xfrm rot="14835647" flipV="1">
                  <a:off x="6524430" y="2798435"/>
                  <a:ext cx="1669002" cy="1669002"/>
                </a:xfrm>
                <a:prstGeom prst="chord">
                  <a:avLst/>
                </a:prstGeom>
                <a:gradFill flip="none" rotWithShape="1">
                  <a:gsLst>
                    <a:gs pos="21000">
                      <a:srgbClr val="2477F3"/>
                    </a:gs>
                    <a:gs pos="96000">
                      <a:srgbClr val="28B1F4"/>
                    </a:gs>
                  </a:gsLst>
                  <a:lin ang="7200000" scaled="0"/>
                  <a:tileRect/>
                </a:gra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Chord 18">
                  <a:extLst>
                    <a:ext uri="{FF2B5EF4-FFF2-40B4-BE49-F238E27FC236}">
                      <a16:creationId xmlns:a16="http://schemas.microsoft.com/office/drawing/2014/main" id="{0BA54BB6-F999-412C-80BF-0EB5B2FFA387}"/>
                    </a:ext>
                  </a:extLst>
                </p:cNvPr>
                <p:cNvSpPr/>
                <p:nvPr/>
              </p:nvSpPr>
              <p:spPr>
                <a:xfrm rot="12164353">
                  <a:off x="7237616" y="2150365"/>
                  <a:ext cx="1669002" cy="1669002"/>
                </a:xfrm>
                <a:prstGeom prst="chord">
                  <a:avLst/>
                </a:prstGeom>
                <a:gradFill flip="none" rotWithShape="1">
                  <a:gsLst>
                    <a:gs pos="21000">
                      <a:srgbClr val="F23D49"/>
                    </a:gs>
                    <a:gs pos="96000">
                      <a:srgbClr val="FB8C2F"/>
                    </a:gs>
                  </a:gsLst>
                  <a:lin ang="7200000" scaled="0"/>
                  <a:tileRect/>
                </a:gra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0755C6B2-A18C-4331-9DDB-4B1C680F6CF7}"/>
                    </a:ext>
                  </a:extLst>
                </p:cNvPr>
                <p:cNvSpPr/>
                <p:nvPr/>
              </p:nvSpPr>
              <p:spPr>
                <a:xfrm rot="1038127">
                  <a:off x="7671406" y="1713891"/>
                  <a:ext cx="590885" cy="1054635"/>
                </a:xfrm>
                <a:custGeom>
                  <a:avLst/>
                  <a:gdLst>
                    <a:gd name="connsiteX0" fmla="*/ 1 w 590885"/>
                    <a:gd name="connsiteY0" fmla="*/ 0 h 1054635"/>
                    <a:gd name="connsiteX1" fmla="*/ 47749 w 590885"/>
                    <a:gd name="connsiteY1" fmla="*/ 13388 h 1054635"/>
                    <a:gd name="connsiteX2" fmla="*/ 587105 w 590885"/>
                    <a:gd name="connsiteY2" fmla="*/ 874434 h 1054635"/>
                    <a:gd name="connsiteX3" fmla="*/ 0 w 590885"/>
                    <a:gd name="connsiteY3" fmla="*/ 1054635 h 1054635"/>
                    <a:gd name="connsiteX4" fmla="*/ 1 w 590885"/>
                    <a:gd name="connsiteY4" fmla="*/ 0 h 10546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0885" h="1054635">
                      <a:moveTo>
                        <a:pt x="1" y="0"/>
                      </a:moveTo>
                      <a:lnTo>
                        <a:pt x="47749" y="13388"/>
                      </a:lnTo>
                      <a:cubicBezTo>
                        <a:pt x="401674" y="145273"/>
                        <a:pt x="622893" y="498433"/>
                        <a:pt x="587105" y="874434"/>
                      </a:cubicBezTo>
                      <a:lnTo>
                        <a:pt x="0" y="105463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A339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23" name="Graphic 22" descr="Lightbulb">
              <a:extLst>
                <a:ext uri="{FF2B5EF4-FFF2-40B4-BE49-F238E27FC236}">
                  <a16:creationId xmlns:a16="http://schemas.microsoft.com/office/drawing/2014/main" id="{BA34889F-F7AD-463E-85B8-9B9BDC1B6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56124" y="2638121"/>
              <a:ext cx="305056" cy="305056"/>
            </a:xfrm>
            <a:prstGeom prst="rect">
              <a:avLst/>
            </a:prstGeom>
          </p:spPr>
        </p:pic>
        <p:pic>
          <p:nvPicPr>
            <p:cNvPr id="25" name="Graphic 24" descr="Single gear">
              <a:extLst>
                <a:ext uri="{FF2B5EF4-FFF2-40B4-BE49-F238E27FC236}">
                  <a16:creationId xmlns:a16="http://schemas.microsoft.com/office/drawing/2014/main" id="{FDDF4B44-22DB-4B99-B707-D4EAA4C5F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662423" y="2557813"/>
              <a:ext cx="369436" cy="369436"/>
            </a:xfrm>
            <a:prstGeom prst="rect">
              <a:avLst/>
            </a:prstGeom>
          </p:spPr>
        </p:pic>
        <p:pic>
          <p:nvPicPr>
            <p:cNvPr id="27" name="Graphic 26" descr="Gauge">
              <a:extLst>
                <a:ext uri="{FF2B5EF4-FFF2-40B4-BE49-F238E27FC236}">
                  <a16:creationId xmlns:a16="http://schemas.microsoft.com/office/drawing/2014/main" id="{D73B35CB-483F-4079-8A09-47138F7E3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33657" y="3144235"/>
              <a:ext cx="300440" cy="300440"/>
            </a:xfrm>
            <a:prstGeom prst="rect">
              <a:avLst/>
            </a:prstGeom>
          </p:spPr>
        </p:pic>
        <p:pic>
          <p:nvPicPr>
            <p:cNvPr id="29" name="Graphic 28" descr="Bullseye">
              <a:extLst>
                <a:ext uri="{FF2B5EF4-FFF2-40B4-BE49-F238E27FC236}">
                  <a16:creationId xmlns:a16="http://schemas.microsoft.com/office/drawing/2014/main" id="{DE1F2D4D-88D6-4AB7-B850-82EE8A008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361998" y="2081205"/>
              <a:ext cx="321937" cy="321937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E84B764-6A1E-4129-9474-E70A75C35885}"/>
                </a:ext>
              </a:extLst>
            </p:cNvPr>
            <p:cNvSpPr/>
            <p:nvPr/>
          </p:nvSpPr>
          <p:spPr>
            <a:xfrm>
              <a:off x="4018307" y="1693781"/>
              <a:ext cx="1021433" cy="864031"/>
            </a:xfrm>
            <a:prstGeom prst="rect">
              <a:avLst/>
            </a:prstGeom>
          </p:spPr>
          <p:txBody>
            <a:bodyPr wrap="none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  <a:endParaRPr lang="en-US" sz="1100" b="0" i="0" dirty="0">
                <a:solidFill>
                  <a:schemeClr val="bg1"/>
                </a:solidFill>
                <a:effectLst/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BB94577-E2BF-4201-8F5E-66412C26D4E8}"/>
                </a:ext>
              </a:extLst>
            </p:cNvPr>
            <p:cNvSpPr/>
            <p:nvPr/>
          </p:nvSpPr>
          <p:spPr>
            <a:xfrm rot="16200000">
              <a:off x="3247002" y="2326259"/>
              <a:ext cx="1021433" cy="864031"/>
            </a:xfrm>
            <a:prstGeom prst="rect">
              <a:avLst/>
            </a:prstGeom>
          </p:spPr>
          <p:txBody>
            <a:bodyPr wrap="none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  <a:endParaRPr lang="en-US" sz="1100" b="0" i="0" dirty="0">
                <a:solidFill>
                  <a:schemeClr val="bg1"/>
                </a:solidFill>
                <a:effectLst/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5A5F9C3-9BDD-4880-AB99-D782E474661E}"/>
                </a:ext>
              </a:extLst>
            </p:cNvPr>
            <p:cNvSpPr/>
            <p:nvPr/>
          </p:nvSpPr>
          <p:spPr>
            <a:xfrm rot="5400000">
              <a:off x="4717532" y="2342106"/>
              <a:ext cx="1021433" cy="864031"/>
            </a:xfrm>
            <a:prstGeom prst="rect">
              <a:avLst/>
            </a:prstGeom>
          </p:spPr>
          <p:txBody>
            <a:bodyPr wrap="none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  <a:endParaRPr lang="en-US" sz="1100" b="0" i="0" dirty="0">
                <a:solidFill>
                  <a:schemeClr val="bg1"/>
                </a:solidFill>
                <a:effectLst/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C818364-A38A-47E9-977D-E29968709ADB}"/>
                </a:ext>
              </a:extLst>
            </p:cNvPr>
            <p:cNvSpPr/>
            <p:nvPr/>
          </p:nvSpPr>
          <p:spPr>
            <a:xfrm>
              <a:off x="4018307" y="3002403"/>
              <a:ext cx="1021433" cy="864031"/>
            </a:xfrm>
            <a:prstGeom prst="rect">
              <a:avLst/>
            </a:prstGeom>
          </p:spPr>
          <p:txBody>
            <a:bodyPr wrap="none">
              <a:prstTxWarp prst="textArchDown">
                <a:avLst/>
              </a:prstTxWarp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  <a:endParaRPr lang="en-US" sz="1100" b="0" i="0" dirty="0">
                <a:solidFill>
                  <a:schemeClr val="bg1"/>
                </a:solidFill>
                <a:effectLst/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17E9681-0813-469D-B457-A683E0E80984}"/>
                </a:ext>
              </a:extLst>
            </p:cNvPr>
            <p:cNvSpPr/>
            <p:nvPr/>
          </p:nvSpPr>
          <p:spPr>
            <a:xfrm>
              <a:off x="3876260" y="2253089"/>
              <a:ext cx="35779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01</a:t>
              </a:r>
              <a:endParaRPr lang="en-US" sz="1200" b="1" i="0" dirty="0">
                <a:solidFill>
                  <a:schemeClr val="bg1"/>
                </a:solidFill>
                <a:effectLst/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F7163D-97D8-4A84-BFC7-248A9E80E8B4}"/>
                </a:ext>
              </a:extLst>
            </p:cNvPr>
            <p:cNvSpPr/>
            <p:nvPr/>
          </p:nvSpPr>
          <p:spPr>
            <a:xfrm>
              <a:off x="4718853" y="2253089"/>
              <a:ext cx="36099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02</a:t>
              </a:r>
              <a:endParaRPr lang="en-US" sz="1200" b="1" i="0" dirty="0">
                <a:solidFill>
                  <a:schemeClr val="bg1"/>
                </a:solidFill>
                <a:effectLst/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883AF7D-E554-431A-9C63-EE8496CC2371}"/>
                </a:ext>
              </a:extLst>
            </p:cNvPr>
            <p:cNvSpPr/>
            <p:nvPr/>
          </p:nvSpPr>
          <p:spPr>
            <a:xfrm>
              <a:off x="4718853" y="2988921"/>
              <a:ext cx="36099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03</a:t>
              </a:r>
              <a:endParaRPr lang="en-US" sz="1200" b="1" i="0" dirty="0">
                <a:solidFill>
                  <a:schemeClr val="bg1"/>
                </a:solidFill>
                <a:effectLst/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BD19C33-3192-4ACF-AFC6-556A178A55DB}"/>
                </a:ext>
              </a:extLst>
            </p:cNvPr>
            <p:cNvSpPr/>
            <p:nvPr/>
          </p:nvSpPr>
          <p:spPr>
            <a:xfrm>
              <a:off x="3966381" y="2988921"/>
              <a:ext cx="36099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04</a:t>
              </a:r>
              <a:endParaRPr lang="en-US" sz="1200" b="1" i="0" dirty="0">
                <a:solidFill>
                  <a:schemeClr val="bg1"/>
                </a:solidFill>
                <a:effectLst/>
                <a:latin typeface="Roboto" pitchFamily="2" charset="0"/>
                <a:ea typeface="Roboto" pitchFamily="2" charset="0"/>
              </a:endParaRP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EAF6D1D-1601-4E9C-ACFD-BDB07B2AA20B}"/>
              </a:ext>
            </a:extLst>
          </p:cNvPr>
          <p:cNvSpPr/>
          <p:nvPr/>
        </p:nvSpPr>
        <p:spPr>
          <a:xfrm>
            <a:off x="522283" y="380227"/>
            <a:ext cx="2021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  <a:p>
            <a:pPr algn="r"/>
            <a:r>
              <a:rPr lang="en-US" sz="800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 is simply dummy text of the printing and typesetting industry.</a:t>
            </a:r>
            <a:endParaRPr lang="en-US" sz="800" b="0" i="0" dirty="0">
              <a:solidFill>
                <a:schemeClr val="bg1"/>
              </a:solidFill>
              <a:effectLst/>
              <a:latin typeface="Roboto" pitchFamily="2" charset="0"/>
              <a:ea typeface="Roboto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D5EEAB-D232-4FCA-8589-0EDAA6236958}"/>
              </a:ext>
            </a:extLst>
          </p:cNvPr>
          <p:cNvSpPr/>
          <p:nvPr/>
        </p:nvSpPr>
        <p:spPr>
          <a:xfrm>
            <a:off x="522283" y="2529355"/>
            <a:ext cx="2021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  <a:p>
            <a:pPr algn="r"/>
            <a:r>
              <a:rPr lang="en-US" sz="800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 is simply dummy text of the printing and typesetting industry.</a:t>
            </a:r>
            <a:endParaRPr lang="en-US" sz="800" b="0" i="0" dirty="0">
              <a:solidFill>
                <a:schemeClr val="bg1"/>
              </a:solidFill>
              <a:effectLst/>
              <a:latin typeface="Roboto" pitchFamily="2" charset="0"/>
              <a:ea typeface="Roboto" pitchFamily="2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CE92635-7275-4CA7-999A-FA1E3B7B6527}"/>
              </a:ext>
            </a:extLst>
          </p:cNvPr>
          <p:cNvSpPr/>
          <p:nvPr/>
        </p:nvSpPr>
        <p:spPr>
          <a:xfrm>
            <a:off x="3944145" y="380227"/>
            <a:ext cx="2021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  <a:p>
            <a:r>
              <a:rPr lang="en-US" sz="800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 is simply dummy text of the printing and typesetting industry.</a:t>
            </a:r>
            <a:endParaRPr lang="en-US" sz="800" b="0" i="0" dirty="0">
              <a:solidFill>
                <a:schemeClr val="bg1"/>
              </a:solidFill>
              <a:effectLst/>
              <a:latin typeface="Roboto" pitchFamily="2" charset="0"/>
              <a:ea typeface="Roboto" pitchFamily="2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BA5D62F-A729-4EAF-8F32-B81E086585CF}"/>
              </a:ext>
            </a:extLst>
          </p:cNvPr>
          <p:cNvSpPr/>
          <p:nvPr/>
        </p:nvSpPr>
        <p:spPr>
          <a:xfrm>
            <a:off x="3944145" y="2562216"/>
            <a:ext cx="2021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  <a:p>
            <a:r>
              <a:rPr lang="en-US" sz="800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 is simply dummy text of the printing and typesetting industry.</a:t>
            </a:r>
            <a:endParaRPr lang="en-US" sz="800" b="0" i="0" dirty="0">
              <a:solidFill>
                <a:schemeClr val="bg1"/>
              </a:solidFill>
              <a:effectLst/>
              <a:latin typeface="Roboto" pitchFamily="2" charset="0"/>
              <a:ea typeface="Roboto" pitchFamily="2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4C630D3-2322-4DC1-8000-9603BF74EE69}"/>
              </a:ext>
            </a:extLst>
          </p:cNvPr>
          <p:cNvSpPr/>
          <p:nvPr/>
        </p:nvSpPr>
        <p:spPr>
          <a:xfrm>
            <a:off x="1768024" y="3714263"/>
            <a:ext cx="2934562" cy="6270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53FFEDD-8551-418E-A332-873BAF68AE62}"/>
              </a:ext>
            </a:extLst>
          </p:cNvPr>
          <p:cNvCxnSpPr>
            <a:cxnSpLocks/>
            <a:endCxn id="58" idx="2"/>
          </p:cNvCxnSpPr>
          <p:nvPr/>
        </p:nvCxnSpPr>
        <p:spPr>
          <a:xfrm>
            <a:off x="2001461" y="4491157"/>
            <a:ext cx="1134512" cy="14072"/>
          </a:xfrm>
          <a:prstGeom prst="line">
            <a:avLst/>
          </a:prstGeom>
          <a:ln w="19050">
            <a:gradFill>
              <a:gsLst>
                <a:gs pos="17000">
                  <a:srgbClr val="DC3C40"/>
                </a:gs>
                <a:gs pos="100000">
                  <a:srgbClr val="F1379F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Arc 49">
            <a:extLst>
              <a:ext uri="{FF2B5EF4-FFF2-40B4-BE49-F238E27FC236}">
                <a16:creationId xmlns:a16="http://schemas.microsoft.com/office/drawing/2014/main" id="{5050C4AE-A2AC-467D-BD05-B16037FF38A5}"/>
              </a:ext>
            </a:extLst>
          </p:cNvPr>
          <p:cNvSpPr/>
          <p:nvPr/>
        </p:nvSpPr>
        <p:spPr>
          <a:xfrm rot="13500000">
            <a:off x="1583318" y="3551830"/>
            <a:ext cx="939185" cy="939185"/>
          </a:xfrm>
          <a:prstGeom prst="arc">
            <a:avLst>
              <a:gd name="adj1" fmla="val 13578204"/>
              <a:gd name="adj2" fmla="val 18879315"/>
            </a:avLst>
          </a:prstGeom>
          <a:noFill/>
          <a:ln w="19050" cap="rnd">
            <a:gradFill>
              <a:gsLst>
                <a:gs pos="0">
                  <a:srgbClr val="FF7648"/>
                </a:gs>
                <a:gs pos="100000">
                  <a:srgbClr val="FFB614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1919AC6E-DC5D-4A11-B679-087EEA0C3011}"/>
              </a:ext>
            </a:extLst>
          </p:cNvPr>
          <p:cNvSpPr/>
          <p:nvPr/>
        </p:nvSpPr>
        <p:spPr>
          <a:xfrm rot="8100000" flipH="1">
            <a:off x="3935924" y="3551832"/>
            <a:ext cx="939185" cy="939185"/>
          </a:xfrm>
          <a:prstGeom prst="arc">
            <a:avLst>
              <a:gd name="adj1" fmla="val 13578204"/>
              <a:gd name="adj2" fmla="val 18879315"/>
            </a:avLst>
          </a:prstGeom>
          <a:ln w="19050" cap="rnd">
            <a:gradFill>
              <a:gsLst>
                <a:gs pos="0">
                  <a:srgbClr val="28B1F4"/>
                </a:gs>
                <a:gs pos="100000">
                  <a:srgbClr val="2477F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7385AF0-2823-4C0C-847D-F30AF1189578}"/>
              </a:ext>
            </a:extLst>
          </p:cNvPr>
          <p:cNvGrpSpPr/>
          <p:nvPr/>
        </p:nvGrpSpPr>
        <p:grpSpPr>
          <a:xfrm>
            <a:off x="2001461" y="4380941"/>
            <a:ext cx="248575" cy="248575"/>
            <a:chOff x="7288567" y="2546201"/>
            <a:chExt cx="381740" cy="38174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1770191-4815-4209-A2AB-DF0CC0B7DF20}"/>
                </a:ext>
              </a:extLst>
            </p:cNvPr>
            <p:cNvSpPr/>
            <p:nvPr/>
          </p:nvSpPr>
          <p:spPr>
            <a:xfrm>
              <a:off x="7288567" y="2546201"/>
              <a:ext cx="381740" cy="381740"/>
            </a:xfrm>
            <a:prstGeom prst="ellipse">
              <a:avLst/>
            </a:prstGeom>
            <a:gradFill flip="none" rotWithShape="1">
              <a:gsLst>
                <a:gs pos="21000">
                  <a:srgbClr val="F23D49"/>
                </a:gs>
                <a:gs pos="96000">
                  <a:srgbClr val="FB8C2F"/>
                </a:gs>
              </a:gsLst>
              <a:lin ang="7200000" scaled="0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83FB1FA-CD91-4DED-A239-C3906A0DFB00}"/>
                </a:ext>
              </a:extLst>
            </p:cNvPr>
            <p:cNvSpPr/>
            <p:nvPr/>
          </p:nvSpPr>
          <p:spPr>
            <a:xfrm>
              <a:off x="7358144" y="2615778"/>
              <a:ext cx="242587" cy="2425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8" name="Oval 57">
            <a:extLst>
              <a:ext uri="{FF2B5EF4-FFF2-40B4-BE49-F238E27FC236}">
                <a16:creationId xmlns:a16="http://schemas.microsoft.com/office/drawing/2014/main" id="{CCA81FF5-806D-4EAB-A2C7-2DD8EDE7A3D8}"/>
              </a:ext>
            </a:extLst>
          </p:cNvPr>
          <p:cNvSpPr/>
          <p:nvPr/>
        </p:nvSpPr>
        <p:spPr>
          <a:xfrm>
            <a:off x="3135973" y="4380941"/>
            <a:ext cx="248575" cy="248575"/>
          </a:xfrm>
          <a:prstGeom prst="ellipse">
            <a:avLst/>
          </a:prstGeom>
          <a:gradFill flip="none" rotWithShape="1">
            <a:gsLst>
              <a:gs pos="21000">
                <a:srgbClr val="F92A95"/>
              </a:gs>
              <a:gs pos="96000">
                <a:srgbClr val="FD59C7"/>
              </a:gs>
            </a:gsLst>
            <a:lin ang="7200000" scaled="0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71C7AF8-E933-4254-9630-E86960A43829}"/>
              </a:ext>
            </a:extLst>
          </p:cNvPr>
          <p:cNvSpPr/>
          <p:nvPr/>
        </p:nvSpPr>
        <p:spPr>
          <a:xfrm>
            <a:off x="3181279" y="4426247"/>
            <a:ext cx="157964" cy="15796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4B32121-CAC9-4845-A117-7C30DF171348}"/>
              </a:ext>
            </a:extLst>
          </p:cNvPr>
          <p:cNvSpPr/>
          <p:nvPr/>
        </p:nvSpPr>
        <p:spPr>
          <a:xfrm>
            <a:off x="4270485" y="4380941"/>
            <a:ext cx="248575" cy="248575"/>
          </a:xfrm>
          <a:prstGeom prst="ellipse">
            <a:avLst/>
          </a:prstGeom>
          <a:gradFill flip="none" rotWithShape="1">
            <a:gsLst>
              <a:gs pos="21000">
                <a:srgbClr val="2477F3"/>
              </a:gs>
              <a:gs pos="96000">
                <a:srgbClr val="28B1F4"/>
              </a:gs>
            </a:gsLst>
            <a:lin ang="7200000" scaled="0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2AF351E-46E1-4482-A404-137E74EE3042}"/>
              </a:ext>
            </a:extLst>
          </p:cNvPr>
          <p:cNvSpPr/>
          <p:nvPr/>
        </p:nvSpPr>
        <p:spPr>
          <a:xfrm>
            <a:off x="4315791" y="4426247"/>
            <a:ext cx="157964" cy="15796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6031042-64FF-47A6-ADDE-4F2CE5D432C4}"/>
              </a:ext>
            </a:extLst>
          </p:cNvPr>
          <p:cNvCxnSpPr>
            <a:cxnSpLocks/>
            <a:endCxn id="61" idx="2"/>
          </p:cNvCxnSpPr>
          <p:nvPr/>
        </p:nvCxnSpPr>
        <p:spPr>
          <a:xfrm>
            <a:off x="3371805" y="4491157"/>
            <a:ext cx="898680" cy="14072"/>
          </a:xfrm>
          <a:prstGeom prst="line">
            <a:avLst/>
          </a:prstGeom>
          <a:ln w="19050">
            <a:gradFill>
              <a:gsLst>
                <a:gs pos="0">
                  <a:srgbClr val="EE288F"/>
                </a:gs>
                <a:gs pos="100000">
                  <a:srgbClr val="2486E8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30301AF-FFFA-4950-9FB0-D268FB69C502}"/>
              </a:ext>
            </a:extLst>
          </p:cNvPr>
          <p:cNvCxnSpPr>
            <a:cxnSpLocks/>
          </p:cNvCxnSpPr>
          <p:nvPr/>
        </p:nvCxnSpPr>
        <p:spPr>
          <a:xfrm>
            <a:off x="4396219" y="4629516"/>
            <a:ext cx="0" cy="106242"/>
          </a:xfrm>
          <a:prstGeom prst="line">
            <a:avLst/>
          </a:prstGeom>
          <a:ln w="19050">
            <a:gradFill>
              <a:gsLst>
                <a:gs pos="17000">
                  <a:srgbClr val="2494E0"/>
                </a:gs>
                <a:gs pos="100000">
                  <a:srgbClr val="2270E6"/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Arc 70">
            <a:extLst>
              <a:ext uri="{FF2B5EF4-FFF2-40B4-BE49-F238E27FC236}">
                <a16:creationId xmlns:a16="http://schemas.microsoft.com/office/drawing/2014/main" id="{B37488B4-08BE-4596-B95E-2FC45D1D7676}"/>
              </a:ext>
            </a:extLst>
          </p:cNvPr>
          <p:cNvSpPr/>
          <p:nvPr/>
        </p:nvSpPr>
        <p:spPr>
          <a:xfrm rot="18900000">
            <a:off x="1656156" y="4726728"/>
            <a:ext cx="939185" cy="939185"/>
          </a:xfrm>
          <a:prstGeom prst="arc">
            <a:avLst>
              <a:gd name="adj1" fmla="val 13578204"/>
              <a:gd name="adj2" fmla="val 18879315"/>
            </a:avLst>
          </a:prstGeom>
          <a:noFill/>
          <a:ln w="19050" cap="rnd">
            <a:gradFill>
              <a:gsLst>
                <a:gs pos="0">
                  <a:srgbClr val="FF7648"/>
                </a:gs>
                <a:gs pos="100000">
                  <a:srgbClr val="FFB614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B50CE35-CAC7-4B8C-B4C3-8AE7C1F54E78}"/>
              </a:ext>
            </a:extLst>
          </p:cNvPr>
          <p:cNvGrpSpPr/>
          <p:nvPr/>
        </p:nvGrpSpPr>
        <p:grpSpPr>
          <a:xfrm>
            <a:off x="1745432" y="4805268"/>
            <a:ext cx="735232" cy="735232"/>
            <a:chOff x="6281777" y="3878348"/>
            <a:chExt cx="1204873" cy="1204873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BE9BA28-2147-4F3E-AFD0-4835CA4BD2C9}"/>
                </a:ext>
              </a:extLst>
            </p:cNvPr>
            <p:cNvSpPr/>
            <p:nvPr/>
          </p:nvSpPr>
          <p:spPr>
            <a:xfrm>
              <a:off x="6281777" y="3878348"/>
              <a:ext cx="1204873" cy="12048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94FD16C9-D4B6-4761-B7B2-0306770B26AC}"/>
                </a:ext>
              </a:extLst>
            </p:cNvPr>
            <p:cNvSpPr/>
            <p:nvPr/>
          </p:nvSpPr>
          <p:spPr>
            <a:xfrm>
              <a:off x="6432037" y="4040514"/>
              <a:ext cx="904349" cy="904349"/>
            </a:xfrm>
            <a:prstGeom prst="ellipse">
              <a:avLst/>
            </a:prstGeom>
            <a:gradFill flip="none" rotWithShape="1">
              <a:gsLst>
                <a:gs pos="21000">
                  <a:srgbClr val="F23D49"/>
                </a:gs>
                <a:gs pos="96000">
                  <a:srgbClr val="FB8C2F"/>
                </a:gs>
              </a:gsLst>
              <a:lin ang="7200000" scaled="0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77" name="Arc 76">
            <a:extLst>
              <a:ext uri="{FF2B5EF4-FFF2-40B4-BE49-F238E27FC236}">
                <a16:creationId xmlns:a16="http://schemas.microsoft.com/office/drawing/2014/main" id="{61EC2685-C2EA-4580-9020-630206CA9B0A}"/>
              </a:ext>
            </a:extLst>
          </p:cNvPr>
          <p:cNvSpPr/>
          <p:nvPr/>
        </p:nvSpPr>
        <p:spPr>
          <a:xfrm rot="2700000" flipH="1">
            <a:off x="3925180" y="4726730"/>
            <a:ext cx="939185" cy="939185"/>
          </a:xfrm>
          <a:prstGeom prst="arc">
            <a:avLst>
              <a:gd name="adj1" fmla="val 13578204"/>
              <a:gd name="adj2" fmla="val 18879315"/>
            </a:avLst>
          </a:prstGeom>
          <a:noFill/>
          <a:ln w="19050" cap="rnd">
            <a:gradFill>
              <a:gsLst>
                <a:gs pos="0">
                  <a:srgbClr val="2270E6"/>
                </a:gs>
                <a:gs pos="100000">
                  <a:srgbClr val="2494E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88FD9C7-346B-499C-A204-16158E899EF0}"/>
              </a:ext>
            </a:extLst>
          </p:cNvPr>
          <p:cNvSpPr/>
          <p:nvPr/>
        </p:nvSpPr>
        <p:spPr>
          <a:xfrm flipH="1">
            <a:off x="4050600" y="4805270"/>
            <a:ext cx="735232" cy="7352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D1E0492-957A-45EE-BEDE-59C7F5B5A4B4}"/>
              </a:ext>
            </a:extLst>
          </p:cNvPr>
          <p:cNvSpPr/>
          <p:nvPr/>
        </p:nvSpPr>
        <p:spPr>
          <a:xfrm flipH="1">
            <a:off x="4142293" y="4904226"/>
            <a:ext cx="551848" cy="551848"/>
          </a:xfrm>
          <a:prstGeom prst="ellipse">
            <a:avLst/>
          </a:prstGeom>
          <a:gradFill flip="none" rotWithShape="1">
            <a:gsLst>
              <a:gs pos="21000">
                <a:srgbClr val="2477F3"/>
              </a:gs>
              <a:gs pos="96000">
                <a:srgbClr val="28B1F4"/>
              </a:gs>
            </a:gsLst>
            <a:lin ang="7200000" scaled="0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35CC4347-24CF-4B87-A504-FA7EE9B4C3C2}"/>
              </a:ext>
            </a:extLst>
          </p:cNvPr>
          <p:cNvSpPr/>
          <p:nvPr/>
        </p:nvSpPr>
        <p:spPr>
          <a:xfrm flipH="1">
            <a:off x="2891953" y="4805270"/>
            <a:ext cx="735232" cy="7352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5727BCE-2FB1-48B6-9023-C5527575D788}"/>
              </a:ext>
            </a:extLst>
          </p:cNvPr>
          <p:cNvSpPr/>
          <p:nvPr/>
        </p:nvSpPr>
        <p:spPr>
          <a:xfrm flipH="1">
            <a:off x="2983646" y="4904226"/>
            <a:ext cx="551848" cy="551848"/>
          </a:xfrm>
          <a:prstGeom prst="ellipse">
            <a:avLst/>
          </a:prstGeom>
          <a:gradFill flip="none" rotWithShape="1">
            <a:gsLst>
              <a:gs pos="21000">
                <a:srgbClr val="F92A95"/>
              </a:gs>
              <a:gs pos="96000">
                <a:srgbClr val="FD59C7"/>
              </a:gs>
            </a:gsLst>
            <a:lin ang="7200000" scaled="0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053634A-9C5C-472F-9BE1-134C1E1F205B}"/>
              </a:ext>
            </a:extLst>
          </p:cNvPr>
          <p:cNvCxnSpPr>
            <a:cxnSpLocks/>
          </p:cNvCxnSpPr>
          <p:nvPr/>
        </p:nvCxnSpPr>
        <p:spPr>
          <a:xfrm>
            <a:off x="2122919" y="4629516"/>
            <a:ext cx="0" cy="106242"/>
          </a:xfrm>
          <a:prstGeom prst="line">
            <a:avLst/>
          </a:prstGeom>
          <a:ln w="19050">
            <a:gradFill>
              <a:gsLst>
                <a:gs pos="17000">
                  <a:srgbClr val="FFB614"/>
                </a:gs>
                <a:gs pos="100000">
                  <a:srgbClr val="F76C39"/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531B9D9-D236-4A47-BF06-E4E2FF1EA95A}"/>
              </a:ext>
            </a:extLst>
          </p:cNvPr>
          <p:cNvCxnSpPr>
            <a:cxnSpLocks/>
          </p:cNvCxnSpPr>
          <p:nvPr/>
        </p:nvCxnSpPr>
        <p:spPr>
          <a:xfrm>
            <a:off x="3259569" y="4620774"/>
            <a:ext cx="0" cy="188214"/>
          </a:xfrm>
          <a:prstGeom prst="line">
            <a:avLst/>
          </a:prstGeom>
          <a:ln w="19050">
            <a:gradFill>
              <a:gsLst>
                <a:gs pos="17000">
                  <a:srgbClr val="F1379F"/>
                </a:gs>
                <a:gs pos="100000">
                  <a:srgbClr val="F92A95"/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3CEC5F45-0ABD-4D4A-8BF4-B4ACDABC49B4}"/>
              </a:ext>
            </a:extLst>
          </p:cNvPr>
          <p:cNvSpPr/>
          <p:nvPr/>
        </p:nvSpPr>
        <p:spPr>
          <a:xfrm>
            <a:off x="1887664" y="5008478"/>
            <a:ext cx="4507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01</a:t>
            </a:r>
            <a:endParaRPr lang="en-US" b="1" i="0" dirty="0">
              <a:solidFill>
                <a:schemeClr val="bg1"/>
              </a:solidFill>
              <a:effectLst/>
              <a:latin typeface="Roboto" pitchFamily="2" charset="0"/>
              <a:ea typeface="Roboto" pitchFamily="2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8C81B5E-06D8-4F0A-B109-65E2A47FC245}"/>
              </a:ext>
            </a:extLst>
          </p:cNvPr>
          <p:cNvSpPr/>
          <p:nvPr/>
        </p:nvSpPr>
        <p:spPr>
          <a:xfrm>
            <a:off x="3030623" y="5008478"/>
            <a:ext cx="4507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02</a:t>
            </a:r>
            <a:endParaRPr lang="en-US" b="1" i="0" dirty="0">
              <a:solidFill>
                <a:schemeClr val="bg1"/>
              </a:solidFill>
              <a:effectLst/>
              <a:latin typeface="Roboto" pitchFamily="2" charset="0"/>
              <a:ea typeface="Roboto" pitchFamily="2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BD356AE8-5BF4-4532-8B65-C65115EBAB00}"/>
              </a:ext>
            </a:extLst>
          </p:cNvPr>
          <p:cNvSpPr/>
          <p:nvPr/>
        </p:nvSpPr>
        <p:spPr>
          <a:xfrm>
            <a:off x="4180133" y="5008478"/>
            <a:ext cx="4507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03</a:t>
            </a:r>
            <a:endParaRPr lang="en-US" b="1" i="0" dirty="0">
              <a:solidFill>
                <a:schemeClr val="bg1"/>
              </a:solidFill>
              <a:effectLst/>
              <a:latin typeface="Roboto" pitchFamily="2" charset="0"/>
              <a:ea typeface="Roboto" pitchFamily="2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412A32A-B140-4BBB-93DF-8589EA1FA703}"/>
              </a:ext>
            </a:extLst>
          </p:cNvPr>
          <p:cNvSpPr/>
          <p:nvPr/>
        </p:nvSpPr>
        <p:spPr>
          <a:xfrm>
            <a:off x="1412101" y="5582564"/>
            <a:ext cx="13282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 is simply dummy text of the printing and</a:t>
            </a:r>
            <a:endParaRPr lang="en-US" sz="800" b="0" i="0" dirty="0">
              <a:solidFill>
                <a:schemeClr val="bg1"/>
              </a:solidFill>
              <a:effectLst/>
              <a:latin typeface="Roboto" pitchFamily="2" charset="0"/>
              <a:ea typeface="Roboto" pitchFamily="2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CADE2CA-C9E4-4673-9933-8CDA9FF2E7B7}"/>
              </a:ext>
            </a:extLst>
          </p:cNvPr>
          <p:cNvSpPr/>
          <p:nvPr/>
        </p:nvSpPr>
        <p:spPr>
          <a:xfrm>
            <a:off x="2571200" y="5582564"/>
            <a:ext cx="13282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 is simply dummy text of the printing and</a:t>
            </a:r>
            <a:endParaRPr lang="en-US" sz="800" b="0" i="0" dirty="0">
              <a:solidFill>
                <a:schemeClr val="bg1"/>
              </a:solidFill>
              <a:effectLst/>
              <a:latin typeface="Roboto" pitchFamily="2" charset="0"/>
              <a:ea typeface="Roboto" pitchFamily="2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9C1A542-6AAF-48BD-A3A4-FBB6AED59DD1}"/>
              </a:ext>
            </a:extLst>
          </p:cNvPr>
          <p:cNvSpPr/>
          <p:nvPr/>
        </p:nvSpPr>
        <p:spPr>
          <a:xfrm>
            <a:off x="3721970" y="5582564"/>
            <a:ext cx="13282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 is simply dummy text of the printing and</a:t>
            </a:r>
            <a:endParaRPr lang="en-US" sz="800" b="0" i="0" dirty="0">
              <a:solidFill>
                <a:schemeClr val="bg1"/>
              </a:solidFill>
              <a:effectLst/>
              <a:latin typeface="Roboto" pitchFamily="2" charset="0"/>
              <a:ea typeface="Roboto" pitchFamily="2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5B03C7D-4E61-45D2-BE49-889B8BC4B46B}"/>
              </a:ext>
            </a:extLst>
          </p:cNvPr>
          <p:cNvSpPr/>
          <p:nvPr/>
        </p:nvSpPr>
        <p:spPr>
          <a:xfrm>
            <a:off x="2061905" y="3756534"/>
            <a:ext cx="23328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1B3043"/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  <a:p>
            <a:pPr algn="ctr"/>
            <a:r>
              <a:rPr lang="en-US" sz="800" dirty="0">
                <a:solidFill>
                  <a:srgbClr val="1B3043"/>
                </a:solidFill>
                <a:latin typeface="Roboto" pitchFamily="2" charset="0"/>
                <a:ea typeface="Roboto" pitchFamily="2" charset="0"/>
              </a:rPr>
              <a:t>Lorem Ipsum is simply dummy text of the printing and typesetting industry.</a:t>
            </a:r>
            <a:endParaRPr lang="en-US" sz="800" b="0" i="0" dirty="0">
              <a:solidFill>
                <a:srgbClr val="1B3043"/>
              </a:solidFill>
              <a:effectLst/>
              <a:latin typeface="Roboto" pitchFamily="2" charset="0"/>
              <a:ea typeface="Roboto" pitchFamily="2" charset="0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B9E1D5F-46DC-4519-8F36-11A63F83E40D}"/>
              </a:ext>
            </a:extLst>
          </p:cNvPr>
          <p:cNvGrpSpPr/>
          <p:nvPr/>
        </p:nvGrpSpPr>
        <p:grpSpPr>
          <a:xfrm>
            <a:off x="7002957" y="229194"/>
            <a:ext cx="3685484" cy="1154842"/>
            <a:chOff x="7002957" y="646249"/>
            <a:chExt cx="3685484" cy="1154842"/>
          </a:xfrm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E6B56ADC-E5A1-43E4-8EA2-035C3482F0C7}"/>
                </a:ext>
              </a:extLst>
            </p:cNvPr>
            <p:cNvSpPr/>
            <p:nvPr/>
          </p:nvSpPr>
          <p:spPr>
            <a:xfrm rot="16200000">
              <a:off x="6936927" y="871143"/>
              <a:ext cx="995980" cy="863915"/>
            </a:xfrm>
            <a:custGeom>
              <a:avLst/>
              <a:gdLst>
                <a:gd name="connsiteX0" fmla="*/ 291583 w 995980"/>
                <a:gd name="connsiteY0" fmla="*/ 0 h 863915"/>
                <a:gd name="connsiteX1" fmla="*/ 291583 w 995980"/>
                <a:gd name="connsiteY1" fmla="*/ 863915 h 863915"/>
                <a:gd name="connsiteX2" fmla="*/ 0 w 995980"/>
                <a:gd name="connsiteY2" fmla="*/ 431958 h 863915"/>
                <a:gd name="connsiteX3" fmla="*/ 995980 w 995980"/>
                <a:gd name="connsiteY3" fmla="*/ 259444 h 863915"/>
                <a:gd name="connsiteX4" fmla="*/ 995980 w 995980"/>
                <a:gd name="connsiteY4" fmla="*/ 863914 h 863915"/>
                <a:gd name="connsiteX5" fmla="*/ 291584 w 995980"/>
                <a:gd name="connsiteY5" fmla="*/ 863914 h 863915"/>
                <a:gd name="connsiteX6" fmla="*/ 291584 w 995980"/>
                <a:gd name="connsiteY6" fmla="*/ 1 h 863915"/>
                <a:gd name="connsiteX7" fmla="*/ 736537 w 995980"/>
                <a:gd name="connsiteY7" fmla="*/ 1 h 863915"/>
                <a:gd name="connsiteX8" fmla="*/ 995980 w 995980"/>
                <a:gd name="connsiteY8" fmla="*/ 259444 h 863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5980" h="863915">
                  <a:moveTo>
                    <a:pt x="291583" y="0"/>
                  </a:moveTo>
                  <a:lnTo>
                    <a:pt x="291583" y="863915"/>
                  </a:lnTo>
                  <a:lnTo>
                    <a:pt x="0" y="431958"/>
                  </a:lnTo>
                  <a:close/>
                  <a:moveTo>
                    <a:pt x="995980" y="259444"/>
                  </a:moveTo>
                  <a:lnTo>
                    <a:pt x="995980" y="863914"/>
                  </a:lnTo>
                  <a:lnTo>
                    <a:pt x="291584" y="863914"/>
                  </a:lnTo>
                  <a:lnTo>
                    <a:pt x="291584" y="1"/>
                  </a:lnTo>
                  <a:lnTo>
                    <a:pt x="736537" y="1"/>
                  </a:lnTo>
                  <a:cubicBezTo>
                    <a:pt x="879823" y="1"/>
                    <a:pt x="995980" y="116158"/>
                    <a:pt x="995980" y="259444"/>
                  </a:cubicBezTo>
                  <a:close/>
                </a:path>
              </a:pathLst>
            </a:custGeom>
            <a:gradFill flip="none" rotWithShape="1">
              <a:gsLst>
                <a:gs pos="21000">
                  <a:srgbClr val="2477F3"/>
                </a:gs>
                <a:gs pos="96000">
                  <a:srgbClr val="28B1F4"/>
                </a:gs>
              </a:gsLst>
              <a:lin ang="7200000" scaled="0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8" name="Rectangle: Single Corner Rounded 87">
              <a:extLst>
                <a:ext uri="{FF2B5EF4-FFF2-40B4-BE49-F238E27FC236}">
                  <a16:creationId xmlns:a16="http://schemas.microsoft.com/office/drawing/2014/main" id="{9F3E1F7B-4A25-4D84-82BE-9DD1E6318903}"/>
                </a:ext>
              </a:extLst>
            </p:cNvPr>
            <p:cNvSpPr/>
            <p:nvPr/>
          </p:nvSpPr>
          <p:spPr>
            <a:xfrm rot="5400000">
              <a:off x="8794862" y="-540296"/>
              <a:ext cx="704396" cy="3082762"/>
            </a:xfrm>
            <a:prstGeom prst="round1Rect">
              <a:avLst>
                <a:gd name="adj" fmla="val 36832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B9249B8F-6590-4D9B-AAAE-7097B129D7D9}"/>
                </a:ext>
              </a:extLst>
            </p:cNvPr>
            <p:cNvSpPr/>
            <p:nvPr/>
          </p:nvSpPr>
          <p:spPr>
            <a:xfrm rot="16200000">
              <a:off x="6936925" y="712281"/>
              <a:ext cx="995980" cy="863915"/>
            </a:xfrm>
            <a:custGeom>
              <a:avLst/>
              <a:gdLst>
                <a:gd name="connsiteX0" fmla="*/ 291583 w 995980"/>
                <a:gd name="connsiteY0" fmla="*/ 0 h 863915"/>
                <a:gd name="connsiteX1" fmla="*/ 291583 w 995980"/>
                <a:gd name="connsiteY1" fmla="*/ 863915 h 863915"/>
                <a:gd name="connsiteX2" fmla="*/ 0 w 995980"/>
                <a:gd name="connsiteY2" fmla="*/ 431958 h 863915"/>
                <a:gd name="connsiteX3" fmla="*/ 995980 w 995980"/>
                <a:gd name="connsiteY3" fmla="*/ 259444 h 863915"/>
                <a:gd name="connsiteX4" fmla="*/ 995980 w 995980"/>
                <a:gd name="connsiteY4" fmla="*/ 863914 h 863915"/>
                <a:gd name="connsiteX5" fmla="*/ 291584 w 995980"/>
                <a:gd name="connsiteY5" fmla="*/ 863914 h 863915"/>
                <a:gd name="connsiteX6" fmla="*/ 291584 w 995980"/>
                <a:gd name="connsiteY6" fmla="*/ 1 h 863915"/>
                <a:gd name="connsiteX7" fmla="*/ 736537 w 995980"/>
                <a:gd name="connsiteY7" fmla="*/ 1 h 863915"/>
                <a:gd name="connsiteX8" fmla="*/ 995980 w 995980"/>
                <a:gd name="connsiteY8" fmla="*/ 259444 h 863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5980" h="863915">
                  <a:moveTo>
                    <a:pt x="291583" y="0"/>
                  </a:moveTo>
                  <a:lnTo>
                    <a:pt x="291583" y="863915"/>
                  </a:lnTo>
                  <a:lnTo>
                    <a:pt x="0" y="431958"/>
                  </a:lnTo>
                  <a:close/>
                  <a:moveTo>
                    <a:pt x="995980" y="259444"/>
                  </a:moveTo>
                  <a:lnTo>
                    <a:pt x="995980" y="863914"/>
                  </a:lnTo>
                  <a:lnTo>
                    <a:pt x="291584" y="863914"/>
                  </a:lnTo>
                  <a:lnTo>
                    <a:pt x="291584" y="1"/>
                  </a:lnTo>
                  <a:lnTo>
                    <a:pt x="736537" y="1"/>
                  </a:lnTo>
                  <a:cubicBezTo>
                    <a:pt x="879823" y="1"/>
                    <a:pt x="995980" y="116158"/>
                    <a:pt x="995980" y="259444"/>
                  </a:cubicBezTo>
                  <a:close/>
                </a:path>
              </a:pathLst>
            </a:custGeom>
            <a:gradFill flip="none" rotWithShape="1">
              <a:gsLst>
                <a:gs pos="21000">
                  <a:srgbClr val="2477F3"/>
                </a:gs>
                <a:gs pos="96000">
                  <a:srgbClr val="28B1F4"/>
                </a:gs>
              </a:gsLst>
              <a:lin ang="7200000" scaled="0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725BA0F-CA1B-4772-B490-14CAE768FC34}"/>
              </a:ext>
            </a:extLst>
          </p:cNvPr>
          <p:cNvGrpSpPr/>
          <p:nvPr/>
        </p:nvGrpSpPr>
        <p:grpSpPr>
          <a:xfrm>
            <a:off x="7115818" y="350703"/>
            <a:ext cx="655949" cy="707886"/>
            <a:chOff x="7115818" y="601534"/>
            <a:chExt cx="655949" cy="707886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DD0ECAB-FCDE-4D60-AC55-A66DB1C2976E}"/>
                </a:ext>
              </a:extLst>
            </p:cNvPr>
            <p:cNvSpPr/>
            <p:nvPr/>
          </p:nvSpPr>
          <p:spPr>
            <a:xfrm>
              <a:off x="7115818" y="724645"/>
              <a:ext cx="65594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01</a:t>
              </a:r>
              <a:endParaRPr lang="en-US" sz="3200" b="1" i="0" dirty="0">
                <a:solidFill>
                  <a:schemeClr val="bg1"/>
                </a:solidFill>
                <a:effectLst/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B650FB0F-BA89-437C-BB27-546D5233FA30}"/>
                </a:ext>
              </a:extLst>
            </p:cNvPr>
            <p:cNvSpPr/>
            <p:nvPr/>
          </p:nvSpPr>
          <p:spPr>
            <a:xfrm>
              <a:off x="7194364" y="601534"/>
              <a:ext cx="49885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DATA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7B88D74E-F9AE-4FBD-B1CC-7D31566E4E0F}"/>
              </a:ext>
            </a:extLst>
          </p:cNvPr>
          <p:cNvGrpSpPr/>
          <p:nvPr/>
        </p:nvGrpSpPr>
        <p:grpSpPr>
          <a:xfrm>
            <a:off x="7115818" y="1442204"/>
            <a:ext cx="655949" cy="707886"/>
            <a:chOff x="7115818" y="601534"/>
            <a:chExt cx="655949" cy="707886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36332869-97AA-48DD-80AF-683F215B10CA}"/>
                </a:ext>
              </a:extLst>
            </p:cNvPr>
            <p:cNvSpPr/>
            <p:nvPr/>
          </p:nvSpPr>
          <p:spPr>
            <a:xfrm>
              <a:off x="7115818" y="724645"/>
              <a:ext cx="65594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02</a:t>
              </a:r>
              <a:endParaRPr lang="en-US" sz="3200" b="1" i="0" dirty="0">
                <a:solidFill>
                  <a:schemeClr val="bg1"/>
                </a:solidFill>
                <a:effectLst/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FACA8D09-55C0-44AD-B3E9-F3BD9C8A7F67}"/>
                </a:ext>
              </a:extLst>
            </p:cNvPr>
            <p:cNvSpPr/>
            <p:nvPr/>
          </p:nvSpPr>
          <p:spPr>
            <a:xfrm>
              <a:off x="7194364" y="601534"/>
              <a:ext cx="49885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DATA</a:t>
              </a: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3B6C2F2-8698-48BA-947F-F28C47EFBC7C}"/>
              </a:ext>
            </a:extLst>
          </p:cNvPr>
          <p:cNvGrpSpPr/>
          <p:nvPr/>
        </p:nvGrpSpPr>
        <p:grpSpPr>
          <a:xfrm>
            <a:off x="7115818" y="2516734"/>
            <a:ext cx="655949" cy="707886"/>
            <a:chOff x="7115818" y="601534"/>
            <a:chExt cx="655949" cy="707886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BFF8E6E-BBA1-4848-8FC6-D84725D5D410}"/>
                </a:ext>
              </a:extLst>
            </p:cNvPr>
            <p:cNvSpPr/>
            <p:nvPr/>
          </p:nvSpPr>
          <p:spPr>
            <a:xfrm>
              <a:off x="7115818" y="724645"/>
              <a:ext cx="65594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03</a:t>
              </a:r>
              <a:endParaRPr lang="en-US" sz="3200" b="1" i="0" dirty="0">
                <a:solidFill>
                  <a:schemeClr val="bg1"/>
                </a:solidFill>
                <a:effectLst/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256FFCB3-DADC-4C78-A8E8-7EEF6869E08E}"/>
                </a:ext>
              </a:extLst>
            </p:cNvPr>
            <p:cNvSpPr/>
            <p:nvPr/>
          </p:nvSpPr>
          <p:spPr>
            <a:xfrm>
              <a:off x="7194364" y="601534"/>
              <a:ext cx="49885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DATA</a:t>
              </a:r>
            </a:p>
          </p:txBody>
        </p:sp>
      </p:grp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D893B11-2C47-4284-A466-779ADAF8F69A}"/>
              </a:ext>
            </a:extLst>
          </p:cNvPr>
          <p:cNvSpPr/>
          <p:nvPr/>
        </p:nvSpPr>
        <p:spPr>
          <a:xfrm>
            <a:off x="8058278" y="320494"/>
            <a:ext cx="2021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2494E0"/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  <a:p>
            <a:r>
              <a:rPr lang="en-US" sz="800" dirty="0">
                <a:solidFill>
                  <a:srgbClr val="1B3043"/>
                </a:solidFill>
                <a:latin typeface="Roboto" pitchFamily="2" charset="0"/>
                <a:ea typeface="Roboto" pitchFamily="2" charset="0"/>
              </a:rPr>
              <a:t>Lorem Ipsum is simply dummy text of the printing and typesetting industry.</a:t>
            </a:r>
            <a:endParaRPr lang="en-US" sz="800" b="0" i="0" dirty="0">
              <a:solidFill>
                <a:srgbClr val="1B3043"/>
              </a:solidFill>
              <a:effectLst/>
              <a:latin typeface="Roboto" pitchFamily="2" charset="0"/>
              <a:ea typeface="Roboto" pitchFamily="2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A679A1D-39B5-4CA5-B8E9-3BF06E354B18}"/>
              </a:ext>
            </a:extLst>
          </p:cNvPr>
          <p:cNvSpPr/>
          <p:nvPr/>
        </p:nvSpPr>
        <p:spPr>
          <a:xfrm>
            <a:off x="8058278" y="1372337"/>
            <a:ext cx="2021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1379F"/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  <a:p>
            <a:r>
              <a:rPr lang="en-US" sz="800" dirty="0">
                <a:solidFill>
                  <a:srgbClr val="1B3043"/>
                </a:solidFill>
                <a:latin typeface="Roboto" pitchFamily="2" charset="0"/>
                <a:ea typeface="Roboto" pitchFamily="2" charset="0"/>
              </a:rPr>
              <a:t>Lorem Ipsum is simply dummy text of the printing and typesetting industry.</a:t>
            </a:r>
            <a:endParaRPr lang="en-US" sz="800" b="0" i="0" dirty="0">
              <a:solidFill>
                <a:srgbClr val="1B3043"/>
              </a:solidFill>
              <a:effectLst/>
              <a:latin typeface="Roboto" pitchFamily="2" charset="0"/>
              <a:ea typeface="Roboto" pitchFamily="2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460F2F7-70ED-4BDD-8BAE-F37C9ED833DD}"/>
              </a:ext>
            </a:extLst>
          </p:cNvPr>
          <p:cNvSpPr/>
          <p:nvPr/>
        </p:nvSpPr>
        <p:spPr>
          <a:xfrm>
            <a:off x="8058278" y="2446205"/>
            <a:ext cx="2021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76C39"/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  <a:p>
            <a:r>
              <a:rPr lang="en-US" sz="800" dirty="0">
                <a:solidFill>
                  <a:srgbClr val="1B3043"/>
                </a:solidFill>
                <a:latin typeface="Roboto" pitchFamily="2" charset="0"/>
                <a:ea typeface="Roboto" pitchFamily="2" charset="0"/>
              </a:rPr>
              <a:t>Lorem Ipsum is simply dummy text of the printing and typesetting industry.</a:t>
            </a:r>
            <a:endParaRPr lang="en-US" sz="800" b="0" i="0" dirty="0">
              <a:solidFill>
                <a:srgbClr val="1B3043"/>
              </a:solidFill>
              <a:effectLst/>
              <a:latin typeface="Roboto" pitchFamily="2" charset="0"/>
              <a:ea typeface="Roboto" pitchFamily="2" charset="0"/>
            </a:endParaRPr>
          </a:p>
        </p:txBody>
      </p:sp>
      <p:pic>
        <p:nvPicPr>
          <p:cNvPr id="134" name="Graphic 133" descr="Lightbulb">
            <a:extLst>
              <a:ext uri="{FF2B5EF4-FFF2-40B4-BE49-F238E27FC236}">
                <a16:creationId xmlns:a16="http://schemas.microsoft.com/office/drawing/2014/main" id="{C3D7304B-A5D2-4AC9-8E1A-4834C2CBCE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7549" y="2575421"/>
            <a:ext cx="305056" cy="305056"/>
          </a:xfrm>
          <a:prstGeom prst="rect">
            <a:avLst/>
          </a:prstGeom>
        </p:spPr>
      </p:pic>
      <p:pic>
        <p:nvPicPr>
          <p:cNvPr id="135" name="Graphic 134" descr="Bullseye">
            <a:extLst>
              <a:ext uri="{FF2B5EF4-FFF2-40B4-BE49-F238E27FC236}">
                <a16:creationId xmlns:a16="http://schemas.microsoft.com/office/drawing/2014/main" id="{F47F648D-9594-4808-A7A4-C937984D99A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59108" y="1511464"/>
            <a:ext cx="321937" cy="321937"/>
          </a:xfrm>
          <a:prstGeom prst="rect">
            <a:avLst/>
          </a:prstGeom>
        </p:spPr>
      </p:pic>
      <p:pic>
        <p:nvPicPr>
          <p:cNvPr id="136" name="Graphic 135" descr="Single gear">
            <a:extLst>
              <a:ext uri="{FF2B5EF4-FFF2-40B4-BE49-F238E27FC236}">
                <a16:creationId xmlns:a16="http://schemas.microsoft.com/office/drawing/2014/main" id="{B4D0D051-D0D1-44D7-8DE1-D6AE9A2A0C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40072" y="401399"/>
            <a:ext cx="369436" cy="369436"/>
          </a:xfrm>
          <a:prstGeom prst="rect">
            <a:avLst/>
          </a:prstGeom>
        </p:spPr>
      </p:pic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C6605887-EF30-4A52-8D52-0CC59161E098}"/>
              </a:ext>
            </a:extLst>
          </p:cNvPr>
          <p:cNvGrpSpPr/>
          <p:nvPr/>
        </p:nvGrpSpPr>
        <p:grpSpPr>
          <a:xfrm>
            <a:off x="7077061" y="3875738"/>
            <a:ext cx="3611380" cy="2269614"/>
            <a:chOff x="7002957" y="4068838"/>
            <a:chExt cx="3611380" cy="2269614"/>
          </a:xfrm>
        </p:grpSpPr>
        <p:sp>
          <p:nvSpPr>
            <p:cNvPr id="213" name="Rectangle: Rounded Corners 212">
              <a:extLst>
                <a:ext uri="{FF2B5EF4-FFF2-40B4-BE49-F238E27FC236}">
                  <a16:creationId xmlns:a16="http://schemas.microsoft.com/office/drawing/2014/main" id="{D93C1C14-DF52-48B8-A869-D85CE7CCD6C5}"/>
                </a:ext>
              </a:extLst>
            </p:cNvPr>
            <p:cNvSpPr/>
            <p:nvPr/>
          </p:nvSpPr>
          <p:spPr>
            <a:xfrm rot="10800000">
              <a:off x="9436226" y="5498845"/>
              <a:ext cx="276224" cy="752388"/>
            </a:xfrm>
            <a:prstGeom prst="roundRect">
              <a:avLst>
                <a:gd name="adj" fmla="val 39881"/>
              </a:avLst>
            </a:prstGeom>
            <a:gradFill flip="none" rotWithShape="1">
              <a:gsLst>
                <a:gs pos="28000">
                  <a:srgbClr val="580B77"/>
                </a:gs>
                <a:gs pos="96000">
                  <a:srgbClr val="C025FD"/>
                </a:gs>
              </a:gsLst>
              <a:lin ang="7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8" name="Rectangle: Rounded Corners 207">
              <a:extLst>
                <a:ext uri="{FF2B5EF4-FFF2-40B4-BE49-F238E27FC236}">
                  <a16:creationId xmlns:a16="http://schemas.microsoft.com/office/drawing/2014/main" id="{74195CCA-A411-45C9-A10C-E1811F43E674}"/>
                </a:ext>
              </a:extLst>
            </p:cNvPr>
            <p:cNvSpPr/>
            <p:nvPr/>
          </p:nvSpPr>
          <p:spPr>
            <a:xfrm rot="10800000">
              <a:off x="7630536" y="5498845"/>
              <a:ext cx="276224" cy="752388"/>
            </a:xfrm>
            <a:prstGeom prst="roundRect">
              <a:avLst>
                <a:gd name="adj" fmla="val 39881"/>
              </a:avLst>
            </a:prstGeom>
            <a:gradFill flip="none" rotWithShape="1">
              <a:gsLst>
                <a:gs pos="26000">
                  <a:srgbClr val="09469F"/>
                </a:gs>
                <a:gs pos="96000">
                  <a:srgbClr val="28B1F4"/>
                </a:gs>
              </a:gsLst>
              <a:lin ang="7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62B9E8AB-E59B-44E5-B4F4-F8FE10AF07CA}"/>
                </a:ext>
              </a:extLst>
            </p:cNvPr>
            <p:cNvSpPr/>
            <p:nvPr/>
          </p:nvSpPr>
          <p:spPr>
            <a:xfrm>
              <a:off x="8119555" y="4068838"/>
              <a:ext cx="8446" cy="852"/>
            </a:xfrm>
            <a:custGeom>
              <a:avLst/>
              <a:gdLst>
                <a:gd name="connsiteX0" fmla="*/ 0 w 8446"/>
                <a:gd name="connsiteY0" fmla="*/ 0 h 852"/>
                <a:gd name="connsiteX1" fmla="*/ 8446 w 8446"/>
                <a:gd name="connsiteY1" fmla="*/ 0 h 852"/>
                <a:gd name="connsiteX2" fmla="*/ 8446 w 8446"/>
                <a:gd name="connsiteY2" fmla="*/ 852 h 852"/>
                <a:gd name="connsiteX3" fmla="*/ 0 w 8446"/>
                <a:gd name="connsiteY3" fmla="*/ 0 h 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46" h="852">
                  <a:moveTo>
                    <a:pt x="0" y="0"/>
                  </a:moveTo>
                  <a:lnTo>
                    <a:pt x="8446" y="0"/>
                  </a:lnTo>
                  <a:lnTo>
                    <a:pt x="8446" y="8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040" name="Group 1039">
              <a:extLst>
                <a:ext uri="{FF2B5EF4-FFF2-40B4-BE49-F238E27FC236}">
                  <a16:creationId xmlns:a16="http://schemas.microsoft.com/office/drawing/2014/main" id="{07D21F54-EC84-4735-8A38-953FF8407889}"/>
                </a:ext>
              </a:extLst>
            </p:cNvPr>
            <p:cNvGrpSpPr/>
            <p:nvPr/>
          </p:nvGrpSpPr>
          <p:grpSpPr>
            <a:xfrm>
              <a:off x="7002957" y="4297414"/>
              <a:ext cx="1296494" cy="1535981"/>
              <a:chOff x="7002957" y="4297414"/>
              <a:chExt cx="1296494" cy="1535981"/>
            </a:xfrm>
          </p:grpSpPr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28CCFABC-95BA-49D0-9541-363E2B465763}"/>
                  </a:ext>
                </a:extLst>
              </p:cNvPr>
              <p:cNvSpPr/>
              <p:nvPr/>
            </p:nvSpPr>
            <p:spPr>
              <a:xfrm>
                <a:off x="7002957" y="4384634"/>
                <a:ext cx="1018393" cy="1448761"/>
              </a:xfrm>
              <a:custGeom>
                <a:avLst/>
                <a:gdLst>
                  <a:gd name="connsiteX0" fmla="*/ 140450 w 1018393"/>
                  <a:gd name="connsiteY0" fmla="*/ 0 h 1285509"/>
                  <a:gd name="connsiteX1" fmla="*/ 1018393 w 1018393"/>
                  <a:gd name="connsiteY1" fmla="*/ 0 h 1285509"/>
                  <a:gd name="connsiteX2" fmla="*/ 975518 w 1018393"/>
                  <a:gd name="connsiteY2" fmla="*/ 8656 h 1285509"/>
                  <a:gd name="connsiteX3" fmla="*/ 908237 w 1018393"/>
                  <a:gd name="connsiteY3" fmla="*/ 110160 h 1285509"/>
                  <a:gd name="connsiteX4" fmla="*/ 908237 w 1018393"/>
                  <a:gd name="connsiteY4" fmla="*/ 196933 h 1285509"/>
                  <a:gd name="connsiteX5" fmla="*/ 908236 w 1018393"/>
                  <a:gd name="connsiteY5" fmla="*/ 196933 h 1285509"/>
                  <a:gd name="connsiteX6" fmla="*/ 908236 w 1018393"/>
                  <a:gd name="connsiteY6" fmla="*/ 1015756 h 1285509"/>
                  <a:gd name="connsiteX7" fmla="*/ 908237 w 1018393"/>
                  <a:gd name="connsiteY7" fmla="*/ 1015756 h 1285509"/>
                  <a:gd name="connsiteX8" fmla="*/ 908237 w 1018393"/>
                  <a:gd name="connsiteY8" fmla="*/ 1150633 h 1285509"/>
                  <a:gd name="connsiteX9" fmla="*/ 454118 w 1018393"/>
                  <a:gd name="connsiteY9" fmla="*/ 1285509 h 1285509"/>
                  <a:gd name="connsiteX10" fmla="*/ 1 w 1018393"/>
                  <a:gd name="connsiteY10" fmla="*/ 1150632 h 1285509"/>
                  <a:gd name="connsiteX11" fmla="*/ 1 w 1018393"/>
                  <a:gd name="connsiteY11" fmla="*/ 1061986 h 1285509"/>
                  <a:gd name="connsiteX12" fmla="*/ 1 w 1018393"/>
                  <a:gd name="connsiteY12" fmla="*/ 137428 h 1285509"/>
                  <a:gd name="connsiteX13" fmla="*/ 0 w 1018393"/>
                  <a:gd name="connsiteY13" fmla="*/ 137425 h 1285509"/>
                  <a:gd name="connsiteX14" fmla="*/ 136994 w 1018393"/>
                  <a:gd name="connsiteY14" fmla="*/ 431 h 1285509"/>
                  <a:gd name="connsiteX15" fmla="*/ 140450 w 1018393"/>
                  <a:gd name="connsiteY15" fmla="*/ 1129 h 1285509"/>
                  <a:gd name="connsiteX16" fmla="*/ 140450 w 1018393"/>
                  <a:gd name="connsiteY16" fmla="*/ 0 h 1285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18393" h="1285509">
                    <a:moveTo>
                      <a:pt x="140450" y="0"/>
                    </a:moveTo>
                    <a:lnTo>
                      <a:pt x="1018393" y="0"/>
                    </a:lnTo>
                    <a:lnTo>
                      <a:pt x="975518" y="8656"/>
                    </a:lnTo>
                    <a:cubicBezTo>
                      <a:pt x="935980" y="25380"/>
                      <a:pt x="908237" y="64530"/>
                      <a:pt x="908237" y="110160"/>
                    </a:cubicBezTo>
                    <a:lnTo>
                      <a:pt x="908237" y="196933"/>
                    </a:lnTo>
                    <a:lnTo>
                      <a:pt x="908236" y="196933"/>
                    </a:lnTo>
                    <a:lnTo>
                      <a:pt x="908236" y="1015756"/>
                    </a:lnTo>
                    <a:lnTo>
                      <a:pt x="908237" y="1015756"/>
                    </a:lnTo>
                    <a:lnTo>
                      <a:pt x="908237" y="1150633"/>
                    </a:lnTo>
                    <a:lnTo>
                      <a:pt x="454118" y="1285509"/>
                    </a:lnTo>
                    <a:lnTo>
                      <a:pt x="1" y="1150632"/>
                    </a:lnTo>
                    <a:lnTo>
                      <a:pt x="1" y="1061986"/>
                    </a:lnTo>
                    <a:lnTo>
                      <a:pt x="1" y="137428"/>
                    </a:lnTo>
                    <a:lnTo>
                      <a:pt x="0" y="137425"/>
                    </a:lnTo>
                    <a:cubicBezTo>
                      <a:pt x="0" y="61765"/>
                      <a:pt x="61334" y="431"/>
                      <a:pt x="136994" y="431"/>
                    </a:cubicBezTo>
                    <a:lnTo>
                      <a:pt x="140450" y="1129"/>
                    </a:lnTo>
                    <a:lnTo>
                      <a:pt x="140450" y="0"/>
                    </a:lnTo>
                    <a:close/>
                  </a:path>
                </a:pathLst>
              </a:custGeom>
              <a:gradFill flip="none" rotWithShape="1">
                <a:gsLst>
                  <a:gs pos="21000">
                    <a:srgbClr val="F92A95"/>
                  </a:gs>
                  <a:gs pos="96000">
                    <a:srgbClr val="FD59C7"/>
                  </a:gs>
                </a:gsLst>
                <a:lin ang="7200000" scaled="0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501A1EA6-317A-424B-8C5C-B0178ADB43BD}"/>
                  </a:ext>
                </a:extLst>
              </p:cNvPr>
              <p:cNvSpPr/>
              <p:nvPr/>
            </p:nvSpPr>
            <p:spPr>
              <a:xfrm>
                <a:off x="8285624" y="4297414"/>
                <a:ext cx="13827" cy="2792"/>
              </a:xfrm>
              <a:custGeom>
                <a:avLst/>
                <a:gdLst>
                  <a:gd name="connsiteX0" fmla="*/ 0 w 13827"/>
                  <a:gd name="connsiteY0" fmla="*/ 0 h 2792"/>
                  <a:gd name="connsiteX1" fmla="*/ 13827 w 13827"/>
                  <a:gd name="connsiteY1" fmla="*/ 0 h 2792"/>
                  <a:gd name="connsiteX2" fmla="*/ 13827 w 13827"/>
                  <a:gd name="connsiteY2" fmla="*/ 2792 h 2792"/>
                  <a:gd name="connsiteX3" fmla="*/ 0 w 13827"/>
                  <a:gd name="connsiteY3" fmla="*/ 0 h 2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27" h="2792">
                    <a:moveTo>
                      <a:pt x="0" y="0"/>
                    </a:moveTo>
                    <a:lnTo>
                      <a:pt x="13827" y="0"/>
                    </a:lnTo>
                    <a:lnTo>
                      <a:pt x="13827" y="27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: Rounded Corners 196">
                <a:extLst>
                  <a:ext uri="{FF2B5EF4-FFF2-40B4-BE49-F238E27FC236}">
                    <a16:creationId xmlns:a16="http://schemas.microsoft.com/office/drawing/2014/main" id="{EDFE488D-C338-4CDC-9253-28696EEEB051}"/>
                  </a:ext>
                </a:extLst>
              </p:cNvPr>
              <p:cNvSpPr/>
              <p:nvPr/>
            </p:nvSpPr>
            <p:spPr>
              <a:xfrm>
                <a:off x="7904844" y="4384633"/>
                <a:ext cx="276224" cy="752388"/>
              </a:xfrm>
              <a:prstGeom prst="roundRect">
                <a:avLst>
                  <a:gd name="adj" fmla="val 39881"/>
                </a:avLst>
              </a:prstGeom>
              <a:gradFill flip="none" rotWithShape="1">
                <a:gsLst>
                  <a:gs pos="41000">
                    <a:srgbClr val="D00670"/>
                  </a:gs>
                  <a:gs pos="96000">
                    <a:srgbClr val="FD59C7"/>
                  </a:gs>
                </a:gsLst>
                <a:lin ang="7200000" scaled="0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145B65E6-7479-4872-AA67-54D6EDB72382}"/>
                </a:ext>
              </a:extLst>
            </p:cNvPr>
            <p:cNvSpPr/>
            <p:nvPr/>
          </p:nvSpPr>
          <p:spPr>
            <a:xfrm rot="10800000">
              <a:off x="7790254" y="4802471"/>
              <a:ext cx="1018393" cy="1448761"/>
            </a:xfrm>
            <a:custGeom>
              <a:avLst/>
              <a:gdLst>
                <a:gd name="connsiteX0" fmla="*/ 140450 w 1018393"/>
                <a:gd name="connsiteY0" fmla="*/ 0 h 1285509"/>
                <a:gd name="connsiteX1" fmla="*/ 1018393 w 1018393"/>
                <a:gd name="connsiteY1" fmla="*/ 0 h 1285509"/>
                <a:gd name="connsiteX2" fmla="*/ 975518 w 1018393"/>
                <a:gd name="connsiteY2" fmla="*/ 8656 h 1285509"/>
                <a:gd name="connsiteX3" fmla="*/ 908237 w 1018393"/>
                <a:gd name="connsiteY3" fmla="*/ 110160 h 1285509"/>
                <a:gd name="connsiteX4" fmla="*/ 908237 w 1018393"/>
                <a:gd name="connsiteY4" fmla="*/ 196933 h 1285509"/>
                <a:gd name="connsiteX5" fmla="*/ 908236 w 1018393"/>
                <a:gd name="connsiteY5" fmla="*/ 196933 h 1285509"/>
                <a:gd name="connsiteX6" fmla="*/ 908236 w 1018393"/>
                <a:gd name="connsiteY6" fmla="*/ 1015756 h 1285509"/>
                <a:gd name="connsiteX7" fmla="*/ 908237 w 1018393"/>
                <a:gd name="connsiteY7" fmla="*/ 1015756 h 1285509"/>
                <a:gd name="connsiteX8" fmla="*/ 908237 w 1018393"/>
                <a:gd name="connsiteY8" fmla="*/ 1150633 h 1285509"/>
                <a:gd name="connsiteX9" fmla="*/ 454118 w 1018393"/>
                <a:gd name="connsiteY9" fmla="*/ 1285509 h 1285509"/>
                <a:gd name="connsiteX10" fmla="*/ 1 w 1018393"/>
                <a:gd name="connsiteY10" fmla="*/ 1150632 h 1285509"/>
                <a:gd name="connsiteX11" fmla="*/ 1 w 1018393"/>
                <a:gd name="connsiteY11" fmla="*/ 1061986 h 1285509"/>
                <a:gd name="connsiteX12" fmla="*/ 1 w 1018393"/>
                <a:gd name="connsiteY12" fmla="*/ 137428 h 1285509"/>
                <a:gd name="connsiteX13" fmla="*/ 0 w 1018393"/>
                <a:gd name="connsiteY13" fmla="*/ 137425 h 1285509"/>
                <a:gd name="connsiteX14" fmla="*/ 136994 w 1018393"/>
                <a:gd name="connsiteY14" fmla="*/ 431 h 1285509"/>
                <a:gd name="connsiteX15" fmla="*/ 140450 w 1018393"/>
                <a:gd name="connsiteY15" fmla="*/ 1129 h 1285509"/>
                <a:gd name="connsiteX16" fmla="*/ 140450 w 1018393"/>
                <a:gd name="connsiteY16" fmla="*/ 0 h 1285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18393" h="1285509">
                  <a:moveTo>
                    <a:pt x="140450" y="0"/>
                  </a:moveTo>
                  <a:lnTo>
                    <a:pt x="1018393" y="0"/>
                  </a:lnTo>
                  <a:lnTo>
                    <a:pt x="975518" y="8656"/>
                  </a:lnTo>
                  <a:cubicBezTo>
                    <a:pt x="935980" y="25380"/>
                    <a:pt x="908237" y="64530"/>
                    <a:pt x="908237" y="110160"/>
                  </a:cubicBezTo>
                  <a:lnTo>
                    <a:pt x="908237" y="196933"/>
                  </a:lnTo>
                  <a:lnTo>
                    <a:pt x="908236" y="196933"/>
                  </a:lnTo>
                  <a:lnTo>
                    <a:pt x="908236" y="1015756"/>
                  </a:lnTo>
                  <a:lnTo>
                    <a:pt x="908237" y="1015756"/>
                  </a:lnTo>
                  <a:lnTo>
                    <a:pt x="908237" y="1150633"/>
                  </a:lnTo>
                  <a:lnTo>
                    <a:pt x="454118" y="1285509"/>
                  </a:lnTo>
                  <a:lnTo>
                    <a:pt x="1" y="1150632"/>
                  </a:lnTo>
                  <a:lnTo>
                    <a:pt x="1" y="1061986"/>
                  </a:lnTo>
                  <a:lnTo>
                    <a:pt x="1" y="137428"/>
                  </a:lnTo>
                  <a:lnTo>
                    <a:pt x="0" y="137425"/>
                  </a:lnTo>
                  <a:cubicBezTo>
                    <a:pt x="0" y="61765"/>
                    <a:pt x="61334" y="431"/>
                    <a:pt x="136994" y="431"/>
                  </a:cubicBezTo>
                  <a:lnTo>
                    <a:pt x="140450" y="1129"/>
                  </a:lnTo>
                  <a:lnTo>
                    <a:pt x="140450" y="0"/>
                  </a:lnTo>
                  <a:close/>
                </a:path>
              </a:pathLst>
            </a:custGeom>
            <a:gradFill flip="none" rotWithShape="1">
              <a:gsLst>
                <a:gs pos="21000">
                  <a:srgbClr val="2477F3"/>
                </a:gs>
                <a:gs pos="96000">
                  <a:srgbClr val="28B1F4"/>
                </a:gs>
              </a:gsLst>
              <a:lin ang="7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B4027B3C-8B6C-4AE6-B3F3-6A49DBD78B2F}"/>
                </a:ext>
              </a:extLst>
            </p:cNvPr>
            <p:cNvSpPr/>
            <p:nvPr/>
          </p:nvSpPr>
          <p:spPr>
            <a:xfrm rot="10800000">
              <a:off x="7512153" y="6335660"/>
              <a:ext cx="13827" cy="2792"/>
            </a:xfrm>
            <a:custGeom>
              <a:avLst/>
              <a:gdLst>
                <a:gd name="connsiteX0" fmla="*/ 0 w 13827"/>
                <a:gd name="connsiteY0" fmla="*/ 0 h 2792"/>
                <a:gd name="connsiteX1" fmla="*/ 13827 w 13827"/>
                <a:gd name="connsiteY1" fmla="*/ 0 h 2792"/>
                <a:gd name="connsiteX2" fmla="*/ 13827 w 13827"/>
                <a:gd name="connsiteY2" fmla="*/ 2792 h 2792"/>
                <a:gd name="connsiteX3" fmla="*/ 0 w 13827"/>
                <a:gd name="connsiteY3" fmla="*/ 0 h 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27" h="2792">
                  <a:moveTo>
                    <a:pt x="0" y="0"/>
                  </a:moveTo>
                  <a:lnTo>
                    <a:pt x="13827" y="0"/>
                  </a:lnTo>
                  <a:lnTo>
                    <a:pt x="13827" y="2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6C2C7C4B-3BD1-4FF2-B763-3FBA0292100C}"/>
                </a:ext>
              </a:extLst>
            </p:cNvPr>
            <p:cNvSpPr/>
            <p:nvPr/>
          </p:nvSpPr>
          <p:spPr>
            <a:xfrm>
              <a:off x="8808647" y="4384634"/>
              <a:ext cx="1018393" cy="1448761"/>
            </a:xfrm>
            <a:custGeom>
              <a:avLst/>
              <a:gdLst>
                <a:gd name="connsiteX0" fmla="*/ 140450 w 1018393"/>
                <a:gd name="connsiteY0" fmla="*/ 0 h 1285509"/>
                <a:gd name="connsiteX1" fmla="*/ 1018393 w 1018393"/>
                <a:gd name="connsiteY1" fmla="*/ 0 h 1285509"/>
                <a:gd name="connsiteX2" fmla="*/ 975518 w 1018393"/>
                <a:gd name="connsiteY2" fmla="*/ 8656 h 1285509"/>
                <a:gd name="connsiteX3" fmla="*/ 908237 w 1018393"/>
                <a:gd name="connsiteY3" fmla="*/ 110160 h 1285509"/>
                <a:gd name="connsiteX4" fmla="*/ 908237 w 1018393"/>
                <a:gd name="connsiteY4" fmla="*/ 196933 h 1285509"/>
                <a:gd name="connsiteX5" fmla="*/ 908236 w 1018393"/>
                <a:gd name="connsiteY5" fmla="*/ 196933 h 1285509"/>
                <a:gd name="connsiteX6" fmla="*/ 908236 w 1018393"/>
                <a:gd name="connsiteY6" fmla="*/ 1015756 h 1285509"/>
                <a:gd name="connsiteX7" fmla="*/ 908237 w 1018393"/>
                <a:gd name="connsiteY7" fmla="*/ 1015756 h 1285509"/>
                <a:gd name="connsiteX8" fmla="*/ 908237 w 1018393"/>
                <a:gd name="connsiteY8" fmla="*/ 1150633 h 1285509"/>
                <a:gd name="connsiteX9" fmla="*/ 454118 w 1018393"/>
                <a:gd name="connsiteY9" fmla="*/ 1285509 h 1285509"/>
                <a:gd name="connsiteX10" fmla="*/ 1 w 1018393"/>
                <a:gd name="connsiteY10" fmla="*/ 1150632 h 1285509"/>
                <a:gd name="connsiteX11" fmla="*/ 1 w 1018393"/>
                <a:gd name="connsiteY11" fmla="*/ 1061986 h 1285509"/>
                <a:gd name="connsiteX12" fmla="*/ 1 w 1018393"/>
                <a:gd name="connsiteY12" fmla="*/ 137428 h 1285509"/>
                <a:gd name="connsiteX13" fmla="*/ 0 w 1018393"/>
                <a:gd name="connsiteY13" fmla="*/ 137425 h 1285509"/>
                <a:gd name="connsiteX14" fmla="*/ 136994 w 1018393"/>
                <a:gd name="connsiteY14" fmla="*/ 431 h 1285509"/>
                <a:gd name="connsiteX15" fmla="*/ 140450 w 1018393"/>
                <a:gd name="connsiteY15" fmla="*/ 1129 h 1285509"/>
                <a:gd name="connsiteX16" fmla="*/ 140450 w 1018393"/>
                <a:gd name="connsiteY16" fmla="*/ 0 h 1285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18393" h="1285509">
                  <a:moveTo>
                    <a:pt x="140450" y="0"/>
                  </a:moveTo>
                  <a:lnTo>
                    <a:pt x="1018393" y="0"/>
                  </a:lnTo>
                  <a:lnTo>
                    <a:pt x="975518" y="8656"/>
                  </a:lnTo>
                  <a:cubicBezTo>
                    <a:pt x="935980" y="25380"/>
                    <a:pt x="908237" y="64530"/>
                    <a:pt x="908237" y="110160"/>
                  </a:cubicBezTo>
                  <a:lnTo>
                    <a:pt x="908237" y="196933"/>
                  </a:lnTo>
                  <a:lnTo>
                    <a:pt x="908236" y="196933"/>
                  </a:lnTo>
                  <a:lnTo>
                    <a:pt x="908236" y="1015756"/>
                  </a:lnTo>
                  <a:lnTo>
                    <a:pt x="908237" y="1015756"/>
                  </a:lnTo>
                  <a:lnTo>
                    <a:pt x="908237" y="1150633"/>
                  </a:lnTo>
                  <a:lnTo>
                    <a:pt x="454118" y="1285509"/>
                  </a:lnTo>
                  <a:lnTo>
                    <a:pt x="1" y="1150632"/>
                  </a:lnTo>
                  <a:lnTo>
                    <a:pt x="1" y="1061986"/>
                  </a:lnTo>
                  <a:lnTo>
                    <a:pt x="1" y="137428"/>
                  </a:lnTo>
                  <a:lnTo>
                    <a:pt x="0" y="137425"/>
                  </a:lnTo>
                  <a:cubicBezTo>
                    <a:pt x="0" y="61765"/>
                    <a:pt x="61334" y="431"/>
                    <a:pt x="136994" y="431"/>
                  </a:cubicBezTo>
                  <a:lnTo>
                    <a:pt x="140450" y="1129"/>
                  </a:lnTo>
                  <a:lnTo>
                    <a:pt x="140450" y="0"/>
                  </a:lnTo>
                  <a:close/>
                </a:path>
              </a:pathLst>
            </a:custGeom>
            <a:gradFill flip="none" rotWithShape="1">
              <a:gsLst>
                <a:gs pos="21000">
                  <a:srgbClr val="F23D49"/>
                </a:gs>
                <a:gs pos="96000">
                  <a:srgbClr val="FB8C2F"/>
                </a:gs>
              </a:gsLst>
              <a:lin ang="7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4876668B-35BB-46D1-9067-856DDAD87EBC}"/>
                </a:ext>
              </a:extLst>
            </p:cNvPr>
            <p:cNvSpPr/>
            <p:nvPr/>
          </p:nvSpPr>
          <p:spPr>
            <a:xfrm>
              <a:off x="10091314" y="4297414"/>
              <a:ext cx="13827" cy="2792"/>
            </a:xfrm>
            <a:custGeom>
              <a:avLst/>
              <a:gdLst>
                <a:gd name="connsiteX0" fmla="*/ 0 w 13827"/>
                <a:gd name="connsiteY0" fmla="*/ 0 h 2792"/>
                <a:gd name="connsiteX1" fmla="*/ 13827 w 13827"/>
                <a:gd name="connsiteY1" fmla="*/ 0 h 2792"/>
                <a:gd name="connsiteX2" fmla="*/ 13827 w 13827"/>
                <a:gd name="connsiteY2" fmla="*/ 2792 h 2792"/>
                <a:gd name="connsiteX3" fmla="*/ 0 w 13827"/>
                <a:gd name="connsiteY3" fmla="*/ 0 h 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27" h="2792">
                  <a:moveTo>
                    <a:pt x="0" y="0"/>
                  </a:moveTo>
                  <a:lnTo>
                    <a:pt x="13827" y="0"/>
                  </a:lnTo>
                  <a:lnTo>
                    <a:pt x="13827" y="2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: Rounded Corners 211">
              <a:extLst>
                <a:ext uri="{FF2B5EF4-FFF2-40B4-BE49-F238E27FC236}">
                  <a16:creationId xmlns:a16="http://schemas.microsoft.com/office/drawing/2014/main" id="{E728B577-94E9-403B-8530-23DD76AA447E}"/>
                </a:ext>
              </a:extLst>
            </p:cNvPr>
            <p:cNvSpPr/>
            <p:nvPr/>
          </p:nvSpPr>
          <p:spPr>
            <a:xfrm>
              <a:off x="9710534" y="4384633"/>
              <a:ext cx="276224" cy="752388"/>
            </a:xfrm>
            <a:prstGeom prst="roundRect">
              <a:avLst>
                <a:gd name="adj" fmla="val 39881"/>
              </a:avLst>
            </a:prstGeom>
            <a:gradFill flip="none" rotWithShape="1">
              <a:gsLst>
                <a:gs pos="32000">
                  <a:srgbClr val="B80C18"/>
                </a:gs>
                <a:gs pos="96000">
                  <a:srgbClr val="FB8C2F"/>
                </a:gs>
              </a:gsLst>
              <a:lin ang="7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EE3219FD-D0F5-4748-B1B3-9C78DA204221}"/>
                </a:ext>
              </a:extLst>
            </p:cNvPr>
            <p:cNvSpPr/>
            <p:nvPr/>
          </p:nvSpPr>
          <p:spPr>
            <a:xfrm rot="10800000">
              <a:off x="9595944" y="4802471"/>
              <a:ext cx="1018393" cy="1448761"/>
            </a:xfrm>
            <a:custGeom>
              <a:avLst/>
              <a:gdLst>
                <a:gd name="connsiteX0" fmla="*/ 140450 w 1018393"/>
                <a:gd name="connsiteY0" fmla="*/ 0 h 1285509"/>
                <a:gd name="connsiteX1" fmla="*/ 1018393 w 1018393"/>
                <a:gd name="connsiteY1" fmla="*/ 0 h 1285509"/>
                <a:gd name="connsiteX2" fmla="*/ 975518 w 1018393"/>
                <a:gd name="connsiteY2" fmla="*/ 8656 h 1285509"/>
                <a:gd name="connsiteX3" fmla="*/ 908237 w 1018393"/>
                <a:gd name="connsiteY3" fmla="*/ 110160 h 1285509"/>
                <a:gd name="connsiteX4" fmla="*/ 908237 w 1018393"/>
                <a:gd name="connsiteY4" fmla="*/ 196933 h 1285509"/>
                <a:gd name="connsiteX5" fmla="*/ 908236 w 1018393"/>
                <a:gd name="connsiteY5" fmla="*/ 196933 h 1285509"/>
                <a:gd name="connsiteX6" fmla="*/ 908236 w 1018393"/>
                <a:gd name="connsiteY6" fmla="*/ 1015756 h 1285509"/>
                <a:gd name="connsiteX7" fmla="*/ 908237 w 1018393"/>
                <a:gd name="connsiteY7" fmla="*/ 1015756 h 1285509"/>
                <a:gd name="connsiteX8" fmla="*/ 908237 w 1018393"/>
                <a:gd name="connsiteY8" fmla="*/ 1150633 h 1285509"/>
                <a:gd name="connsiteX9" fmla="*/ 454118 w 1018393"/>
                <a:gd name="connsiteY9" fmla="*/ 1285509 h 1285509"/>
                <a:gd name="connsiteX10" fmla="*/ 1 w 1018393"/>
                <a:gd name="connsiteY10" fmla="*/ 1150632 h 1285509"/>
                <a:gd name="connsiteX11" fmla="*/ 1 w 1018393"/>
                <a:gd name="connsiteY11" fmla="*/ 1061986 h 1285509"/>
                <a:gd name="connsiteX12" fmla="*/ 1 w 1018393"/>
                <a:gd name="connsiteY12" fmla="*/ 137428 h 1285509"/>
                <a:gd name="connsiteX13" fmla="*/ 0 w 1018393"/>
                <a:gd name="connsiteY13" fmla="*/ 137425 h 1285509"/>
                <a:gd name="connsiteX14" fmla="*/ 136994 w 1018393"/>
                <a:gd name="connsiteY14" fmla="*/ 431 h 1285509"/>
                <a:gd name="connsiteX15" fmla="*/ 140450 w 1018393"/>
                <a:gd name="connsiteY15" fmla="*/ 1129 h 1285509"/>
                <a:gd name="connsiteX16" fmla="*/ 140450 w 1018393"/>
                <a:gd name="connsiteY16" fmla="*/ 0 h 1285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18393" h="1285509">
                  <a:moveTo>
                    <a:pt x="140450" y="0"/>
                  </a:moveTo>
                  <a:lnTo>
                    <a:pt x="1018393" y="0"/>
                  </a:lnTo>
                  <a:lnTo>
                    <a:pt x="975518" y="8656"/>
                  </a:lnTo>
                  <a:cubicBezTo>
                    <a:pt x="935980" y="25380"/>
                    <a:pt x="908237" y="64530"/>
                    <a:pt x="908237" y="110160"/>
                  </a:cubicBezTo>
                  <a:lnTo>
                    <a:pt x="908237" y="196933"/>
                  </a:lnTo>
                  <a:lnTo>
                    <a:pt x="908236" y="196933"/>
                  </a:lnTo>
                  <a:lnTo>
                    <a:pt x="908236" y="1015756"/>
                  </a:lnTo>
                  <a:lnTo>
                    <a:pt x="908237" y="1015756"/>
                  </a:lnTo>
                  <a:lnTo>
                    <a:pt x="908237" y="1150633"/>
                  </a:lnTo>
                  <a:lnTo>
                    <a:pt x="454118" y="1285509"/>
                  </a:lnTo>
                  <a:lnTo>
                    <a:pt x="1" y="1150632"/>
                  </a:lnTo>
                  <a:lnTo>
                    <a:pt x="1" y="1061986"/>
                  </a:lnTo>
                  <a:lnTo>
                    <a:pt x="1" y="137428"/>
                  </a:lnTo>
                  <a:lnTo>
                    <a:pt x="0" y="137425"/>
                  </a:lnTo>
                  <a:cubicBezTo>
                    <a:pt x="0" y="61765"/>
                    <a:pt x="61334" y="431"/>
                    <a:pt x="136994" y="431"/>
                  </a:cubicBezTo>
                  <a:lnTo>
                    <a:pt x="140450" y="1129"/>
                  </a:lnTo>
                  <a:lnTo>
                    <a:pt x="140450" y="0"/>
                  </a:lnTo>
                  <a:close/>
                </a:path>
              </a:pathLst>
            </a:custGeom>
            <a:gradFill flip="none" rotWithShape="1">
              <a:gsLst>
                <a:gs pos="21000">
                  <a:srgbClr val="9113C6"/>
                </a:gs>
                <a:gs pos="96000">
                  <a:srgbClr val="C025FD"/>
                </a:gs>
              </a:gsLst>
              <a:lin ang="7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1B24FC4A-ED7B-4B0B-99B0-A0578E787B03}"/>
              </a:ext>
            </a:extLst>
          </p:cNvPr>
          <p:cNvGrpSpPr/>
          <p:nvPr/>
        </p:nvGrpSpPr>
        <p:grpSpPr>
          <a:xfrm>
            <a:off x="7191651" y="4300592"/>
            <a:ext cx="655949" cy="707886"/>
            <a:chOff x="7115818" y="601534"/>
            <a:chExt cx="655949" cy="707886"/>
          </a:xfrm>
        </p:grpSpPr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306AE8DD-F182-40D9-A7A6-2C58B8A72CCC}"/>
                </a:ext>
              </a:extLst>
            </p:cNvPr>
            <p:cNvSpPr/>
            <p:nvPr/>
          </p:nvSpPr>
          <p:spPr>
            <a:xfrm>
              <a:off x="7115818" y="724645"/>
              <a:ext cx="65594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01</a:t>
              </a:r>
              <a:endParaRPr lang="en-US" sz="3200" b="1" i="0" dirty="0">
                <a:solidFill>
                  <a:schemeClr val="bg1"/>
                </a:solidFill>
                <a:effectLst/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1177EBB1-55A6-44A6-9F1B-3D1B17C4D909}"/>
                </a:ext>
              </a:extLst>
            </p:cNvPr>
            <p:cNvSpPr/>
            <p:nvPr/>
          </p:nvSpPr>
          <p:spPr>
            <a:xfrm>
              <a:off x="7202379" y="601534"/>
              <a:ext cx="48282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STEP</a:t>
              </a:r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3C58D81F-4783-413A-9A3D-DDB2F6711531}"/>
              </a:ext>
            </a:extLst>
          </p:cNvPr>
          <p:cNvGrpSpPr/>
          <p:nvPr/>
        </p:nvGrpSpPr>
        <p:grpSpPr>
          <a:xfrm>
            <a:off x="8992493" y="4300592"/>
            <a:ext cx="655949" cy="707886"/>
            <a:chOff x="7115818" y="601534"/>
            <a:chExt cx="655949" cy="707886"/>
          </a:xfrm>
        </p:grpSpPr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836DA4FD-5FBC-4CC7-9F25-D6173840AA61}"/>
                </a:ext>
              </a:extLst>
            </p:cNvPr>
            <p:cNvSpPr/>
            <p:nvPr/>
          </p:nvSpPr>
          <p:spPr>
            <a:xfrm>
              <a:off x="7115818" y="724645"/>
              <a:ext cx="65594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03</a:t>
              </a:r>
              <a:endParaRPr lang="en-US" sz="3200" b="1" i="0" dirty="0">
                <a:solidFill>
                  <a:schemeClr val="bg1"/>
                </a:solidFill>
                <a:effectLst/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B17CF1D9-B5ED-42E0-83DA-17DDD1CFCC9C}"/>
                </a:ext>
              </a:extLst>
            </p:cNvPr>
            <p:cNvSpPr/>
            <p:nvPr/>
          </p:nvSpPr>
          <p:spPr>
            <a:xfrm>
              <a:off x="7202379" y="601534"/>
              <a:ext cx="48282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STEP</a:t>
              </a:r>
            </a:p>
          </p:txBody>
        </p: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4F2516C3-8998-47F4-9A62-364C96A6EC64}"/>
              </a:ext>
            </a:extLst>
          </p:cNvPr>
          <p:cNvGrpSpPr/>
          <p:nvPr/>
        </p:nvGrpSpPr>
        <p:grpSpPr>
          <a:xfrm>
            <a:off x="8095454" y="5347421"/>
            <a:ext cx="655949" cy="707886"/>
            <a:chOff x="7115818" y="601534"/>
            <a:chExt cx="655949" cy="707886"/>
          </a:xfrm>
        </p:grpSpPr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CFCC9179-8361-4CB2-99D5-1FC13A432A30}"/>
                </a:ext>
              </a:extLst>
            </p:cNvPr>
            <p:cNvSpPr/>
            <p:nvPr/>
          </p:nvSpPr>
          <p:spPr>
            <a:xfrm>
              <a:off x="7115818" y="724645"/>
              <a:ext cx="65594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02</a:t>
              </a:r>
              <a:endParaRPr lang="en-US" sz="3200" b="1" i="0" dirty="0">
                <a:solidFill>
                  <a:schemeClr val="bg1"/>
                </a:solidFill>
                <a:effectLst/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A5D27F1F-F96A-43E0-85B8-EA57D90DAD01}"/>
                </a:ext>
              </a:extLst>
            </p:cNvPr>
            <p:cNvSpPr/>
            <p:nvPr/>
          </p:nvSpPr>
          <p:spPr>
            <a:xfrm>
              <a:off x="7202379" y="601534"/>
              <a:ext cx="48282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STEP</a:t>
              </a:r>
            </a:p>
          </p:txBody>
        </p: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4FF0E32-7221-4502-9E63-6E27C3173703}"/>
              </a:ext>
            </a:extLst>
          </p:cNvPr>
          <p:cNvGrpSpPr/>
          <p:nvPr/>
        </p:nvGrpSpPr>
        <p:grpSpPr>
          <a:xfrm>
            <a:off x="9899181" y="5347421"/>
            <a:ext cx="655949" cy="707886"/>
            <a:chOff x="7115818" y="601534"/>
            <a:chExt cx="655949" cy="707886"/>
          </a:xfrm>
        </p:grpSpPr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E7A0E8A3-34FB-426E-8CF6-FC929C9ABC65}"/>
                </a:ext>
              </a:extLst>
            </p:cNvPr>
            <p:cNvSpPr/>
            <p:nvPr/>
          </p:nvSpPr>
          <p:spPr>
            <a:xfrm>
              <a:off x="7115818" y="724645"/>
              <a:ext cx="65594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04</a:t>
              </a:r>
              <a:endParaRPr lang="en-US" sz="3200" b="1" i="0" dirty="0">
                <a:solidFill>
                  <a:schemeClr val="bg1"/>
                </a:solidFill>
                <a:effectLst/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2C453BCD-C6EC-44C2-B25C-E219355FCFBF}"/>
                </a:ext>
              </a:extLst>
            </p:cNvPr>
            <p:cNvSpPr/>
            <p:nvPr/>
          </p:nvSpPr>
          <p:spPr>
            <a:xfrm>
              <a:off x="7202379" y="601534"/>
              <a:ext cx="48282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STEP</a:t>
              </a:r>
            </a:p>
          </p:txBody>
        </p:sp>
      </p:grpSp>
      <p:sp>
        <p:nvSpPr>
          <p:cNvPr id="228" name="Rectangle 227">
            <a:extLst>
              <a:ext uri="{FF2B5EF4-FFF2-40B4-BE49-F238E27FC236}">
                <a16:creationId xmlns:a16="http://schemas.microsoft.com/office/drawing/2014/main" id="{D3A136A5-96F6-4F44-9B3B-F8E6F4C1B66B}"/>
              </a:ext>
            </a:extLst>
          </p:cNvPr>
          <p:cNvSpPr/>
          <p:nvPr/>
        </p:nvSpPr>
        <p:spPr>
          <a:xfrm>
            <a:off x="7088194" y="4935299"/>
            <a:ext cx="8807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  <a:p>
            <a:pPr algn="ctr"/>
            <a:r>
              <a:rPr lang="en-US" sz="600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 is simply dummy text of the</a:t>
            </a:r>
            <a:endParaRPr lang="en-US" sz="600" b="0" i="0" dirty="0">
              <a:solidFill>
                <a:schemeClr val="bg1"/>
              </a:solidFill>
              <a:effectLst/>
              <a:latin typeface="Roboto" pitchFamily="2" charset="0"/>
              <a:ea typeface="Roboto" pitchFamily="2" charset="0"/>
            </a:endParaRP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6ED18E13-8F87-4277-95E9-EC6B1A1A19B0}"/>
              </a:ext>
            </a:extLst>
          </p:cNvPr>
          <p:cNvSpPr/>
          <p:nvPr/>
        </p:nvSpPr>
        <p:spPr>
          <a:xfrm>
            <a:off x="8882751" y="4935299"/>
            <a:ext cx="8807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  <a:p>
            <a:pPr algn="ctr"/>
            <a:r>
              <a:rPr lang="en-US" sz="600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 is simply dummy text of the</a:t>
            </a:r>
            <a:endParaRPr lang="en-US" sz="600" b="0" i="0" dirty="0">
              <a:solidFill>
                <a:schemeClr val="bg1"/>
              </a:solidFill>
              <a:effectLst/>
              <a:latin typeface="Roboto" pitchFamily="2" charset="0"/>
              <a:ea typeface="Roboto" pitchFamily="2" charset="0"/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44AC8B9C-9868-4A92-8938-0019BF120882}"/>
              </a:ext>
            </a:extLst>
          </p:cNvPr>
          <p:cNvSpPr/>
          <p:nvPr/>
        </p:nvSpPr>
        <p:spPr>
          <a:xfrm>
            <a:off x="7986255" y="4935299"/>
            <a:ext cx="8807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  <a:p>
            <a:pPr algn="ctr"/>
            <a:r>
              <a:rPr lang="en-US" sz="600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 is simply dummy text of the</a:t>
            </a:r>
            <a:endParaRPr lang="en-US" sz="600" b="0" i="0" dirty="0">
              <a:solidFill>
                <a:schemeClr val="bg1"/>
              </a:solidFill>
              <a:effectLst/>
              <a:latin typeface="Roboto" pitchFamily="2" charset="0"/>
              <a:ea typeface="Roboto" pitchFamily="2" charset="0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4ABC635-EDA5-4A55-8F6A-BE6353B165F5}"/>
              </a:ext>
            </a:extLst>
          </p:cNvPr>
          <p:cNvSpPr/>
          <p:nvPr/>
        </p:nvSpPr>
        <p:spPr>
          <a:xfrm>
            <a:off x="9782922" y="4935299"/>
            <a:ext cx="8807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  <a:p>
            <a:pPr algn="ctr"/>
            <a:r>
              <a:rPr lang="en-US" sz="600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Lorem Ipsum is simply dummy text of the</a:t>
            </a:r>
            <a:endParaRPr lang="en-US" sz="600" b="0" i="0" dirty="0">
              <a:solidFill>
                <a:schemeClr val="bg1"/>
              </a:solidFill>
              <a:effectLst/>
              <a:latin typeface="Roboto" pitchFamily="2" charset="0"/>
              <a:ea typeface="Roboto" pitchFamily="2" charset="0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A05D0625-DB0D-4B33-AD0B-1A5FFE1CFD53}"/>
              </a:ext>
            </a:extLst>
          </p:cNvPr>
          <p:cNvSpPr txBox="1"/>
          <p:nvPr/>
        </p:nvSpPr>
        <p:spPr>
          <a:xfrm>
            <a:off x="707255" y="6361276"/>
            <a:ext cx="107774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spc="300" dirty="0" err="1">
                <a:solidFill>
                  <a:srgbClr val="FFFF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Powerpoint</a:t>
            </a:r>
            <a:r>
              <a:rPr lang="en-US" sz="1600" b="1" spc="300" dirty="0">
                <a:solidFill>
                  <a:srgbClr val="FFFF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Show </a:t>
            </a:r>
            <a:r>
              <a:rPr lang="en-US" sz="1600" spc="300" dirty="0">
                <a:solidFill>
                  <a:srgbClr val="F4C13D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Subscribe for more Templates: https://bit.ly/2Wcw6KC</a:t>
            </a:r>
          </a:p>
        </p:txBody>
      </p:sp>
    </p:spTree>
    <p:extLst>
      <p:ext uri="{BB962C8B-B14F-4D97-AF65-F5344CB8AC3E}">
        <p14:creationId xmlns:p14="http://schemas.microsoft.com/office/powerpoint/2010/main" val="217268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4699</TotalTime>
  <Words>239</Words>
  <Application>Microsoft Office PowerPoint</Application>
  <PresentationFormat>Widescreen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Roboto</vt:lpstr>
      <vt:lpstr>Roboto Light</vt:lpstr>
      <vt:lpstr>Roboto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 Musuku</dc:creator>
  <cp:lastModifiedBy>Ganesh  Musuku</cp:lastModifiedBy>
  <cp:revision>538</cp:revision>
  <dcterms:created xsi:type="dcterms:W3CDTF">2019-10-17T10:39:01Z</dcterms:created>
  <dcterms:modified xsi:type="dcterms:W3CDTF">2019-11-05T10:17:37Z</dcterms:modified>
</cp:coreProperties>
</file>