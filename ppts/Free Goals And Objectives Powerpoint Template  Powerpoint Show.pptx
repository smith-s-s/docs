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02"/>
    <a:srgbClr val="FF5301"/>
    <a:srgbClr val="B36F15"/>
    <a:srgbClr val="885410"/>
    <a:srgbClr val="FFFEFF"/>
    <a:srgbClr val="145471"/>
    <a:srgbClr val="19797C"/>
    <a:srgbClr val="116434"/>
    <a:srgbClr val="36A4F6"/>
    <a:srgbClr val="139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85046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7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0B643-5F65-45A8-964A-3B198DB4D593}" type="datetimeFigureOut">
              <a:rPr lang="en-US" smtClean="0"/>
              <a:t>26-Jun-20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B2BF9-17BF-4CC4-A07C-D50B00928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7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/>
        </p:nvGrpSpPr>
        <p:grpSpPr>
          <a:xfrm>
            <a:off x="4451914" y="3657600"/>
            <a:ext cx="3200400" cy="3200400"/>
            <a:chOff x="4451914" y="3657600"/>
            <a:chExt cx="3200400" cy="3200400"/>
          </a:xfrm>
        </p:grpSpPr>
        <p:sp>
          <p:nvSpPr>
            <p:cNvPr id="18" name="Oval 17"/>
            <p:cNvSpPr/>
            <p:nvPr/>
          </p:nvSpPr>
          <p:spPr>
            <a:xfrm>
              <a:off x="4451914" y="3657600"/>
              <a:ext cx="3200400" cy="3200400"/>
            </a:xfrm>
            <a:prstGeom prst="ellipse">
              <a:avLst/>
            </a:prstGeom>
            <a:solidFill>
              <a:srgbClr val="FF9202"/>
            </a:solidFill>
            <a:ln>
              <a:noFill/>
            </a:ln>
            <a:scene3d>
              <a:camera prst="isometricOffAxis2Top"/>
              <a:lightRig rig="threePt" dir="t">
                <a:rot lat="0" lon="0" rev="12000000"/>
              </a:lightRig>
            </a:scene3d>
            <a:sp3d extrusionH="101600" prstMaterial="plastic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4806857" y="3946678"/>
              <a:ext cx="2526743" cy="2560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5147280" y="4253545"/>
              <a:ext cx="1868707" cy="1868707"/>
            </a:xfrm>
            <a:prstGeom prst="ellipse">
              <a:avLst/>
            </a:prstGeom>
            <a:solidFill>
              <a:srgbClr val="FF9202"/>
            </a:solidFill>
            <a:ln>
              <a:noFill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5408985" y="4478617"/>
              <a:ext cx="1359176" cy="135917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5722590" y="4752082"/>
              <a:ext cx="746551" cy="746551"/>
            </a:xfrm>
            <a:prstGeom prst="ellipse">
              <a:avLst/>
            </a:prstGeom>
            <a:solidFill>
              <a:srgbClr val="FF9202"/>
            </a:solidFill>
            <a:ln>
              <a:noFill/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876018" y="2084730"/>
            <a:ext cx="405758" cy="3098555"/>
            <a:chOff x="5876018" y="2084730"/>
            <a:chExt cx="405758" cy="3098555"/>
          </a:xfrm>
        </p:grpSpPr>
        <p:sp>
          <p:nvSpPr>
            <p:cNvPr id="25" name="Flowchart: Stored Data 24"/>
            <p:cNvSpPr/>
            <p:nvPr/>
          </p:nvSpPr>
          <p:spPr>
            <a:xfrm rot="16200000">
              <a:off x="5809138" y="2151610"/>
              <a:ext cx="539517" cy="405758"/>
            </a:xfrm>
            <a:prstGeom prst="flowChartOnlineStorage">
              <a:avLst/>
            </a:prstGeom>
            <a:gradFill flip="none" rotWithShape="1">
              <a:gsLst>
                <a:gs pos="0">
                  <a:srgbClr val="FF5301">
                    <a:shade val="30000"/>
                    <a:satMod val="115000"/>
                  </a:srgbClr>
                </a:gs>
                <a:gs pos="49000">
                  <a:srgbClr val="FF5301">
                    <a:shade val="67500"/>
                    <a:satMod val="115000"/>
                  </a:srgbClr>
                </a:gs>
                <a:gs pos="100000">
                  <a:srgbClr val="FF5301">
                    <a:shade val="100000"/>
                    <a:satMod val="115000"/>
                  </a:srgbClr>
                </a:gs>
              </a:gsLst>
              <a:lin ang="4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6082749" y="2122004"/>
              <a:ext cx="0" cy="2989691"/>
            </a:xfrm>
            <a:prstGeom prst="line">
              <a:avLst/>
            </a:prstGeom>
            <a:ln w="31750" cap="rnd">
              <a:gradFill>
                <a:gsLst>
                  <a:gs pos="39000">
                    <a:srgbClr val="885410"/>
                  </a:gs>
                  <a:gs pos="100000">
                    <a:srgbClr val="B36F15"/>
                  </a:gs>
                </a:gsLst>
                <a:lin ang="108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6082749" y="3415094"/>
              <a:ext cx="0" cy="1768191"/>
            </a:xfrm>
            <a:prstGeom prst="line">
              <a:avLst/>
            </a:prstGeom>
            <a:ln w="31750" cap="rnd">
              <a:gradFill>
                <a:gsLst>
                  <a:gs pos="39000">
                    <a:srgbClr val="885410"/>
                  </a:gs>
                  <a:gs pos="100000">
                    <a:srgbClr val="B36F15"/>
                  </a:gs>
                </a:gsLst>
                <a:lin ang="10800000" scaled="0"/>
              </a:gradFill>
              <a:round/>
            </a:ln>
            <a:effectLst>
              <a:outerShdw blurRad="50800" dir="18900000" sy="23000" kx="-1200000" algn="bl" rotWithShape="0">
                <a:prstClr val="black">
                  <a:alpha val="46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>
            <a:off x="6078896" y="2888626"/>
            <a:ext cx="775129" cy="0"/>
          </a:xfrm>
          <a:prstGeom prst="line">
            <a:avLst/>
          </a:prstGeom>
          <a:ln>
            <a:solidFill>
              <a:srgbClr val="FF920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6078896" y="3531367"/>
            <a:ext cx="157341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078896" y="4201958"/>
            <a:ext cx="632005" cy="0"/>
          </a:xfrm>
          <a:prstGeom prst="line">
            <a:avLst/>
          </a:prstGeom>
          <a:ln>
            <a:solidFill>
              <a:srgbClr val="FF920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5288165" y="3112994"/>
            <a:ext cx="77512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4489876" y="3755735"/>
            <a:ext cx="1573418" cy="0"/>
          </a:xfrm>
          <a:prstGeom prst="line">
            <a:avLst/>
          </a:prstGeom>
          <a:ln>
            <a:solidFill>
              <a:srgbClr val="FF920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5431289" y="4426326"/>
            <a:ext cx="63200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3104267" y="2934560"/>
            <a:ext cx="17745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330409" y="3576999"/>
            <a:ext cx="17745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04814" y="4253545"/>
            <a:ext cx="17745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17695" y="2724431"/>
            <a:ext cx="17745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9798" y="3361449"/>
            <a:ext cx="17745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68887" y="4038146"/>
            <a:ext cx="17745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j-lt"/>
              </a:rPr>
              <a:t>Lorem Ipsum is simply dummy text of the printing and typesetting industry. </a:t>
            </a:r>
          </a:p>
        </p:txBody>
      </p:sp>
      <p:grpSp>
        <p:nvGrpSpPr>
          <p:cNvPr id="98" name="Group 97"/>
          <p:cNvGrpSpPr/>
          <p:nvPr/>
        </p:nvGrpSpPr>
        <p:grpSpPr>
          <a:xfrm>
            <a:off x="4839818" y="2944357"/>
            <a:ext cx="353047" cy="337274"/>
            <a:chOff x="4839818" y="2944357"/>
            <a:chExt cx="353047" cy="337274"/>
          </a:xfrm>
        </p:grpSpPr>
        <p:sp>
          <p:nvSpPr>
            <p:cNvPr id="77" name="Oval 76"/>
            <p:cNvSpPr/>
            <p:nvPr/>
          </p:nvSpPr>
          <p:spPr>
            <a:xfrm flipH="1">
              <a:off x="4848348" y="2944357"/>
              <a:ext cx="337274" cy="33727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839818" y="3002499"/>
              <a:ext cx="35304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 smtClean="0">
                  <a:latin typeface="+mj-lt"/>
                </a:rPr>
                <a:t>02</a:t>
              </a:r>
              <a:endParaRPr lang="en-US" sz="1000" b="1" dirty="0">
                <a:latin typeface="+mj-lt"/>
              </a:endParaRP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6944295" y="2719989"/>
            <a:ext cx="353047" cy="337274"/>
            <a:chOff x="6944295" y="2719989"/>
            <a:chExt cx="353047" cy="337274"/>
          </a:xfrm>
        </p:grpSpPr>
        <p:sp>
          <p:nvSpPr>
            <p:cNvPr id="28" name="Oval 27"/>
            <p:cNvSpPr/>
            <p:nvPr/>
          </p:nvSpPr>
          <p:spPr>
            <a:xfrm>
              <a:off x="6956568" y="2719989"/>
              <a:ext cx="337274" cy="337274"/>
            </a:xfrm>
            <a:prstGeom prst="ellipse">
              <a:avLst/>
            </a:prstGeom>
            <a:solidFill>
              <a:srgbClr val="FF92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944295" y="2768726"/>
              <a:ext cx="35304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 smtClean="0">
                  <a:latin typeface="+mj-lt"/>
                </a:rPr>
                <a:t>01</a:t>
              </a:r>
              <a:endParaRPr lang="en-US" sz="1000" b="1" dirty="0">
                <a:latin typeface="+mj-lt"/>
              </a:endParaRP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756055" y="3362730"/>
            <a:ext cx="353047" cy="337274"/>
            <a:chOff x="7756055" y="3362730"/>
            <a:chExt cx="353047" cy="337274"/>
          </a:xfrm>
        </p:grpSpPr>
        <p:sp>
          <p:nvSpPr>
            <p:cNvPr id="73" name="Oval 72"/>
            <p:cNvSpPr/>
            <p:nvPr/>
          </p:nvSpPr>
          <p:spPr>
            <a:xfrm>
              <a:off x="7771828" y="3362730"/>
              <a:ext cx="337274" cy="33727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7756055" y="3414000"/>
              <a:ext cx="35304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 smtClean="0">
                  <a:latin typeface="+mj-lt"/>
                </a:rPr>
                <a:t>03</a:t>
              </a:r>
              <a:endParaRPr lang="en-US" sz="1000" b="1" dirty="0">
                <a:latin typeface="+mj-lt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009960" y="3587098"/>
            <a:ext cx="360402" cy="337274"/>
            <a:chOff x="4009960" y="3587098"/>
            <a:chExt cx="360402" cy="337274"/>
          </a:xfrm>
        </p:grpSpPr>
        <p:sp>
          <p:nvSpPr>
            <p:cNvPr id="79" name="Oval 78"/>
            <p:cNvSpPr/>
            <p:nvPr/>
          </p:nvSpPr>
          <p:spPr>
            <a:xfrm flipH="1">
              <a:off x="4033088" y="3587098"/>
              <a:ext cx="337274" cy="337274"/>
            </a:xfrm>
            <a:prstGeom prst="ellipse">
              <a:avLst/>
            </a:prstGeom>
            <a:solidFill>
              <a:srgbClr val="FF92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009960" y="3636371"/>
              <a:ext cx="35304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 smtClean="0">
                  <a:latin typeface="+mj-lt"/>
                </a:rPr>
                <a:t>04</a:t>
              </a:r>
              <a:endParaRPr lang="en-US" sz="1000" b="1" dirty="0">
                <a:latin typeface="+mj-lt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4979488" y="4257689"/>
            <a:ext cx="353047" cy="337274"/>
            <a:chOff x="4979488" y="4257689"/>
            <a:chExt cx="353047" cy="337274"/>
          </a:xfrm>
        </p:grpSpPr>
        <p:sp>
          <p:nvSpPr>
            <p:cNvPr id="81" name="Oval 80"/>
            <p:cNvSpPr/>
            <p:nvPr/>
          </p:nvSpPr>
          <p:spPr>
            <a:xfrm flipH="1">
              <a:off x="4994380" y="4257689"/>
              <a:ext cx="337274" cy="337274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4979488" y="4303815"/>
              <a:ext cx="35304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 smtClean="0">
                  <a:latin typeface="+mj-lt"/>
                </a:rPr>
                <a:t>06</a:t>
              </a:r>
              <a:endParaRPr lang="en-US" sz="1000" b="1" dirty="0">
                <a:latin typeface="+mj-lt"/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6799334" y="4033321"/>
            <a:ext cx="353047" cy="337274"/>
            <a:chOff x="6799334" y="4033321"/>
            <a:chExt cx="353047" cy="337274"/>
          </a:xfrm>
        </p:grpSpPr>
        <p:sp>
          <p:nvSpPr>
            <p:cNvPr id="75" name="Oval 74"/>
            <p:cNvSpPr/>
            <p:nvPr/>
          </p:nvSpPr>
          <p:spPr>
            <a:xfrm>
              <a:off x="6810536" y="4033321"/>
              <a:ext cx="337274" cy="337274"/>
            </a:xfrm>
            <a:prstGeom prst="ellipse">
              <a:avLst/>
            </a:prstGeom>
            <a:solidFill>
              <a:srgbClr val="FF92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799334" y="4075000"/>
              <a:ext cx="35304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 smtClean="0">
                  <a:latin typeface="+mj-lt"/>
                </a:rPr>
                <a:t>05</a:t>
              </a:r>
              <a:endParaRPr lang="en-US" sz="1000" b="1" dirty="0">
                <a:latin typeface="+mj-lt"/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2778196" y="497299"/>
            <a:ext cx="66356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F9202"/>
                </a:solidFill>
                <a:latin typeface="Calibri bold" panose="020F0702030404030204" pitchFamily="34" charset="0"/>
                <a:cs typeface="Calibri bold" panose="020F0702030404030204" pitchFamily="34" charset="0"/>
              </a:rPr>
              <a:t>GOALS</a:t>
            </a:r>
            <a:r>
              <a:rPr lang="en-US" sz="4400" b="1" dirty="0" smtClean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dirty="0" smtClean="0">
                <a:solidFill>
                  <a:schemeClr val="bg1"/>
                </a:solidFill>
                <a:latin typeface="+mj-lt"/>
              </a:rPr>
              <a:t>INFOGRAPHICS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5D0625-DB0D-4B33-AD0B-1A5FFE1CFD53}"/>
              </a:ext>
            </a:extLst>
          </p:cNvPr>
          <p:cNvSpPr txBox="1"/>
          <p:nvPr/>
        </p:nvSpPr>
        <p:spPr>
          <a:xfrm>
            <a:off x="707255" y="6361276"/>
            <a:ext cx="10777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spc="300" dirty="0" err="1">
                <a:solidFill>
                  <a:srgbClr val="FFFF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Powerpoint</a:t>
            </a:r>
            <a:r>
              <a:rPr lang="en-US" sz="1600" b="1" spc="300" dirty="0">
                <a:solidFill>
                  <a:srgbClr val="FFFF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Show </a:t>
            </a:r>
            <a:r>
              <a:rPr lang="en-US" sz="1600" spc="300" dirty="0">
                <a:solidFill>
                  <a:srgbClr val="F4C13D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Subscribe for more Templates: https://bit.ly/2Wcw6KC</a:t>
            </a:r>
          </a:p>
        </p:txBody>
      </p:sp>
    </p:spTree>
    <p:extLst>
      <p:ext uri="{BB962C8B-B14F-4D97-AF65-F5344CB8AC3E}">
        <p14:creationId xmlns:p14="http://schemas.microsoft.com/office/powerpoint/2010/main" val="77165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1" accel="4000" fill="hold" nodeType="after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3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4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22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75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27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31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3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75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42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44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75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6250"/>
                                </p:stCondLst>
                                <p:childTnLst>
                                  <p:par>
                                    <p:cTn id="49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1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53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55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8" dur="7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6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64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66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7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9750"/>
                                </p:stCondLst>
                                <p:childTnLst>
                                  <p:par>
                                    <p:cTn id="7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3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10250"/>
                                </p:stCondLst>
                                <p:childTnLst>
                                  <p:par>
                                    <p:cTn id="75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7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2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0" dur="7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2" grpId="0"/>
          <p:bldP spid="83" grpId="0"/>
          <p:bldP spid="84" grpId="0"/>
          <p:bldP spid="85" grpId="0"/>
          <p:bldP spid="86" grpId="0"/>
          <p:bldP spid="8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" presetClass="entr" presetSubtype="1" accel="4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22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75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27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9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31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33" dur="500"/>
                                            <p:tgtEl>
                                              <p:spTgt spid="9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75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8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50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42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44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75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6250"/>
                                </p:stCondLst>
                                <p:childTnLst>
                                  <p:par>
                                    <p:cTn id="49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1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6750"/>
                                </p:stCondLst>
                                <p:childTnLst>
                                  <p:par>
                                    <p:cTn id="53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55" dur="500"/>
                                            <p:tgtEl>
                                              <p:spTgt spid="9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8" dur="75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6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2" dur="5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64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66" dur="500"/>
                                            <p:tgtEl>
                                              <p:spTgt spid="10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75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9750"/>
                                </p:stCondLst>
                                <p:childTnLst>
                                  <p:par>
                                    <p:cTn id="7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3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10250"/>
                                </p:stCondLst>
                                <p:childTnLst>
                                  <p:par>
                                    <p:cTn id="75" presetID="16" presetClass="entr" presetSubtype="4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Horizontal)">
                                          <p:cBhvr>
                                            <p:cTn id="77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2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0" dur="75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2" grpId="0"/>
          <p:bldP spid="83" grpId="0"/>
          <p:bldP spid="84" grpId="0"/>
          <p:bldP spid="85" grpId="0"/>
          <p:bldP spid="86" grpId="0"/>
          <p:bldP spid="87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96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bold</vt:lpstr>
      <vt:lpstr>Calibri Light</vt:lpstr>
      <vt:lpstr>Roboto Light</vt:lpstr>
      <vt:lpstr>Roboto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gani</dc:creator>
  <cp:lastModifiedBy>gani</cp:lastModifiedBy>
  <cp:revision>21</cp:revision>
  <dcterms:created xsi:type="dcterms:W3CDTF">2020-06-19T06:41:18Z</dcterms:created>
  <dcterms:modified xsi:type="dcterms:W3CDTF">2020-06-26T09:06:41Z</dcterms:modified>
</cp:coreProperties>
</file>