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embeddedFontLst>
    <p:embeddedFont>
      <p:font typeface="Montserrat" panose="00000500000000000000" pitchFamily="2" charset="0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0521"/>
    <a:srgbClr val="BB35FD"/>
    <a:srgbClr val="2601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456" y="-162"/>
      </p:cViewPr>
      <p:guideLst>
        <p:guide orient="horz" pos="2137"/>
        <p:guide pos="38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596CB-82C4-D0AF-F090-0AAE1048D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935BE-34C8-149A-12F2-96B4241F0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70155-777A-43B7-8A0D-6277DFC02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221B-67FE-4D91-9BA8-1A9603F1A2A0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69EDB-42D3-E4E2-172F-83B8DC828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0CCC9-EAEC-CFBF-EF10-BF9BE221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5B5D-E66A-4C85-BE65-4860CF6DBB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3154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D121-9DB3-1A33-6F3B-BCEADFFE6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4B2D5-4EAF-F708-252B-8FE6B9056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B95DA-F32F-B838-5D2E-156CADFD5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221B-67FE-4D91-9BA8-1A9603F1A2A0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E4C63-482D-745F-3F8E-903C5F75F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8C378-33A9-7EC3-3548-37B70C645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5B5D-E66A-4C85-BE65-4860CF6DBB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7200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A32CE-EAFE-9406-10BD-263B5FC0F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8813B-D133-C614-7545-333FACA9A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6C438-F9E1-D6C7-3132-1DFE437EC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221B-67FE-4D91-9BA8-1A9603F1A2A0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21E4F-3D4D-0D76-6C64-AF809FB53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297C1-66B8-08CB-8288-308C6428D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5B5D-E66A-4C85-BE65-4860CF6DBB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0643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630CE-09EF-FB1F-C93A-1D535FA4D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B92A6-0D0D-C203-AEB1-C6AD6070CE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3EF37-44EA-0FC8-A752-108881CD7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48109-B1D7-F34F-2CB6-F272DDEE0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221B-67FE-4D91-9BA8-1A9603F1A2A0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3CEDF-4996-9601-0F1F-D9564BBB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C6ABF-F565-1D94-1DEC-248838305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5B5D-E66A-4C85-BE65-4860CF6DBB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903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A37CA-D257-5793-135F-67ADB780F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1BCA7-015D-3BCC-99EA-53569F09E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64F225-D9CF-1F40-167A-19A61C7DB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0CFAA4-C7A5-C416-E21F-529DDEDE74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BCA64-089D-4AD7-D3AB-8A1AEC909C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9E1122-7396-F99E-3885-7A053A32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221B-67FE-4D91-9BA8-1A9603F1A2A0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7CA42A-8C09-FEA6-7D12-2AA6008CB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4998E4-F45B-33EE-9BF2-7D66BDAD1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5B5D-E66A-4C85-BE65-4860CF6DBB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103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FE12D-86E2-9502-BD28-15BE8B7EE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AFDE21-8741-4EA7-B12E-1CAFCD602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221B-67FE-4D91-9BA8-1A9603F1A2A0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915FBF-1153-0E78-9EA3-311A3EFB1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369867-421F-93FD-E19B-1D29D739D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5B5D-E66A-4C85-BE65-4860CF6DBB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164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A0F25D-73B6-3185-26CC-5228D60AF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221B-67FE-4D91-9BA8-1A9603F1A2A0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0CE94-FFA3-4A4C-DB9C-56DE64577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573E6-0836-D6CF-8F69-714B92D9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5B5D-E66A-4C85-BE65-4860CF6DBB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947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CDD61-66E8-5F71-FBC2-6656DEDF0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6F891-C615-F18B-A083-7387C002A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20EDC1-24E8-77E1-B8C8-2AB995F0C9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5243F-AC35-2B3A-328E-7DDDB1F77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221B-67FE-4D91-9BA8-1A9603F1A2A0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DA22E-A032-1EEF-BB7E-D27DA1E84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259E3-EE15-96BE-3F44-C29935596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5B5D-E66A-4C85-BE65-4860CF6DBB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4338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3AB8F-F289-281D-43D2-CFB13A4D7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78479F-D337-86CA-D2B8-12102E68A7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A7AB5F-A326-63C5-66C9-01E603C72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FBFB3-C69E-45E5-729A-723AAB254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221B-67FE-4D91-9BA8-1A9603F1A2A0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2B0B16-CFB8-CCE6-B6FC-4BED748C1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99CE1-CCD9-941B-78E5-BB27D501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5B5D-E66A-4C85-BE65-4860CF6DBB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2749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7E74-5A41-EDAC-F5DE-72EDA2B71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ACD3E0-812C-76E4-F48C-9096CDAD8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1766B-58C6-1EF0-2DAD-2E173FB52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221B-67FE-4D91-9BA8-1A9603F1A2A0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92DE4-3754-833F-93B4-E56EA40EF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729DD-20C2-4C47-0F5B-CE36EBCC7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5B5D-E66A-4C85-BE65-4860CF6DBB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128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73E533-4646-616D-C0CD-30A5A9B203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D80EE8-F083-75BD-8991-54FFADF74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5242A-8602-5C42-9AEC-025A85AF7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221B-67FE-4D91-9BA8-1A9603F1A2A0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5B288-42C0-C05D-434C-FBC1B3C7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551FD-6497-156E-E0DC-123ED654D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5B5D-E66A-4C85-BE65-4860CF6DBB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319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655006-5170-A7D5-DA9D-592A984F1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009C1-08FD-3DC9-12EB-A952C360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6DEC8-22C9-58B8-3797-BB62441E42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A221B-67FE-4D91-9BA8-1A9603F1A2A0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49ED8-2FCA-155A-502F-D5EE8657C0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B3F6F-8505-79C9-0DA7-F11736837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05B5D-E66A-4C85-BE65-4860CF6DBB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3221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7F910799-9F4C-EA42-ECBF-D81542A632A9}"/>
              </a:ext>
            </a:extLst>
          </p:cNvPr>
          <p:cNvGrpSpPr/>
          <p:nvPr/>
        </p:nvGrpSpPr>
        <p:grpSpPr>
          <a:xfrm rot="13500000">
            <a:off x="-2811547" y="-2770926"/>
            <a:ext cx="2549098" cy="2190472"/>
            <a:chOff x="3923212" y="1796762"/>
            <a:chExt cx="2549098" cy="2190472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2499F84-BDFA-7B73-4C5D-FC9B5708CDEA}"/>
                </a:ext>
              </a:extLst>
            </p:cNvPr>
            <p:cNvSpPr/>
            <p:nvPr/>
          </p:nvSpPr>
          <p:spPr>
            <a:xfrm>
              <a:off x="3923212" y="1796762"/>
              <a:ext cx="2549098" cy="2190472"/>
            </a:xfrm>
            <a:custGeom>
              <a:avLst/>
              <a:gdLst>
                <a:gd name="connsiteX0" fmla="*/ 948267 w 1896534"/>
                <a:gd name="connsiteY0" fmla="*/ 0 h 1629716"/>
                <a:gd name="connsiteX1" fmla="*/ 1618793 w 1896534"/>
                <a:gd name="connsiteY1" fmla="*/ 277741 h 1629716"/>
                <a:gd name="connsiteX2" fmla="*/ 1669709 w 1896534"/>
                <a:gd name="connsiteY2" fmla="*/ 339451 h 1629716"/>
                <a:gd name="connsiteX3" fmla="*/ 1734585 w 1896534"/>
                <a:gd name="connsiteY3" fmla="*/ 418082 h 1629716"/>
                <a:gd name="connsiteX4" fmla="*/ 1891638 w 1896534"/>
                <a:gd name="connsiteY4" fmla="*/ 851312 h 1629716"/>
                <a:gd name="connsiteX5" fmla="*/ 1892885 w 1896534"/>
                <a:gd name="connsiteY5" fmla="*/ 876000 h 1629716"/>
                <a:gd name="connsiteX6" fmla="*/ 1896534 w 1896534"/>
                <a:gd name="connsiteY6" fmla="*/ 948267 h 1629716"/>
                <a:gd name="connsiteX7" fmla="*/ 1891638 w 1896534"/>
                <a:gd name="connsiteY7" fmla="*/ 1045222 h 1629716"/>
                <a:gd name="connsiteX8" fmla="*/ 1880931 w 1896534"/>
                <a:gd name="connsiteY8" fmla="*/ 1115381 h 1629716"/>
                <a:gd name="connsiteX9" fmla="*/ 1753829 w 1896534"/>
                <a:gd name="connsiteY9" fmla="*/ 1010512 h 1629716"/>
                <a:gd name="connsiteX10" fmla="*/ 1675644 w 1896534"/>
                <a:gd name="connsiteY10" fmla="*/ 963014 h 1629716"/>
                <a:gd name="connsiteX11" fmla="*/ 1669709 w 1896534"/>
                <a:gd name="connsiteY11" fmla="*/ 960155 h 1629716"/>
                <a:gd name="connsiteX12" fmla="*/ 1592752 w 1896534"/>
                <a:gd name="connsiteY12" fmla="*/ 923083 h 1629716"/>
                <a:gd name="connsiteX13" fmla="*/ 1505629 w 1896534"/>
                <a:gd name="connsiteY13" fmla="*/ 891195 h 1629716"/>
                <a:gd name="connsiteX14" fmla="*/ 1446533 w 1896534"/>
                <a:gd name="connsiteY14" fmla="*/ 876000 h 1629716"/>
                <a:gd name="connsiteX15" fmla="*/ 1414753 w 1896534"/>
                <a:gd name="connsiteY15" fmla="*/ 867828 h 1629716"/>
                <a:gd name="connsiteX16" fmla="*/ 1223644 w 1896534"/>
                <a:gd name="connsiteY16" fmla="*/ 848563 h 1629716"/>
                <a:gd name="connsiteX17" fmla="*/ 941659 w 1896534"/>
                <a:gd name="connsiteY17" fmla="*/ 891195 h 1629716"/>
                <a:gd name="connsiteX18" fmla="*/ 862545 w 1896534"/>
                <a:gd name="connsiteY18" fmla="*/ 920152 h 1629716"/>
                <a:gd name="connsiteX19" fmla="*/ 854536 w 1896534"/>
                <a:gd name="connsiteY19" fmla="*/ 923083 h 1629716"/>
                <a:gd name="connsiteX20" fmla="*/ 294642 w 1896534"/>
                <a:gd name="connsiteY20" fmla="*/ 1605721 h 1629716"/>
                <a:gd name="connsiteX21" fmla="*/ 290980 w 1896534"/>
                <a:gd name="connsiteY21" fmla="*/ 1629716 h 1629716"/>
                <a:gd name="connsiteX22" fmla="*/ 277741 w 1896534"/>
                <a:gd name="connsiteY22" fmla="*/ 1618793 h 1629716"/>
                <a:gd name="connsiteX23" fmla="*/ 0 w 1896534"/>
                <a:gd name="connsiteY23" fmla="*/ 948267 h 1629716"/>
                <a:gd name="connsiteX24" fmla="*/ 757158 w 1896534"/>
                <a:gd name="connsiteY24" fmla="*/ 19265 h 1629716"/>
                <a:gd name="connsiteX25" fmla="*/ 817712 w 1896534"/>
                <a:gd name="connsiteY25" fmla="*/ 10024 h 1629716"/>
                <a:gd name="connsiteX26" fmla="*/ 851312 w 1896534"/>
                <a:gd name="connsiteY26" fmla="*/ 4896 h 1629716"/>
                <a:gd name="connsiteX27" fmla="*/ 948267 w 1896534"/>
                <a:gd name="connsiteY27" fmla="*/ 0 h 1629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96534" h="1629716">
                  <a:moveTo>
                    <a:pt x="948267" y="0"/>
                  </a:moveTo>
                  <a:cubicBezTo>
                    <a:pt x="1210124" y="0"/>
                    <a:pt x="1447190" y="106139"/>
                    <a:pt x="1618793" y="277741"/>
                  </a:cubicBezTo>
                  <a:lnTo>
                    <a:pt x="1669709" y="339451"/>
                  </a:lnTo>
                  <a:lnTo>
                    <a:pt x="1734585" y="418082"/>
                  </a:lnTo>
                  <a:cubicBezTo>
                    <a:pt x="1819790" y="544203"/>
                    <a:pt x="1875452" y="691923"/>
                    <a:pt x="1891638" y="851312"/>
                  </a:cubicBezTo>
                  <a:lnTo>
                    <a:pt x="1892885" y="876000"/>
                  </a:lnTo>
                  <a:lnTo>
                    <a:pt x="1896534" y="948267"/>
                  </a:lnTo>
                  <a:cubicBezTo>
                    <a:pt x="1896534" y="980999"/>
                    <a:pt x="1894876" y="1013344"/>
                    <a:pt x="1891638" y="1045222"/>
                  </a:cubicBezTo>
                  <a:lnTo>
                    <a:pt x="1880931" y="1115381"/>
                  </a:lnTo>
                  <a:lnTo>
                    <a:pt x="1753829" y="1010512"/>
                  </a:lnTo>
                  <a:cubicBezTo>
                    <a:pt x="1728605" y="993471"/>
                    <a:pt x="1702517" y="977612"/>
                    <a:pt x="1675644" y="963014"/>
                  </a:cubicBezTo>
                  <a:lnTo>
                    <a:pt x="1669709" y="960155"/>
                  </a:lnTo>
                  <a:lnTo>
                    <a:pt x="1592752" y="923083"/>
                  </a:lnTo>
                  <a:cubicBezTo>
                    <a:pt x="1564390" y="911086"/>
                    <a:pt x="1535323" y="900431"/>
                    <a:pt x="1505629" y="891195"/>
                  </a:cubicBezTo>
                  <a:lnTo>
                    <a:pt x="1446533" y="876000"/>
                  </a:lnTo>
                  <a:lnTo>
                    <a:pt x="1414753" y="867828"/>
                  </a:lnTo>
                  <a:cubicBezTo>
                    <a:pt x="1353023" y="855197"/>
                    <a:pt x="1289108" y="848563"/>
                    <a:pt x="1223644" y="848563"/>
                  </a:cubicBezTo>
                  <a:cubicBezTo>
                    <a:pt x="1125448" y="848563"/>
                    <a:pt x="1030738" y="863489"/>
                    <a:pt x="941659" y="891195"/>
                  </a:cubicBezTo>
                  <a:lnTo>
                    <a:pt x="862545" y="920152"/>
                  </a:lnTo>
                  <a:lnTo>
                    <a:pt x="854536" y="923083"/>
                  </a:lnTo>
                  <a:cubicBezTo>
                    <a:pt x="570913" y="1043045"/>
                    <a:pt x="357802" y="1297072"/>
                    <a:pt x="294642" y="1605721"/>
                  </a:cubicBezTo>
                  <a:lnTo>
                    <a:pt x="290980" y="1629716"/>
                  </a:lnTo>
                  <a:lnTo>
                    <a:pt x="277741" y="1618793"/>
                  </a:lnTo>
                  <a:cubicBezTo>
                    <a:pt x="106139" y="1447190"/>
                    <a:pt x="0" y="1210124"/>
                    <a:pt x="0" y="948267"/>
                  </a:cubicBezTo>
                  <a:cubicBezTo>
                    <a:pt x="0" y="490018"/>
                    <a:pt x="325049" y="107688"/>
                    <a:pt x="757158" y="19265"/>
                  </a:cubicBezTo>
                  <a:lnTo>
                    <a:pt x="817712" y="10024"/>
                  </a:lnTo>
                  <a:lnTo>
                    <a:pt x="851312" y="4896"/>
                  </a:lnTo>
                  <a:cubicBezTo>
                    <a:pt x="883190" y="1659"/>
                    <a:pt x="915535" y="0"/>
                    <a:pt x="94826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innerShdw blurRad="419100">
                <a:schemeClr val="tx1"/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EF4A3B4-3127-67EA-831F-48A3CAC144E9}"/>
                </a:ext>
              </a:extLst>
            </p:cNvPr>
            <p:cNvSpPr txBox="1"/>
            <p:nvPr/>
          </p:nvSpPr>
          <p:spPr>
            <a:xfrm>
              <a:off x="4725881" y="2307066"/>
              <a:ext cx="71088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 dirty="0"/>
                <a:t>01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EFD0EA9-2414-B858-2E4E-3F33138B1C17}"/>
              </a:ext>
            </a:extLst>
          </p:cNvPr>
          <p:cNvGrpSpPr/>
          <p:nvPr/>
        </p:nvGrpSpPr>
        <p:grpSpPr>
          <a:xfrm rot="13500000">
            <a:off x="-1723109" y="6860370"/>
            <a:ext cx="1874097" cy="2549098"/>
            <a:chOff x="4293343" y="2937300"/>
            <a:chExt cx="1874097" cy="2549098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87A87B0-0D88-9B4D-8BB2-EF3B1BAE332E}"/>
                </a:ext>
              </a:extLst>
            </p:cNvPr>
            <p:cNvSpPr/>
            <p:nvPr/>
          </p:nvSpPr>
          <p:spPr>
            <a:xfrm>
              <a:off x="4293343" y="2937300"/>
              <a:ext cx="1874097" cy="2549098"/>
            </a:xfrm>
            <a:custGeom>
              <a:avLst/>
              <a:gdLst>
                <a:gd name="connsiteX0" fmla="*/ 948267 w 1394332"/>
                <a:gd name="connsiteY0" fmla="*/ 0 h 1896534"/>
                <a:gd name="connsiteX1" fmla="*/ 1139376 w 1394332"/>
                <a:gd name="connsiteY1" fmla="*/ 19265 h 1896534"/>
                <a:gd name="connsiteX2" fmla="*/ 1171156 w 1394332"/>
                <a:gd name="connsiteY2" fmla="*/ 27437 h 1896534"/>
                <a:gd name="connsiteX3" fmla="*/ 1230252 w 1394332"/>
                <a:gd name="connsiteY3" fmla="*/ 42632 h 1896534"/>
                <a:gd name="connsiteX4" fmla="*/ 1317375 w 1394332"/>
                <a:gd name="connsiteY4" fmla="*/ 74520 h 1896534"/>
                <a:gd name="connsiteX5" fmla="*/ 1394332 w 1394332"/>
                <a:gd name="connsiteY5" fmla="*/ 111592 h 1896534"/>
                <a:gd name="connsiteX6" fmla="*/ 1388396 w 1394332"/>
                <a:gd name="connsiteY6" fmla="*/ 114451 h 1896534"/>
                <a:gd name="connsiteX7" fmla="*/ 1310211 w 1394332"/>
                <a:gd name="connsiteY7" fmla="*/ 161949 h 1896534"/>
                <a:gd name="connsiteX8" fmla="*/ 1183109 w 1394332"/>
                <a:gd name="connsiteY8" fmla="*/ 266818 h 1896534"/>
                <a:gd name="connsiteX9" fmla="*/ 1169870 w 1394332"/>
                <a:gd name="connsiteY9" fmla="*/ 277741 h 1896534"/>
                <a:gd name="connsiteX10" fmla="*/ 1054078 w 1394332"/>
                <a:gd name="connsiteY10" fmla="*/ 418082 h 1896534"/>
                <a:gd name="connsiteX11" fmla="*/ 1033232 w 1394332"/>
                <a:gd name="connsiteY11" fmla="*/ 452397 h 1896534"/>
                <a:gd name="connsiteX12" fmla="*/ 1006580 w 1394332"/>
                <a:gd name="connsiteY12" fmla="*/ 496267 h 1896534"/>
                <a:gd name="connsiteX13" fmla="*/ 892129 w 1394332"/>
                <a:gd name="connsiteY13" fmla="*/ 948267 h 1896534"/>
                <a:gd name="connsiteX14" fmla="*/ 895779 w 1394332"/>
                <a:gd name="connsiteY14" fmla="*/ 1020535 h 1896534"/>
                <a:gd name="connsiteX15" fmla="*/ 897025 w 1394332"/>
                <a:gd name="connsiteY15" fmla="*/ 1045222 h 1896534"/>
                <a:gd name="connsiteX16" fmla="*/ 1388396 w 1394332"/>
                <a:gd name="connsiteY16" fmla="*/ 1782083 h 1896534"/>
                <a:gd name="connsiteX17" fmla="*/ 1394332 w 1394332"/>
                <a:gd name="connsiteY17" fmla="*/ 1784943 h 1896534"/>
                <a:gd name="connsiteX18" fmla="*/ 1317375 w 1394332"/>
                <a:gd name="connsiteY18" fmla="*/ 1822014 h 1896534"/>
                <a:gd name="connsiteX19" fmla="*/ 948267 w 1394332"/>
                <a:gd name="connsiteY19" fmla="*/ 1896534 h 1896534"/>
                <a:gd name="connsiteX20" fmla="*/ 0 w 1394332"/>
                <a:gd name="connsiteY20" fmla="*/ 948267 h 1896534"/>
                <a:gd name="connsiteX21" fmla="*/ 4896 w 1394332"/>
                <a:gd name="connsiteY21" fmla="*/ 851312 h 1896534"/>
                <a:gd name="connsiteX22" fmla="*/ 15603 w 1394332"/>
                <a:gd name="connsiteY22" fmla="*/ 781153 h 1896534"/>
                <a:gd name="connsiteX23" fmla="*/ 19265 w 1394332"/>
                <a:gd name="connsiteY23" fmla="*/ 757158 h 1896534"/>
                <a:gd name="connsiteX24" fmla="*/ 579159 w 1394332"/>
                <a:gd name="connsiteY24" fmla="*/ 74520 h 1896534"/>
                <a:gd name="connsiteX25" fmla="*/ 587168 w 1394332"/>
                <a:gd name="connsiteY25" fmla="*/ 71589 h 1896534"/>
                <a:gd name="connsiteX26" fmla="*/ 666282 w 1394332"/>
                <a:gd name="connsiteY26" fmla="*/ 42632 h 1896534"/>
                <a:gd name="connsiteX27" fmla="*/ 948267 w 1394332"/>
                <a:gd name="connsiteY27" fmla="*/ 0 h 1896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94332" h="1896534">
                  <a:moveTo>
                    <a:pt x="948267" y="0"/>
                  </a:moveTo>
                  <a:cubicBezTo>
                    <a:pt x="1013731" y="0"/>
                    <a:pt x="1077646" y="6634"/>
                    <a:pt x="1139376" y="19265"/>
                  </a:cubicBezTo>
                  <a:lnTo>
                    <a:pt x="1171156" y="27437"/>
                  </a:lnTo>
                  <a:lnTo>
                    <a:pt x="1230252" y="42632"/>
                  </a:lnTo>
                  <a:cubicBezTo>
                    <a:pt x="1259946" y="51868"/>
                    <a:pt x="1289013" y="62523"/>
                    <a:pt x="1317375" y="74520"/>
                  </a:cubicBezTo>
                  <a:lnTo>
                    <a:pt x="1394332" y="111592"/>
                  </a:lnTo>
                  <a:lnTo>
                    <a:pt x="1388396" y="114451"/>
                  </a:lnTo>
                  <a:cubicBezTo>
                    <a:pt x="1361523" y="129049"/>
                    <a:pt x="1335435" y="144908"/>
                    <a:pt x="1310211" y="161949"/>
                  </a:cubicBezTo>
                  <a:lnTo>
                    <a:pt x="1183109" y="266818"/>
                  </a:lnTo>
                  <a:lnTo>
                    <a:pt x="1169870" y="277741"/>
                  </a:lnTo>
                  <a:cubicBezTo>
                    <a:pt x="1126970" y="320642"/>
                    <a:pt x="1088161" y="367634"/>
                    <a:pt x="1054078" y="418082"/>
                  </a:cubicBezTo>
                  <a:lnTo>
                    <a:pt x="1033232" y="452397"/>
                  </a:lnTo>
                  <a:lnTo>
                    <a:pt x="1006580" y="496267"/>
                  </a:lnTo>
                  <a:cubicBezTo>
                    <a:pt x="933590" y="630630"/>
                    <a:pt x="892129" y="784607"/>
                    <a:pt x="892129" y="948267"/>
                  </a:cubicBezTo>
                  <a:lnTo>
                    <a:pt x="895779" y="1020535"/>
                  </a:lnTo>
                  <a:lnTo>
                    <a:pt x="897025" y="1045222"/>
                  </a:lnTo>
                  <a:cubicBezTo>
                    <a:pt x="929399" y="1364001"/>
                    <a:pt x="1119670" y="1636103"/>
                    <a:pt x="1388396" y="1782083"/>
                  </a:cubicBezTo>
                  <a:lnTo>
                    <a:pt x="1394332" y="1784943"/>
                  </a:lnTo>
                  <a:lnTo>
                    <a:pt x="1317375" y="1822014"/>
                  </a:lnTo>
                  <a:cubicBezTo>
                    <a:pt x="1203926" y="1870000"/>
                    <a:pt x="1079195" y="1896534"/>
                    <a:pt x="948267" y="1896534"/>
                  </a:cubicBezTo>
                  <a:cubicBezTo>
                    <a:pt x="424554" y="1896534"/>
                    <a:pt x="0" y="1471980"/>
                    <a:pt x="0" y="948267"/>
                  </a:cubicBezTo>
                  <a:cubicBezTo>
                    <a:pt x="0" y="915535"/>
                    <a:pt x="1659" y="883190"/>
                    <a:pt x="4896" y="851312"/>
                  </a:cubicBezTo>
                  <a:lnTo>
                    <a:pt x="15603" y="781153"/>
                  </a:lnTo>
                  <a:lnTo>
                    <a:pt x="19265" y="757158"/>
                  </a:lnTo>
                  <a:cubicBezTo>
                    <a:pt x="82425" y="448509"/>
                    <a:pt x="295536" y="194482"/>
                    <a:pt x="579159" y="74520"/>
                  </a:cubicBezTo>
                  <a:lnTo>
                    <a:pt x="587168" y="71589"/>
                  </a:lnTo>
                  <a:lnTo>
                    <a:pt x="666282" y="42632"/>
                  </a:lnTo>
                  <a:cubicBezTo>
                    <a:pt x="755361" y="14926"/>
                    <a:pt x="850071" y="0"/>
                    <a:pt x="9482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innerShdw blurRad="419100">
                <a:schemeClr val="tx1"/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9334FDD-B7D6-5A01-4CB7-1D99542C1E0C}"/>
                </a:ext>
              </a:extLst>
            </p:cNvPr>
            <p:cNvSpPr txBox="1"/>
            <p:nvPr/>
          </p:nvSpPr>
          <p:spPr>
            <a:xfrm>
              <a:off x="4666839" y="3950239"/>
              <a:ext cx="71088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 dirty="0">
                  <a:solidFill>
                    <a:schemeClr val="bg1"/>
                  </a:solidFill>
                </a:rPr>
                <a:t>02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AB9C7A6-49DB-7452-A530-7777C1DA0CD1}"/>
              </a:ext>
            </a:extLst>
          </p:cNvPr>
          <p:cNvGrpSpPr/>
          <p:nvPr/>
        </p:nvGrpSpPr>
        <p:grpSpPr>
          <a:xfrm rot="13500000">
            <a:off x="11689003" y="7039683"/>
            <a:ext cx="2549098" cy="2190472"/>
            <a:chOff x="5486994" y="3295927"/>
            <a:chExt cx="2549098" cy="2190472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8147158-0619-88AA-E960-593535AEAAF0}"/>
                </a:ext>
              </a:extLst>
            </p:cNvPr>
            <p:cNvSpPr/>
            <p:nvPr/>
          </p:nvSpPr>
          <p:spPr>
            <a:xfrm>
              <a:off x="5486994" y="3295927"/>
              <a:ext cx="2549098" cy="2190472"/>
            </a:xfrm>
            <a:custGeom>
              <a:avLst/>
              <a:gdLst>
                <a:gd name="connsiteX0" fmla="*/ 290980 w 1896534"/>
                <a:gd name="connsiteY0" fmla="*/ 0 h 1629716"/>
                <a:gd name="connsiteX1" fmla="*/ 294642 w 1896534"/>
                <a:gd name="connsiteY1" fmla="*/ 23995 h 1629716"/>
                <a:gd name="connsiteX2" fmla="*/ 349897 w 1896534"/>
                <a:gd name="connsiteY2" fmla="*/ 201994 h 1629716"/>
                <a:gd name="connsiteX3" fmla="*/ 371647 w 1896534"/>
                <a:gd name="connsiteY3" fmla="*/ 247144 h 1629716"/>
                <a:gd name="connsiteX4" fmla="*/ 389828 w 1896534"/>
                <a:gd name="connsiteY4" fmla="*/ 284886 h 1629716"/>
                <a:gd name="connsiteX5" fmla="*/ 437326 w 1896534"/>
                <a:gd name="connsiteY5" fmla="*/ 363071 h 1629716"/>
                <a:gd name="connsiteX6" fmla="*/ 502203 w 1896534"/>
                <a:gd name="connsiteY6" fmla="*/ 441702 h 1629716"/>
                <a:gd name="connsiteX7" fmla="*/ 553118 w 1896534"/>
                <a:gd name="connsiteY7" fmla="*/ 503412 h 1629716"/>
                <a:gd name="connsiteX8" fmla="*/ 941659 w 1896534"/>
                <a:gd name="connsiteY8" fmla="*/ 738521 h 1629716"/>
                <a:gd name="connsiteX9" fmla="*/ 1000756 w 1896534"/>
                <a:gd name="connsiteY9" fmla="*/ 753717 h 1629716"/>
                <a:gd name="connsiteX10" fmla="*/ 1032535 w 1896534"/>
                <a:gd name="connsiteY10" fmla="*/ 761888 h 1629716"/>
                <a:gd name="connsiteX11" fmla="*/ 1223644 w 1896534"/>
                <a:gd name="connsiteY11" fmla="*/ 781153 h 1629716"/>
                <a:gd name="connsiteX12" fmla="*/ 1753829 w 1896534"/>
                <a:gd name="connsiteY12" fmla="*/ 619204 h 1629716"/>
                <a:gd name="connsiteX13" fmla="*/ 1880931 w 1896534"/>
                <a:gd name="connsiteY13" fmla="*/ 514335 h 1629716"/>
                <a:gd name="connsiteX14" fmla="*/ 1891638 w 1896534"/>
                <a:gd name="connsiteY14" fmla="*/ 584494 h 1629716"/>
                <a:gd name="connsiteX15" fmla="*/ 1896534 w 1896534"/>
                <a:gd name="connsiteY15" fmla="*/ 681449 h 1629716"/>
                <a:gd name="connsiteX16" fmla="*/ 948267 w 1896534"/>
                <a:gd name="connsiteY16" fmla="*/ 1629716 h 1629716"/>
                <a:gd name="connsiteX17" fmla="*/ 579159 w 1896534"/>
                <a:gd name="connsiteY17" fmla="*/ 1555196 h 1629716"/>
                <a:gd name="connsiteX18" fmla="*/ 502203 w 1896534"/>
                <a:gd name="connsiteY18" fmla="*/ 1518125 h 1629716"/>
                <a:gd name="connsiteX19" fmla="*/ 496267 w 1896534"/>
                <a:gd name="connsiteY19" fmla="*/ 1515265 h 1629716"/>
                <a:gd name="connsiteX20" fmla="*/ 4896 w 1896534"/>
                <a:gd name="connsiteY20" fmla="*/ 778404 h 1629716"/>
                <a:gd name="connsiteX21" fmla="*/ 3650 w 1896534"/>
                <a:gd name="connsiteY21" fmla="*/ 753717 h 1629716"/>
                <a:gd name="connsiteX22" fmla="*/ 0 w 1896534"/>
                <a:gd name="connsiteY22" fmla="*/ 681449 h 1629716"/>
                <a:gd name="connsiteX23" fmla="*/ 114451 w 1896534"/>
                <a:gd name="connsiteY23" fmla="*/ 229449 h 1629716"/>
                <a:gd name="connsiteX24" fmla="*/ 141103 w 1896534"/>
                <a:gd name="connsiteY24" fmla="*/ 185579 h 1629716"/>
                <a:gd name="connsiteX25" fmla="*/ 161949 w 1896534"/>
                <a:gd name="connsiteY25" fmla="*/ 151264 h 1629716"/>
                <a:gd name="connsiteX26" fmla="*/ 277741 w 1896534"/>
                <a:gd name="connsiteY26" fmla="*/ 10923 h 1629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96534" h="1629716">
                  <a:moveTo>
                    <a:pt x="290980" y="0"/>
                  </a:moveTo>
                  <a:lnTo>
                    <a:pt x="294642" y="23995"/>
                  </a:lnTo>
                  <a:cubicBezTo>
                    <a:pt x="307274" y="85725"/>
                    <a:pt x="325904" y="145270"/>
                    <a:pt x="349897" y="201994"/>
                  </a:cubicBezTo>
                  <a:lnTo>
                    <a:pt x="371647" y="247144"/>
                  </a:lnTo>
                  <a:lnTo>
                    <a:pt x="389828" y="284886"/>
                  </a:lnTo>
                  <a:cubicBezTo>
                    <a:pt x="404426" y="311759"/>
                    <a:pt x="420285" y="337847"/>
                    <a:pt x="437326" y="363071"/>
                  </a:cubicBezTo>
                  <a:lnTo>
                    <a:pt x="502203" y="441702"/>
                  </a:lnTo>
                  <a:lnTo>
                    <a:pt x="553118" y="503412"/>
                  </a:lnTo>
                  <a:cubicBezTo>
                    <a:pt x="660370" y="610664"/>
                    <a:pt x="793194" y="692343"/>
                    <a:pt x="941659" y="738521"/>
                  </a:cubicBezTo>
                  <a:lnTo>
                    <a:pt x="1000756" y="753717"/>
                  </a:lnTo>
                  <a:lnTo>
                    <a:pt x="1032535" y="761888"/>
                  </a:lnTo>
                  <a:cubicBezTo>
                    <a:pt x="1094265" y="774520"/>
                    <a:pt x="1158180" y="781153"/>
                    <a:pt x="1223644" y="781153"/>
                  </a:cubicBezTo>
                  <a:cubicBezTo>
                    <a:pt x="1420037" y="781153"/>
                    <a:pt x="1602485" y="721450"/>
                    <a:pt x="1753829" y="619204"/>
                  </a:cubicBezTo>
                  <a:lnTo>
                    <a:pt x="1880931" y="514335"/>
                  </a:lnTo>
                  <a:lnTo>
                    <a:pt x="1891638" y="584494"/>
                  </a:lnTo>
                  <a:cubicBezTo>
                    <a:pt x="1894876" y="616372"/>
                    <a:pt x="1896534" y="648717"/>
                    <a:pt x="1896534" y="681449"/>
                  </a:cubicBezTo>
                  <a:cubicBezTo>
                    <a:pt x="1896534" y="1205162"/>
                    <a:pt x="1471980" y="1629716"/>
                    <a:pt x="948267" y="1629716"/>
                  </a:cubicBezTo>
                  <a:cubicBezTo>
                    <a:pt x="817339" y="1629716"/>
                    <a:pt x="692608" y="1603182"/>
                    <a:pt x="579159" y="1555196"/>
                  </a:cubicBezTo>
                  <a:lnTo>
                    <a:pt x="502203" y="1518125"/>
                  </a:lnTo>
                  <a:lnTo>
                    <a:pt x="496267" y="1515265"/>
                  </a:lnTo>
                  <a:cubicBezTo>
                    <a:pt x="227541" y="1369285"/>
                    <a:pt x="37270" y="1097183"/>
                    <a:pt x="4896" y="778404"/>
                  </a:cubicBezTo>
                  <a:lnTo>
                    <a:pt x="3650" y="753717"/>
                  </a:lnTo>
                  <a:lnTo>
                    <a:pt x="0" y="681449"/>
                  </a:lnTo>
                  <a:cubicBezTo>
                    <a:pt x="0" y="517789"/>
                    <a:pt x="41461" y="363812"/>
                    <a:pt x="114451" y="229449"/>
                  </a:cubicBezTo>
                  <a:lnTo>
                    <a:pt x="141103" y="185579"/>
                  </a:lnTo>
                  <a:lnTo>
                    <a:pt x="161949" y="151264"/>
                  </a:lnTo>
                  <a:cubicBezTo>
                    <a:pt x="196032" y="100816"/>
                    <a:pt x="234841" y="53824"/>
                    <a:pt x="277741" y="1092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innerShdw blurRad="419100">
                <a:schemeClr val="tx1"/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37A8768-F63F-2340-08B2-598B4C5891AA}"/>
                </a:ext>
              </a:extLst>
            </p:cNvPr>
            <p:cNvSpPr txBox="1"/>
            <p:nvPr/>
          </p:nvSpPr>
          <p:spPr>
            <a:xfrm>
              <a:off x="6226692" y="4473459"/>
              <a:ext cx="6639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 dirty="0">
                  <a:solidFill>
                    <a:schemeClr val="bg1"/>
                  </a:solidFill>
                </a:rPr>
                <a:t>03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DF585AD-8256-284F-B52D-AE2C3826FFF5}"/>
              </a:ext>
            </a:extLst>
          </p:cNvPr>
          <p:cNvGrpSpPr/>
          <p:nvPr/>
        </p:nvGrpSpPr>
        <p:grpSpPr>
          <a:xfrm rot="13500000">
            <a:off x="12140327" y="-2508347"/>
            <a:ext cx="2419703" cy="2535625"/>
            <a:chOff x="5986517" y="1810236"/>
            <a:chExt cx="2419703" cy="2535625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5CAC5A7-44C1-303F-109F-F8574E9C8F43}"/>
                </a:ext>
              </a:extLst>
            </p:cNvPr>
            <p:cNvSpPr/>
            <p:nvPr/>
          </p:nvSpPr>
          <p:spPr>
            <a:xfrm>
              <a:off x="5986517" y="1810236"/>
              <a:ext cx="2419703" cy="2535625"/>
            </a:xfrm>
            <a:custGeom>
              <a:avLst/>
              <a:gdLst>
                <a:gd name="connsiteX0" fmla="*/ 982553 w 1800264"/>
                <a:gd name="connsiteY0" fmla="*/ 0 h 1886510"/>
                <a:gd name="connsiteX1" fmla="*/ 1043106 w 1800264"/>
                <a:gd name="connsiteY1" fmla="*/ 9241 h 1886510"/>
                <a:gd name="connsiteX2" fmla="*/ 1800264 w 1800264"/>
                <a:gd name="connsiteY2" fmla="*/ 938243 h 1886510"/>
                <a:gd name="connsiteX3" fmla="*/ 1522523 w 1800264"/>
                <a:gd name="connsiteY3" fmla="*/ 1608769 h 1886510"/>
                <a:gd name="connsiteX4" fmla="*/ 1509284 w 1800264"/>
                <a:gd name="connsiteY4" fmla="*/ 1619692 h 1886510"/>
                <a:gd name="connsiteX5" fmla="*/ 1382182 w 1800264"/>
                <a:gd name="connsiteY5" fmla="*/ 1724561 h 1886510"/>
                <a:gd name="connsiteX6" fmla="*/ 851997 w 1800264"/>
                <a:gd name="connsiteY6" fmla="*/ 1886510 h 1886510"/>
                <a:gd name="connsiteX7" fmla="*/ 660888 w 1800264"/>
                <a:gd name="connsiteY7" fmla="*/ 1867245 h 1886510"/>
                <a:gd name="connsiteX8" fmla="*/ 629109 w 1800264"/>
                <a:gd name="connsiteY8" fmla="*/ 1859074 h 1886510"/>
                <a:gd name="connsiteX9" fmla="*/ 570012 w 1800264"/>
                <a:gd name="connsiteY9" fmla="*/ 1843878 h 1886510"/>
                <a:gd name="connsiteX10" fmla="*/ 181471 w 1800264"/>
                <a:gd name="connsiteY10" fmla="*/ 1608769 h 1886510"/>
                <a:gd name="connsiteX11" fmla="*/ 130556 w 1800264"/>
                <a:gd name="connsiteY11" fmla="*/ 1547059 h 1886510"/>
                <a:gd name="connsiteX12" fmla="*/ 65679 w 1800264"/>
                <a:gd name="connsiteY12" fmla="*/ 1468428 h 1886510"/>
                <a:gd name="connsiteX13" fmla="*/ 18181 w 1800264"/>
                <a:gd name="connsiteY13" fmla="*/ 1390243 h 1886510"/>
                <a:gd name="connsiteX14" fmla="*/ 0 w 1800264"/>
                <a:gd name="connsiteY14" fmla="*/ 1352501 h 1886510"/>
                <a:gd name="connsiteX15" fmla="*/ 33601 w 1800264"/>
                <a:gd name="connsiteY15" fmla="*/ 1357629 h 1886510"/>
                <a:gd name="connsiteX16" fmla="*/ 130556 w 1800264"/>
                <a:gd name="connsiteY16" fmla="*/ 1362525 h 1886510"/>
                <a:gd name="connsiteX17" fmla="*/ 227511 w 1800264"/>
                <a:gd name="connsiteY17" fmla="*/ 1357629 h 1886510"/>
                <a:gd name="connsiteX18" fmla="*/ 261111 w 1800264"/>
                <a:gd name="connsiteY18" fmla="*/ 1352501 h 1886510"/>
                <a:gd name="connsiteX19" fmla="*/ 321665 w 1800264"/>
                <a:gd name="connsiteY19" fmla="*/ 1343260 h 1886510"/>
                <a:gd name="connsiteX20" fmla="*/ 412541 w 1800264"/>
                <a:gd name="connsiteY20" fmla="*/ 1319893 h 1886510"/>
                <a:gd name="connsiteX21" fmla="*/ 491656 w 1800264"/>
                <a:gd name="connsiteY21" fmla="*/ 1290936 h 1886510"/>
                <a:gd name="connsiteX22" fmla="*/ 499664 w 1800264"/>
                <a:gd name="connsiteY22" fmla="*/ 1288005 h 1886510"/>
                <a:gd name="connsiteX23" fmla="*/ 916874 w 1800264"/>
                <a:gd name="connsiteY23" fmla="*/ 944443 h 1886510"/>
                <a:gd name="connsiteX24" fmla="*/ 937721 w 1800264"/>
                <a:gd name="connsiteY24" fmla="*/ 910128 h 1886510"/>
                <a:gd name="connsiteX25" fmla="*/ 964372 w 1800264"/>
                <a:gd name="connsiteY25" fmla="*/ 866258 h 1886510"/>
                <a:gd name="connsiteX26" fmla="*/ 1078823 w 1800264"/>
                <a:gd name="connsiteY26" fmla="*/ 414258 h 1886510"/>
                <a:gd name="connsiteX27" fmla="*/ 1004303 w 1800264"/>
                <a:gd name="connsiteY27" fmla="*/ 45150 h 188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00264" h="1886510">
                  <a:moveTo>
                    <a:pt x="982553" y="0"/>
                  </a:moveTo>
                  <a:lnTo>
                    <a:pt x="1043106" y="9241"/>
                  </a:lnTo>
                  <a:cubicBezTo>
                    <a:pt x="1475215" y="97664"/>
                    <a:pt x="1800264" y="479994"/>
                    <a:pt x="1800264" y="938243"/>
                  </a:cubicBezTo>
                  <a:cubicBezTo>
                    <a:pt x="1800264" y="1200100"/>
                    <a:pt x="1694126" y="1437166"/>
                    <a:pt x="1522523" y="1608769"/>
                  </a:cubicBezTo>
                  <a:lnTo>
                    <a:pt x="1509284" y="1619692"/>
                  </a:lnTo>
                  <a:lnTo>
                    <a:pt x="1382182" y="1724561"/>
                  </a:lnTo>
                  <a:cubicBezTo>
                    <a:pt x="1230838" y="1826807"/>
                    <a:pt x="1048390" y="1886510"/>
                    <a:pt x="851997" y="1886510"/>
                  </a:cubicBezTo>
                  <a:cubicBezTo>
                    <a:pt x="786533" y="1886510"/>
                    <a:pt x="722618" y="1879877"/>
                    <a:pt x="660888" y="1867245"/>
                  </a:cubicBezTo>
                  <a:lnTo>
                    <a:pt x="629109" y="1859074"/>
                  </a:lnTo>
                  <a:lnTo>
                    <a:pt x="570012" y="1843878"/>
                  </a:lnTo>
                  <a:cubicBezTo>
                    <a:pt x="421547" y="1797700"/>
                    <a:pt x="288723" y="1716021"/>
                    <a:pt x="181471" y="1608769"/>
                  </a:cubicBezTo>
                  <a:lnTo>
                    <a:pt x="130556" y="1547059"/>
                  </a:lnTo>
                  <a:lnTo>
                    <a:pt x="65679" y="1468428"/>
                  </a:lnTo>
                  <a:cubicBezTo>
                    <a:pt x="48638" y="1443204"/>
                    <a:pt x="32779" y="1417116"/>
                    <a:pt x="18181" y="1390243"/>
                  </a:cubicBezTo>
                  <a:lnTo>
                    <a:pt x="0" y="1352501"/>
                  </a:lnTo>
                  <a:lnTo>
                    <a:pt x="33601" y="1357629"/>
                  </a:lnTo>
                  <a:cubicBezTo>
                    <a:pt x="65479" y="1360867"/>
                    <a:pt x="97824" y="1362525"/>
                    <a:pt x="130556" y="1362525"/>
                  </a:cubicBezTo>
                  <a:cubicBezTo>
                    <a:pt x="163288" y="1362525"/>
                    <a:pt x="195633" y="1360867"/>
                    <a:pt x="227511" y="1357629"/>
                  </a:cubicBezTo>
                  <a:lnTo>
                    <a:pt x="261111" y="1352501"/>
                  </a:lnTo>
                  <a:lnTo>
                    <a:pt x="321665" y="1343260"/>
                  </a:lnTo>
                  <a:cubicBezTo>
                    <a:pt x="352530" y="1336944"/>
                    <a:pt x="382849" y="1329128"/>
                    <a:pt x="412541" y="1319893"/>
                  </a:cubicBezTo>
                  <a:lnTo>
                    <a:pt x="491656" y="1290936"/>
                  </a:lnTo>
                  <a:lnTo>
                    <a:pt x="499664" y="1288005"/>
                  </a:lnTo>
                  <a:cubicBezTo>
                    <a:pt x="669838" y="1216028"/>
                    <a:pt x="814628" y="1095787"/>
                    <a:pt x="916874" y="944443"/>
                  </a:cubicBezTo>
                  <a:lnTo>
                    <a:pt x="937721" y="910128"/>
                  </a:lnTo>
                  <a:lnTo>
                    <a:pt x="964372" y="866258"/>
                  </a:lnTo>
                  <a:cubicBezTo>
                    <a:pt x="1037363" y="731895"/>
                    <a:pt x="1078823" y="577918"/>
                    <a:pt x="1078823" y="414258"/>
                  </a:cubicBezTo>
                  <a:cubicBezTo>
                    <a:pt x="1078823" y="283330"/>
                    <a:pt x="1052289" y="158599"/>
                    <a:pt x="1004303" y="4515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innerShdw blurRad="444500">
                <a:schemeClr val="tx1"/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n-GB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7885B8B-04CC-D8A5-0FC9-E794C9DC4334}"/>
                </a:ext>
              </a:extLst>
            </p:cNvPr>
            <p:cNvSpPr txBox="1"/>
            <p:nvPr/>
          </p:nvSpPr>
          <p:spPr>
            <a:xfrm>
              <a:off x="7301490" y="3046044"/>
              <a:ext cx="7289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 dirty="0">
                  <a:solidFill>
                    <a:schemeClr val="bg1"/>
                  </a:solidFill>
                </a:rPr>
                <a:t>04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6583841-812F-350C-BBE8-4CDF94548E58}"/>
              </a:ext>
            </a:extLst>
          </p:cNvPr>
          <p:cNvGrpSpPr/>
          <p:nvPr/>
        </p:nvGrpSpPr>
        <p:grpSpPr>
          <a:xfrm rot="13500000">
            <a:off x="4886149" y="-3445460"/>
            <a:ext cx="2419703" cy="2535625"/>
            <a:chOff x="5016841" y="1092484"/>
            <a:chExt cx="2419703" cy="2535625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EF84B46-C540-F7F3-2F70-6F0129A3D271}"/>
                </a:ext>
              </a:extLst>
            </p:cNvPr>
            <p:cNvSpPr/>
            <p:nvPr/>
          </p:nvSpPr>
          <p:spPr>
            <a:xfrm>
              <a:off x="5016841" y="1092484"/>
              <a:ext cx="2419703" cy="2535625"/>
            </a:xfrm>
            <a:custGeom>
              <a:avLst/>
              <a:gdLst>
                <a:gd name="connsiteX0" fmla="*/ 851997 w 1800264"/>
                <a:gd name="connsiteY0" fmla="*/ 0 h 1886510"/>
                <a:gd name="connsiteX1" fmla="*/ 1685813 w 1800264"/>
                <a:gd name="connsiteY1" fmla="*/ 496267 h 1886510"/>
                <a:gd name="connsiteX2" fmla="*/ 1703994 w 1800264"/>
                <a:gd name="connsiteY2" fmla="*/ 534009 h 1886510"/>
                <a:gd name="connsiteX3" fmla="*/ 1725744 w 1800264"/>
                <a:gd name="connsiteY3" fmla="*/ 579159 h 1886510"/>
                <a:gd name="connsiteX4" fmla="*/ 1800264 w 1800264"/>
                <a:gd name="connsiteY4" fmla="*/ 948267 h 1886510"/>
                <a:gd name="connsiteX5" fmla="*/ 1685813 w 1800264"/>
                <a:gd name="connsiteY5" fmla="*/ 1400267 h 1886510"/>
                <a:gd name="connsiteX6" fmla="*/ 1659162 w 1800264"/>
                <a:gd name="connsiteY6" fmla="*/ 1444137 h 1886510"/>
                <a:gd name="connsiteX7" fmla="*/ 1638315 w 1800264"/>
                <a:gd name="connsiteY7" fmla="*/ 1478452 h 1886510"/>
                <a:gd name="connsiteX8" fmla="*/ 1221105 w 1800264"/>
                <a:gd name="connsiteY8" fmla="*/ 1822014 h 1886510"/>
                <a:gd name="connsiteX9" fmla="*/ 1213097 w 1800264"/>
                <a:gd name="connsiteY9" fmla="*/ 1824945 h 1886510"/>
                <a:gd name="connsiteX10" fmla="*/ 1133982 w 1800264"/>
                <a:gd name="connsiteY10" fmla="*/ 1853902 h 1886510"/>
                <a:gd name="connsiteX11" fmla="*/ 1043106 w 1800264"/>
                <a:gd name="connsiteY11" fmla="*/ 1877269 h 1886510"/>
                <a:gd name="connsiteX12" fmla="*/ 982552 w 1800264"/>
                <a:gd name="connsiteY12" fmla="*/ 1886510 h 1886510"/>
                <a:gd name="connsiteX13" fmla="*/ 1004302 w 1800264"/>
                <a:gd name="connsiteY13" fmla="*/ 1841360 h 1886510"/>
                <a:gd name="connsiteX14" fmla="*/ 1059557 w 1800264"/>
                <a:gd name="connsiteY14" fmla="*/ 1663361 h 1886510"/>
                <a:gd name="connsiteX15" fmla="*/ 1063219 w 1800264"/>
                <a:gd name="connsiteY15" fmla="*/ 1639366 h 1886510"/>
                <a:gd name="connsiteX16" fmla="*/ 1073926 w 1800264"/>
                <a:gd name="connsiteY16" fmla="*/ 1569207 h 1886510"/>
                <a:gd name="connsiteX17" fmla="*/ 1078822 w 1800264"/>
                <a:gd name="connsiteY17" fmla="*/ 1472252 h 1886510"/>
                <a:gd name="connsiteX18" fmla="*/ 1075173 w 1800264"/>
                <a:gd name="connsiteY18" fmla="*/ 1399985 h 1886510"/>
                <a:gd name="connsiteX19" fmla="*/ 1073926 w 1800264"/>
                <a:gd name="connsiteY19" fmla="*/ 1375297 h 1886510"/>
                <a:gd name="connsiteX20" fmla="*/ 916873 w 1800264"/>
                <a:gd name="connsiteY20" fmla="*/ 942067 h 1886510"/>
                <a:gd name="connsiteX21" fmla="*/ 851997 w 1800264"/>
                <a:gd name="connsiteY21" fmla="*/ 863436 h 1886510"/>
                <a:gd name="connsiteX22" fmla="*/ 801081 w 1800264"/>
                <a:gd name="connsiteY22" fmla="*/ 801726 h 1886510"/>
                <a:gd name="connsiteX23" fmla="*/ 130555 w 1800264"/>
                <a:gd name="connsiteY23" fmla="*/ 523985 h 1886510"/>
                <a:gd name="connsiteX24" fmla="*/ 33600 w 1800264"/>
                <a:gd name="connsiteY24" fmla="*/ 528881 h 1886510"/>
                <a:gd name="connsiteX25" fmla="*/ 0 w 1800264"/>
                <a:gd name="connsiteY25" fmla="*/ 534009 h 1886510"/>
                <a:gd name="connsiteX26" fmla="*/ 18181 w 1800264"/>
                <a:gd name="connsiteY26" fmla="*/ 496267 h 1886510"/>
                <a:gd name="connsiteX27" fmla="*/ 851997 w 1800264"/>
                <a:gd name="connsiteY27" fmla="*/ 0 h 188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00264" h="1886510">
                  <a:moveTo>
                    <a:pt x="851997" y="0"/>
                  </a:moveTo>
                  <a:cubicBezTo>
                    <a:pt x="1212050" y="0"/>
                    <a:pt x="1525235" y="200668"/>
                    <a:pt x="1685813" y="496267"/>
                  </a:cubicBezTo>
                  <a:lnTo>
                    <a:pt x="1703994" y="534009"/>
                  </a:lnTo>
                  <a:lnTo>
                    <a:pt x="1725744" y="579159"/>
                  </a:lnTo>
                  <a:cubicBezTo>
                    <a:pt x="1773730" y="692608"/>
                    <a:pt x="1800264" y="817339"/>
                    <a:pt x="1800264" y="948267"/>
                  </a:cubicBezTo>
                  <a:cubicBezTo>
                    <a:pt x="1800264" y="1111927"/>
                    <a:pt x="1758804" y="1265904"/>
                    <a:pt x="1685813" y="1400267"/>
                  </a:cubicBezTo>
                  <a:lnTo>
                    <a:pt x="1659162" y="1444137"/>
                  </a:lnTo>
                  <a:lnTo>
                    <a:pt x="1638315" y="1478452"/>
                  </a:lnTo>
                  <a:cubicBezTo>
                    <a:pt x="1536069" y="1629796"/>
                    <a:pt x="1391279" y="1750037"/>
                    <a:pt x="1221105" y="1822014"/>
                  </a:cubicBezTo>
                  <a:lnTo>
                    <a:pt x="1213097" y="1824945"/>
                  </a:lnTo>
                  <a:lnTo>
                    <a:pt x="1133982" y="1853902"/>
                  </a:lnTo>
                  <a:cubicBezTo>
                    <a:pt x="1104290" y="1863137"/>
                    <a:pt x="1073971" y="1870953"/>
                    <a:pt x="1043106" y="1877269"/>
                  </a:cubicBezTo>
                  <a:lnTo>
                    <a:pt x="982552" y="1886510"/>
                  </a:lnTo>
                  <a:lnTo>
                    <a:pt x="1004302" y="1841360"/>
                  </a:lnTo>
                  <a:cubicBezTo>
                    <a:pt x="1028295" y="1784636"/>
                    <a:pt x="1046925" y="1725091"/>
                    <a:pt x="1059557" y="1663361"/>
                  </a:cubicBezTo>
                  <a:lnTo>
                    <a:pt x="1063219" y="1639366"/>
                  </a:lnTo>
                  <a:lnTo>
                    <a:pt x="1073926" y="1569207"/>
                  </a:lnTo>
                  <a:cubicBezTo>
                    <a:pt x="1077164" y="1537329"/>
                    <a:pt x="1078822" y="1504984"/>
                    <a:pt x="1078822" y="1472252"/>
                  </a:cubicBezTo>
                  <a:lnTo>
                    <a:pt x="1075173" y="1399985"/>
                  </a:lnTo>
                  <a:lnTo>
                    <a:pt x="1073926" y="1375297"/>
                  </a:lnTo>
                  <a:cubicBezTo>
                    <a:pt x="1057740" y="1215908"/>
                    <a:pt x="1002078" y="1068188"/>
                    <a:pt x="916873" y="942067"/>
                  </a:cubicBezTo>
                  <a:lnTo>
                    <a:pt x="851997" y="863436"/>
                  </a:lnTo>
                  <a:lnTo>
                    <a:pt x="801081" y="801726"/>
                  </a:lnTo>
                  <a:cubicBezTo>
                    <a:pt x="629478" y="630124"/>
                    <a:pt x="392412" y="523985"/>
                    <a:pt x="130555" y="523985"/>
                  </a:cubicBezTo>
                  <a:cubicBezTo>
                    <a:pt x="97823" y="523985"/>
                    <a:pt x="65478" y="525644"/>
                    <a:pt x="33600" y="528881"/>
                  </a:cubicBezTo>
                  <a:lnTo>
                    <a:pt x="0" y="534009"/>
                  </a:lnTo>
                  <a:lnTo>
                    <a:pt x="18181" y="496267"/>
                  </a:lnTo>
                  <a:cubicBezTo>
                    <a:pt x="178760" y="200668"/>
                    <a:pt x="491945" y="0"/>
                    <a:pt x="85199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innerShdw blurRad="444500">
                <a:schemeClr val="tx1"/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0A82703-EB86-158C-84F9-2AE6C68A9BA2}"/>
                </a:ext>
              </a:extLst>
            </p:cNvPr>
            <p:cNvSpPr txBox="1"/>
            <p:nvPr/>
          </p:nvSpPr>
          <p:spPr>
            <a:xfrm>
              <a:off x="6226692" y="1796762"/>
              <a:ext cx="6639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 dirty="0">
                  <a:solidFill>
                    <a:schemeClr val="bg1"/>
                  </a:solidFill>
                </a:rPr>
                <a:t>05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3E0807D-3DC2-1CA8-3FDA-7778425ED15B}"/>
              </a:ext>
            </a:extLst>
          </p:cNvPr>
          <p:cNvSpPr txBox="1"/>
          <p:nvPr/>
        </p:nvSpPr>
        <p:spPr>
          <a:xfrm>
            <a:off x="-3574586" y="1810236"/>
            <a:ext cx="2327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01 Lorem Ipsum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F4C1B4-FA0D-9978-A2F2-B827010D0C85}"/>
              </a:ext>
            </a:extLst>
          </p:cNvPr>
          <p:cNvSpPr txBox="1"/>
          <p:nvPr/>
        </p:nvSpPr>
        <p:spPr>
          <a:xfrm>
            <a:off x="-3574586" y="2209912"/>
            <a:ext cx="2697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3F4887-8139-6805-E144-4EA1EF2A87C9}"/>
              </a:ext>
            </a:extLst>
          </p:cNvPr>
          <p:cNvSpPr txBox="1"/>
          <p:nvPr/>
        </p:nvSpPr>
        <p:spPr>
          <a:xfrm>
            <a:off x="-4677518" y="3628109"/>
            <a:ext cx="2327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3"/>
                </a:solidFill>
              </a:rPr>
              <a:t>02 Lorem Ipsum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A109C4-5DD6-6BC3-1AFB-DB2A8FB02755}"/>
              </a:ext>
            </a:extLst>
          </p:cNvPr>
          <p:cNvSpPr txBox="1"/>
          <p:nvPr/>
        </p:nvSpPr>
        <p:spPr>
          <a:xfrm>
            <a:off x="-4677518" y="4027785"/>
            <a:ext cx="2697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4FE381-C57F-04C4-22F7-92AE10550741}"/>
              </a:ext>
            </a:extLst>
          </p:cNvPr>
          <p:cNvSpPr txBox="1"/>
          <p:nvPr/>
        </p:nvSpPr>
        <p:spPr>
          <a:xfrm>
            <a:off x="14419329" y="2541221"/>
            <a:ext cx="2327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5"/>
                </a:solidFill>
              </a:rPr>
              <a:t>04 Lorem Ipsum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5C88D6-5483-FD0B-C804-53DDEAA87CE8}"/>
              </a:ext>
            </a:extLst>
          </p:cNvPr>
          <p:cNvSpPr txBox="1"/>
          <p:nvPr/>
        </p:nvSpPr>
        <p:spPr>
          <a:xfrm>
            <a:off x="14419329" y="2940897"/>
            <a:ext cx="2697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00ACDC-1E0E-3128-6CF6-9999809AA118}"/>
              </a:ext>
            </a:extLst>
          </p:cNvPr>
          <p:cNvSpPr txBox="1"/>
          <p:nvPr/>
        </p:nvSpPr>
        <p:spPr>
          <a:xfrm>
            <a:off x="13475433" y="4598311"/>
            <a:ext cx="2327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4"/>
                </a:solidFill>
              </a:rPr>
              <a:t>03 Lorem Ipsum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47CE67-365E-21A9-E9B3-A95C0E914075}"/>
              </a:ext>
            </a:extLst>
          </p:cNvPr>
          <p:cNvSpPr txBox="1"/>
          <p:nvPr/>
        </p:nvSpPr>
        <p:spPr>
          <a:xfrm>
            <a:off x="13475433" y="4997987"/>
            <a:ext cx="2697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EEE0CD-8324-DD32-C630-A72461BE803A}"/>
              </a:ext>
            </a:extLst>
          </p:cNvPr>
          <p:cNvSpPr txBox="1"/>
          <p:nvPr/>
        </p:nvSpPr>
        <p:spPr>
          <a:xfrm>
            <a:off x="15102152" y="746176"/>
            <a:ext cx="2327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05 Lorem Ipsum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460685-76B8-BB26-96D7-8CD524B09220}"/>
              </a:ext>
            </a:extLst>
          </p:cNvPr>
          <p:cNvSpPr txBox="1"/>
          <p:nvPr/>
        </p:nvSpPr>
        <p:spPr>
          <a:xfrm>
            <a:off x="15102152" y="1145852"/>
            <a:ext cx="2697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</p:spTree>
    <p:extLst>
      <p:ext uri="{BB962C8B-B14F-4D97-AF65-F5344CB8AC3E}">
        <p14:creationId xmlns:p14="http://schemas.microsoft.com/office/powerpoint/2010/main" val="1750505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C97828-2A39-9C2C-419F-5AAED1EA7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7C582E21-45FC-2B44-7ED0-83E5B0BC6A65}"/>
              </a:ext>
            </a:extLst>
          </p:cNvPr>
          <p:cNvGrpSpPr/>
          <p:nvPr/>
        </p:nvGrpSpPr>
        <p:grpSpPr>
          <a:xfrm>
            <a:off x="3917769" y="1796762"/>
            <a:ext cx="2549098" cy="2190472"/>
            <a:chOff x="3923212" y="1796762"/>
            <a:chExt cx="2549098" cy="2190472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A12922D-FD2A-70BB-479D-6933553FE8B3}"/>
                </a:ext>
              </a:extLst>
            </p:cNvPr>
            <p:cNvSpPr/>
            <p:nvPr/>
          </p:nvSpPr>
          <p:spPr>
            <a:xfrm>
              <a:off x="3923212" y="1796762"/>
              <a:ext cx="2549098" cy="2190472"/>
            </a:xfrm>
            <a:custGeom>
              <a:avLst/>
              <a:gdLst>
                <a:gd name="connsiteX0" fmla="*/ 948267 w 1896534"/>
                <a:gd name="connsiteY0" fmla="*/ 0 h 1629716"/>
                <a:gd name="connsiteX1" fmla="*/ 1618793 w 1896534"/>
                <a:gd name="connsiteY1" fmla="*/ 277741 h 1629716"/>
                <a:gd name="connsiteX2" fmla="*/ 1669709 w 1896534"/>
                <a:gd name="connsiteY2" fmla="*/ 339451 h 1629716"/>
                <a:gd name="connsiteX3" fmla="*/ 1734585 w 1896534"/>
                <a:gd name="connsiteY3" fmla="*/ 418082 h 1629716"/>
                <a:gd name="connsiteX4" fmla="*/ 1891638 w 1896534"/>
                <a:gd name="connsiteY4" fmla="*/ 851312 h 1629716"/>
                <a:gd name="connsiteX5" fmla="*/ 1892885 w 1896534"/>
                <a:gd name="connsiteY5" fmla="*/ 876000 h 1629716"/>
                <a:gd name="connsiteX6" fmla="*/ 1896534 w 1896534"/>
                <a:gd name="connsiteY6" fmla="*/ 948267 h 1629716"/>
                <a:gd name="connsiteX7" fmla="*/ 1891638 w 1896534"/>
                <a:gd name="connsiteY7" fmla="*/ 1045222 h 1629716"/>
                <a:gd name="connsiteX8" fmla="*/ 1880931 w 1896534"/>
                <a:gd name="connsiteY8" fmla="*/ 1115381 h 1629716"/>
                <a:gd name="connsiteX9" fmla="*/ 1753829 w 1896534"/>
                <a:gd name="connsiteY9" fmla="*/ 1010512 h 1629716"/>
                <a:gd name="connsiteX10" fmla="*/ 1675644 w 1896534"/>
                <a:gd name="connsiteY10" fmla="*/ 963014 h 1629716"/>
                <a:gd name="connsiteX11" fmla="*/ 1669709 w 1896534"/>
                <a:gd name="connsiteY11" fmla="*/ 960155 h 1629716"/>
                <a:gd name="connsiteX12" fmla="*/ 1592752 w 1896534"/>
                <a:gd name="connsiteY12" fmla="*/ 923083 h 1629716"/>
                <a:gd name="connsiteX13" fmla="*/ 1505629 w 1896534"/>
                <a:gd name="connsiteY13" fmla="*/ 891195 h 1629716"/>
                <a:gd name="connsiteX14" fmla="*/ 1446533 w 1896534"/>
                <a:gd name="connsiteY14" fmla="*/ 876000 h 1629716"/>
                <a:gd name="connsiteX15" fmla="*/ 1414753 w 1896534"/>
                <a:gd name="connsiteY15" fmla="*/ 867828 h 1629716"/>
                <a:gd name="connsiteX16" fmla="*/ 1223644 w 1896534"/>
                <a:gd name="connsiteY16" fmla="*/ 848563 h 1629716"/>
                <a:gd name="connsiteX17" fmla="*/ 941659 w 1896534"/>
                <a:gd name="connsiteY17" fmla="*/ 891195 h 1629716"/>
                <a:gd name="connsiteX18" fmla="*/ 862545 w 1896534"/>
                <a:gd name="connsiteY18" fmla="*/ 920152 h 1629716"/>
                <a:gd name="connsiteX19" fmla="*/ 854536 w 1896534"/>
                <a:gd name="connsiteY19" fmla="*/ 923083 h 1629716"/>
                <a:gd name="connsiteX20" fmla="*/ 294642 w 1896534"/>
                <a:gd name="connsiteY20" fmla="*/ 1605721 h 1629716"/>
                <a:gd name="connsiteX21" fmla="*/ 290980 w 1896534"/>
                <a:gd name="connsiteY21" fmla="*/ 1629716 h 1629716"/>
                <a:gd name="connsiteX22" fmla="*/ 277741 w 1896534"/>
                <a:gd name="connsiteY22" fmla="*/ 1618793 h 1629716"/>
                <a:gd name="connsiteX23" fmla="*/ 0 w 1896534"/>
                <a:gd name="connsiteY23" fmla="*/ 948267 h 1629716"/>
                <a:gd name="connsiteX24" fmla="*/ 757158 w 1896534"/>
                <a:gd name="connsiteY24" fmla="*/ 19265 h 1629716"/>
                <a:gd name="connsiteX25" fmla="*/ 817712 w 1896534"/>
                <a:gd name="connsiteY25" fmla="*/ 10024 h 1629716"/>
                <a:gd name="connsiteX26" fmla="*/ 851312 w 1896534"/>
                <a:gd name="connsiteY26" fmla="*/ 4896 h 1629716"/>
                <a:gd name="connsiteX27" fmla="*/ 948267 w 1896534"/>
                <a:gd name="connsiteY27" fmla="*/ 0 h 1629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96534" h="1629716">
                  <a:moveTo>
                    <a:pt x="948267" y="0"/>
                  </a:moveTo>
                  <a:cubicBezTo>
                    <a:pt x="1210124" y="0"/>
                    <a:pt x="1447190" y="106139"/>
                    <a:pt x="1618793" y="277741"/>
                  </a:cubicBezTo>
                  <a:lnTo>
                    <a:pt x="1669709" y="339451"/>
                  </a:lnTo>
                  <a:lnTo>
                    <a:pt x="1734585" y="418082"/>
                  </a:lnTo>
                  <a:cubicBezTo>
                    <a:pt x="1819790" y="544203"/>
                    <a:pt x="1875452" y="691923"/>
                    <a:pt x="1891638" y="851312"/>
                  </a:cubicBezTo>
                  <a:lnTo>
                    <a:pt x="1892885" y="876000"/>
                  </a:lnTo>
                  <a:lnTo>
                    <a:pt x="1896534" y="948267"/>
                  </a:lnTo>
                  <a:cubicBezTo>
                    <a:pt x="1896534" y="980999"/>
                    <a:pt x="1894876" y="1013344"/>
                    <a:pt x="1891638" y="1045222"/>
                  </a:cubicBezTo>
                  <a:lnTo>
                    <a:pt x="1880931" y="1115381"/>
                  </a:lnTo>
                  <a:lnTo>
                    <a:pt x="1753829" y="1010512"/>
                  </a:lnTo>
                  <a:cubicBezTo>
                    <a:pt x="1728605" y="993471"/>
                    <a:pt x="1702517" y="977612"/>
                    <a:pt x="1675644" y="963014"/>
                  </a:cubicBezTo>
                  <a:lnTo>
                    <a:pt x="1669709" y="960155"/>
                  </a:lnTo>
                  <a:lnTo>
                    <a:pt x="1592752" y="923083"/>
                  </a:lnTo>
                  <a:cubicBezTo>
                    <a:pt x="1564390" y="911086"/>
                    <a:pt x="1535323" y="900431"/>
                    <a:pt x="1505629" y="891195"/>
                  </a:cubicBezTo>
                  <a:lnTo>
                    <a:pt x="1446533" y="876000"/>
                  </a:lnTo>
                  <a:lnTo>
                    <a:pt x="1414753" y="867828"/>
                  </a:lnTo>
                  <a:cubicBezTo>
                    <a:pt x="1353023" y="855197"/>
                    <a:pt x="1289108" y="848563"/>
                    <a:pt x="1223644" y="848563"/>
                  </a:cubicBezTo>
                  <a:cubicBezTo>
                    <a:pt x="1125448" y="848563"/>
                    <a:pt x="1030738" y="863489"/>
                    <a:pt x="941659" y="891195"/>
                  </a:cubicBezTo>
                  <a:lnTo>
                    <a:pt x="862545" y="920152"/>
                  </a:lnTo>
                  <a:lnTo>
                    <a:pt x="854536" y="923083"/>
                  </a:lnTo>
                  <a:cubicBezTo>
                    <a:pt x="570913" y="1043045"/>
                    <a:pt x="357802" y="1297072"/>
                    <a:pt x="294642" y="1605721"/>
                  </a:cubicBezTo>
                  <a:lnTo>
                    <a:pt x="290980" y="1629716"/>
                  </a:lnTo>
                  <a:lnTo>
                    <a:pt x="277741" y="1618793"/>
                  </a:lnTo>
                  <a:cubicBezTo>
                    <a:pt x="106139" y="1447190"/>
                    <a:pt x="0" y="1210124"/>
                    <a:pt x="0" y="948267"/>
                  </a:cubicBezTo>
                  <a:cubicBezTo>
                    <a:pt x="0" y="490018"/>
                    <a:pt x="325049" y="107688"/>
                    <a:pt x="757158" y="19265"/>
                  </a:cubicBezTo>
                  <a:lnTo>
                    <a:pt x="817712" y="10024"/>
                  </a:lnTo>
                  <a:lnTo>
                    <a:pt x="851312" y="4896"/>
                  </a:lnTo>
                  <a:cubicBezTo>
                    <a:pt x="883190" y="1659"/>
                    <a:pt x="915535" y="0"/>
                    <a:pt x="94826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innerShdw blurRad="419100">
                <a:schemeClr val="tx1"/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AB60C96-8277-731E-DD3B-BECC956DACE4}"/>
                </a:ext>
              </a:extLst>
            </p:cNvPr>
            <p:cNvSpPr txBox="1"/>
            <p:nvPr/>
          </p:nvSpPr>
          <p:spPr>
            <a:xfrm>
              <a:off x="4725881" y="2307066"/>
              <a:ext cx="71088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 dirty="0"/>
                <a:t>01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BB98CEE-5923-153D-298B-147F7C888090}"/>
              </a:ext>
            </a:extLst>
          </p:cNvPr>
          <p:cNvGrpSpPr/>
          <p:nvPr/>
        </p:nvGrpSpPr>
        <p:grpSpPr>
          <a:xfrm>
            <a:off x="4287900" y="2937300"/>
            <a:ext cx="1874097" cy="2549098"/>
            <a:chOff x="4293343" y="2937300"/>
            <a:chExt cx="1874097" cy="2549098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64103B8-1601-B289-0036-0FFBD4D075D0}"/>
                </a:ext>
              </a:extLst>
            </p:cNvPr>
            <p:cNvSpPr/>
            <p:nvPr/>
          </p:nvSpPr>
          <p:spPr>
            <a:xfrm>
              <a:off x="4293343" y="2937300"/>
              <a:ext cx="1874097" cy="2549098"/>
            </a:xfrm>
            <a:custGeom>
              <a:avLst/>
              <a:gdLst>
                <a:gd name="connsiteX0" fmla="*/ 948267 w 1394332"/>
                <a:gd name="connsiteY0" fmla="*/ 0 h 1896534"/>
                <a:gd name="connsiteX1" fmla="*/ 1139376 w 1394332"/>
                <a:gd name="connsiteY1" fmla="*/ 19265 h 1896534"/>
                <a:gd name="connsiteX2" fmla="*/ 1171156 w 1394332"/>
                <a:gd name="connsiteY2" fmla="*/ 27437 h 1896534"/>
                <a:gd name="connsiteX3" fmla="*/ 1230252 w 1394332"/>
                <a:gd name="connsiteY3" fmla="*/ 42632 h 1896534"/>
                <a:gd name="connsiteX4" fmla="*/ 1317375 w 1394332"/>
                <a:gd name="connsiteY4" fmla="*/ 74520 h 1896534"/>
                <a:gd name="connsiteX5" fmla="*/ 1394332 w 1394332"/>
                <a:gd name="connsiteY5" fmla="*/ 111592 h 1896534"/>
                <a:gd name="connsiteX6" fmla="*/ 1388396 w 1394332"/>
                <a:gd name="connsiteY6" fmla="*/ 114451 h 1896534"/>
                <a:gd name="connsiteX7" fmla="*/ 1310211 w 1394332"/>
                <a:gd name="connsiteY7" fmla="*/ 161949 h 1896534"/>
                <a:gd name="connsiteX8" fmla="*/ 1183109 w 1394332"/>
                <a:gd name="connsiteY8" fmla="*/ 266818 h 1896534"/>
                <a:gd name="connsiteX9" fmla="*/ 1169870 w 1394332"/>
                <a:gd name="connsiteY9" fmla="*/ 277741 h 1896534"/>
                <a:gd name="connsiteX10" fmla="*/ 1054078 w 1394332"/>
                <a:gd name="connsiteY10" fmla="*/ 418082 h 1896534"/>
                <a:gd name="connsiteX11" fmla="*/ 1033232 w 1394332"/>
                <a:gd name="connsiteY11" fmla="*/ 452397 h 1896534"/>
                <a:gd name="connsiteX12" fmla="*/ 1006580 w 1394332"/>
                <a:gd name="connsiteY12" fmla="*/ 496267 h 1896534"/>
                <a:gd name="connsiteX13" fmla="*/ 892129 w 1394332"/>
                <a:gd name="connsiteY13" fmla="*/ 948267 h 1896534"/>
                <a:gd name="connsiteX14" fmla="*/ 895779 w 1394332"/>
                <a:gd name="connsiteY14" fmla="*/ 1020535 h 1896534"/>
                <a:gd name="connsiteX15" fmla="*/ 897025 w 1394332"/>
                <a:gd name="connsiteY15" fmla="*/ 1045222 h 1896534"/>
                <a:gd name="connsiteX16" fmla="*/ 1388396 w 1394332"/>
                <a:gd name="connsiteY16" fmla="*/ 1782083 h 1896534"/>
                <a:gd name="connsiteX17" fmla="*/ 1394332 w 1394332"/>
                <a:gd name="connsiteY17" fmla="*/ 1784943 h 1896534"/>
                <a:gd name="connsiteX18" fmla="*/ 1317375 w 1394332"/>
                <a:gd name="connsiteY18" fmla="*/ 1822014 h 1896534"/>
                <a:gd name="connsiteX19" fmla="*/ 948267 w 1394332"/>
                <a:gd name="connsiteY19" fmla="*/ 1896534 h 1896534"/>
                <a:gd name="connsiteX20" fmla="*/ 0 w 1394332"/>
                <a:gd name="connsiteY20" fmla="*/ 948267 h 1896534"/>
                <a:gd name="connsiteX21" fmla="*/ 4896 w 1394332"/>
                <a:gd name="connsiteY21" fmla="*/ 851312 h 1896534"/>
                <a:gd name="connsiteX22" fmla="*/ 15603 w 1394332"/>
                <a:gd name="connsiteY22" fmla="*/ 781153 h 1896534"/>
                <a:gd name="connsiteX23" fmla="*/ 19265 w 1394332"/>
                <a:gd name="connsiteY23" fmla="*/ 757158 h 1896534"/>
                <a:gd name="connsiteX24" fmla="*/ 579159 w 1394332"/>
                <a:gd name="connsiteY24" fmla="*/ 74520 h 1896534"/>
                <a:gd name="connsiteX25" fmla="*/ 587168 w 1394332"/>
                <a:gd name="connsiteY25" fmla="*/ 71589 h 1896534"/>
                <a:gd name="connsiteX26" fmla="*/ 666282 w 1394332"/>
                <a:gd name="connsiteY26" fmla="*/ 42632 h 1896534"/>
                <a:gd name="connsiteX27" fmla="*/ 948267 w 1394332"/>
                <a:gd name="connsiteY27" fmla="*/ 0 h 1896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94332" h="1896534">
                  <a:moveTo>
                    <a:pt x="948267" y="0"/>
                  </a:moveTo>
                  <a:cubicBezTo>
                    <a:pt x="1013731" y="0"/>
                    <a:pt x="1077646" y="6634"/>
                    <a:pt x="1139376" y="19265"/>
                  </a:cubicBezTo>
                  <a:lnTo>
                    <a:pt x="1171156" y="27437"/>
                  </a:lnTo>
                  <a:lnTo>
                    <a:pt x="1230252" y="42632"/>
                  </a:lnTo>
                  <a:cubicBezTo>
                    <a:pt x="1259946" y="51868"/>
                    <a:pt x="1289013" y="62523"/>
                    <a:pt x="1317375" y="74520"/>
                  </a:cubicBezTo>
                  <a:lnTo>
                    <a:pt x="1394332" y="111592"/>
                  </a:lnTo>
                  <a:lnTo>
                    <a:pt x="1388396" y="114451"/>
                  </a:lnTo>
                  <a:cubicBezTo>
                    <a:pt x="1361523" y="129049"/>
                    <a:pt x="1335435" y="144908"/>
                    <a:pt x="1310211" y="161949"/>
                  </a:cubicBezTo>
                  <a:lnTo>
                    <a:pt x="1183109" y="266818"/>
                  </a:lnTo>
                  <a:lnTo>
                    <a:pt x="1169870" y="277741"/>
                  </a:lnTo>
                  <a:cubicBezTo>
                    <a:pt x="1126970" y="320642"/>
                    <a:pt x="1088161" y="367634"/>
                    <a:pt x="1054078" y="418082"/>
                  </a:cubicBezTo>
                  <a:lnTo>
                    <a:pt x="1033232" y="452397"/>
                  </a:lnTo>
                  <a:lnTo>
                    <a:pt x="1006580" y="496267"/>
                  </a:lnTo>
                  <a:cubicBezTo>
                    <a:pt x="933590" y="630630"/>
                    <a:pt x="892129" y="784607"/>
                    <a:pt x="892129" y="948267"/>
                  </a:cubicBezTo>
                  <a:lnTo>
                    <a:pt x="895779" y="1020535"/>
                  </a:lnTo>
                  <a:lnTo>
                    <a:pt x="897025" y="1045222"/>
                  </a:lnTo>
                  <a:cubicBezTo>
                    <a:pt x="929399" y="1364001"/>
                    <a:pt x="1119670" y="1636103"/>
                    <a:pt x="1388396" y="1782083"/>
                  </a:cubicBezTo>
                  <a:lnTo>
                    <a:pt x="1394332" y="1784943"/>
                  </a:lnTo>
                  <a:lnTo>
                    <a:pt x="1317375" y="1822014"/>
                  </a:lnTo>
                  <a:cubicBezTo>
                    <a:pt x="1203926" y="1870000"/>
                    <a:pt x="1079195" y="1896534"/>
                    <a:pt x="948267" y="1896534"/>
                  </a:cubicBezTo>
                  <a:cubicBezTo>
                    <a:pt x="424554" y="1896534"/>
                    <a:pt x="0" y="1471980"/>
                    <a:pt x="0" y="948267"/>
                  </a:cubicBezTo>
                  <a:cubicBezTo>
                    <a:pt x="0" y="915535"/>
                    <a:pt x="1659" y="883190"/>
                    <a:pt x="4896" y="851312"/>
                  </a:cubicBezTo>
                  <a:lnTo>
                    <a:pt x="15603" y="781153"/>
                  </a:lnTo>
                  <a:lnTo>
                    <a:pt x="19265" y="757158"/>
                  </a:lnTo>
                  <a:cubicBezTo>
                    <a:pt x="82425" y="448509"/>
                    <a:pt x="295536" y="194482"/>
                    <a:pt x="579159" y="74520"/>
                  </a:cubicBezTo>
                  <a:lnTo>
                    <a:pt x="587168" y="71589"/>
                  </a:lnTo>
                  <a:lnTo>
                    <a:pt x="666282" y="42632"/>
                  </a:lnTo>
                  <a:cubicBezTo>
                    <a:pt x="755361" y="14926"/>
                    <a:pt x="850071" y="0"/>
                    <a:pt x="9482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innerShdw blurRad="419100">
                <a:schemeClr val="tx1"/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4F3D8A5-05BF-2C9B-8797-569D8C2F31AC}"/>
                </a:ext>
              </a:extLst>
            </p:cNvPr>
            <p:cNvSpPr txBox="1"/>
            <p:nvPr/>
          </p:nvSpPr>
          <p:spPr>
            <a:xfrm>
              <a:off x="4666839" y="3950239"/>
              <a:ext cx="71088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 dirty="0">
                  <a:solidFill>
                    <a:schemeClr val="bg1"/>
                  </a:solidFill>
                </a:rPr>
                <a:t>02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FBCB2EF-BBC3-BD64-0EC1-66DB991F50BE}"/>
              </a:ext>
            </a:extLst>
          </p:cNvPr>
          <p:cNvGrpSpPr/>
          <p:nvPr/>
        </p:nvGrpSpPr>
        <p:grpSpPr>
          <a:xfrm>
            <a:off x="5486994" y="3295927"/>
            <a:ext cx="2549098" cy="2190472"/>
            <a:chOff x="5486994" y="3295927"/>
            <a:chExt cx="2549098" cy="2190472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753E989-BDB4-8CB5-7120-2478ED9F6B59}"/>
                </a:ext>
              </a:extLst>
            </p:cNvPr>
            <p:cNvSpPr/>
            <p:nvPr/>
          </p:nvSpPr>
          <p:spPr>
            <a:xfrm>
              <a:off x="5486994" y="3295927"/>
              <a:ext cx="2549098" cy="2190472"/>
            </a:xfrm>
            <a:custGeom>
              <a:avLst/>
              <a:gdLst>
                <a:gd name="connsiteX0" fmla="*/ 290980 w 1896534"/>
                <a:gd name="connsiteY0" fmla="*/ 0 h 1629716"/>
                <a:gd name="connsiteX1" fmla="*/ 294642 w 1896534"/>
                <a:gd name="connsiteY1" fmla="*/ 23995 h 1629716"/>
                <a:gd name="connsiteX2" fmla="*/ 349897 w 1896534"/>
                <a:gd name="connsiteY2" fmla="*/ 201994 h 1629716"/>
                <a:gd name="connsiteX3" fmla="*/ 371647 w 1896534"/>
                <a:gd name="connsiteY3" fmla="*/ 247144 h 1629716"/>
                <a:gd name="connsiteX4" fmla="*/ 389828 w 1896534"/>
                <a:gd name="connsiteY4" fmla="*/ 284886 h 1629716"/>
                <a:gd name="connsiteX5" fmla="*/ 437326 w 1896534"/>
                <a:gd name="connsiteY5" fmla="*/ 363071 h 1629716"/>
                <a:gd name="connsiteX6" fmla="*/ 502203 w 1896534"/>
                <a:gd name="connsiteY6" fmla="*/ 441702 h 1629716"/>
                <a:gd name="connsiteX7" fmla="*/ 553118 w 1896534"/>
                <a:gd name="connsiteY7" fmla="*/ 503412 h 1629716"/>
                <a:gd name="connsiteX8" fmla="*/ 941659 w 1896534"/>
                <a:gd name="connsiteY8" fmla="*/ 738521 h 1629716"/>
                <a:gd name="connsiteX9" fmla="*/ 1000756 w 1896534"/>
                <a:gd name="connsiteY9" fmla="*/ 753717 h 1629716"/>
                <a:gd name="connsiteX10" fmla="*/ 1032535 w 1896534"/>
                <a:gd name="connsiteY10" fmla="*/ 761888 h 1629716"/>
                <a:gd name="connsiteX11" fmla="*/ 1223644 w 1896534"/>
                <a:gd name="connsiteY11" fmla="*/ 781153 h 1629716"/>
                <a:gd name="connsiteX12" fmla="*/ 1753829 w 1896534"/>
                <a:gd name="connsiteY12" fmla="*/ 619204 h 1629716"/>
                <a:gd name="connsiteX13" fmla="*/ 1880931 w 1896534"/>
                <a:gd name="connsiteY13" fmla="*/ 514335 h 1629716"/>
                <a:gd name="connsiteX14" fmla="*/ 1891638 w 1896534"/>
                <a:gd name="connsiteY14" fmla="*/ 584494 h 1629716"/>
                <a:gd name="connsiteX15" fmla="*/ 1896534 w 1896534"/>
                <a:gd name="connsiteY15" fmla="*/ 681449 h 1629716"/>
                <a:gd name="connsiteX16" fmla="*/ 948267 w 1896534"/>
                <a:gd name="connsiteY16" fmla="*/ 1629716 h 1629716"/>
                <a:gd name="connsiteX17" fmla="*/ 579159 w 1896534"/>
                <a:gd name="connsiteY17" fmla="*/ 1555196 h 1629716"/>
                <a:gd name="connsiteX18" fmla="*/ 502203 w 1896534"/>
                <a:gd name="connsiteY18" fmla="*/ 1518125 h 1629716"/>
                <a:gd name="connsiteX19" fmla="*/ 496267 w 1896534"/>
                <a:gd name="connsiteY19" fmla="*/ 1515265 h 1629716"/>
                <a:gd name="connsiteX20" fmla="*/ 4896 w 1896534"/>
                <a:gd name="connsiteY20" fmla="*/ 778404 h 1629716"/>
                <a:gd name="connsiteX21" fmla="*/ 3650 w 1896534"/>
                <a:gd name="connsiteY21" fmla="*/ 753717 h 1629716"/>
                <a:gd name="connsiteX22" fmla="*/ 0 w 1896534"/>
                <a:gd name="connsiteY22" fmla="*/ 681449 h 1629716"/>
                <a:gd name="connsiteX23" fmla="*/ 114451 w 1896534"/>
                <a:gd name="connsiteY23" fmla="*/ 229449 h 1629716"/>
                <a:gd name="connsiteX24" fmla="*/ 141103 w 1896534"/>
                <a:gd name="connsiteY24" fmla="*/ 185579 h 1629716"/>
                <a:gd name="connsiteX25" fmla="*/ 161949 w 1896534"/>
                <a:gd name="connsiteY25" fmla="*/ 151264 h 1629716"/>
                <a:gd name="connsiteX26" fmla="*/ 277741 w 1896534"/>
                <a:gd name="connsiteY26" fmla="*/ 10923 h 1629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96534" h="1629716">
                  <a:moveTo>
                    <a:pt x="290980" y="0"/>
                  </a:moveTo>
                  <a:lnTo>
                    <a:pt x="294642" y="23995"/>
                  </a:lnTo>
                  <a:cubicBezTo>
                    <a:pt x="307274" y="85725"/>
                    <a:pt x="325904" y="145270"/>
                    <a:pt x="349897" y="201994"/>
                  </a:cubicBezTo>
                  <a:lnTo>
                    <a:pt x="371647" y="247144"/>
                  </a:lnTo>
                  <a:lnTo>
                    <a:pt x="389828" y="284886"/>
                  </a:lnTo>
                  <a:cubicBezTo>
                    <a:pt x="404426" y="311759"/>
                    <a:pt x="420285" y="337847"/>
                    <a:pt x="437326" y="363071"/>
                  </a:cubicBezTo>
                  <a:lnTo>
                    <a:pt x="502203" y="441702"/>
                  </a:lnTo>
                  <a:lnTo>
                    <a:pt x="553118" y="503412"/>
                  </a:lnTo>
                  <a:cubicBezTo>
                    <a:pt x="660370" y="610664"/>
                    <a:pt x="793194" y="692343"/>
                    <a:pt x="941659" y="738521"/>
                  </a:cubicBezTo>
                  <a:lnTo>
                    <a:pt x="1000756" y="753717"/>
                  </a:lnTo>
                  <a:lnTo>
                    <a:pt x="1032535" y="761888"/>
                  </a:lnTo>
                  <a:cubicBezTo>
                    <a:pt x="1094265" y="774520"/>
                    <a:pt x="1158180" y="781153"/>
                    <a:pt x="1223644" y="781153"/>
                  </a:cubicBezTo>
                  <a:cubicBezTo>
                    <a:pt x="1420037" y="781153"/>
                    <a:pt x="1602485" y="721450"/>
                    <a:pt x="1753829" y="619204"/>
                  </a:cubicBezTo>
                  <a:lnTo>
                    <a:pt x="1880931" y="514335"/>
                  </a:lnTo>
                  <a:lnTo>
                    <a:pt x="1891638" y="584494"/>
                  </a:lnTo>
                  <a:cubicBezTo>
                    <a:pt x="1894876" y="616372"/>
                    <a:pt x="1896534" y="648717"/>
                    <a:pt x="1896534" y="681449"/>
                  </a:cubicBezTo>
                  <a:cubicBezTo>
                    <a:pt x="1896534" y="1205162"/>
                    <a:pt x="1471980" y="1629716"/>
                    <a:pt x="948267" y="1629716"/>
                  </a:cubicBezTo>
                  <a:cubicBezTo>
                    <a:pt x="817339" y="1629716"/>
                    <a:pt x="692608" y="1603182"/>
                    <a:pt x="579159" y="1555196"/>
                  </a:cubicBezTo>
                  <a:lnTo>
                    <a:pt x="502203" y="1518125"/>
                  </a:lnTo>
                  <a:lnTo>
                    <a:pt x="496267" y="1515265"/>
                  </a:lnTo>
                  <a:cubicBezTo>
                    <a:pt x="227541" y="1369285"/>
                    <a:pt x="37270" y="1097183"/>
                    <a:pt x="4896" y="778404"/>
                  </a:cubicBezTo>
                  <a:lnTo>
                    <a:pt x="3650" y="753717"/>
                  </a:lnTo>
                  <a:lnTo>
                    <a:pt x="0" y="681449"/>
                  </a:lnTo>
                  <a:cubicBezTo>
                    <a:pt x="0" y="517789"/>
                    <a:pt x="41461" y="363812"/>
                    <a:pt x="114451" y="229449"/>
                  </a:cubicBezTo>
                  <a:lnTo>
                    <a:pt x="141103" y="185579"/>
                  </a:lnTo>
                  <a:lnTo>
                    <a:pt x="161949" y="151264"/>
                  </a:lnTo>
                  <a:cubicBezTo>
                    <a:pt x="196032" y="100816"/>
                    <a:pt x="234841" y="53824"/>
                    <a:pt x="277741" y="1092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innerShdw blurRad="419100">
                <a:schemeClr val="tx1"/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n-GB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B592FC1-5BC1-88A0-D5ED-2B78CA09AA5D}"/>
                </a:ext>
              </a:extLst>
            </p:cNvPr>
            <p:cNvSpPr txBox="1"/>
            <p:nvPr/>
          </p:nvSpPr>
          <p:spPr>
            <a:xfrm>
              <a:off x="6226692" y="4473459"/>
              <a:ext cx="6639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 dirty="0">
                  <a:solidFill>
                    <a:schemeClr val="bg1"/>
                  </a:solidFill>
                </a:rPr>
                <a:t>03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8F3725A-C77F-170B-84CE-9555FD38845D}"/>
              </a:ext>
            </a:extLst>
          </p:cNvPr>
          <p:cNvGrpSpPr/>
          <p:nvPr/>
        </p:nvGrpSpPr>
        <p:grpSpPr>
          <a:xfrm>
            <a:off x="5986517" y="1810236"/>
            <a:ext cx="2419703" cy="2535625"/>
            <a:chOff x="5986517" y="1810236"/>
            <a:chExt cx="2419703" cy="2535625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6B4669E-D354-79C7-CAB6-E65D445E2310}"/>
                </a:ext>
              </a:extLst>
            </p:cNvPr>
            <p:cNvSpPr/>
            <p:nvPr/>
          </p:nvSpPr>
          <p:spPr>
            <a:xfrm>
              <a:off x="5986517" y="1810236"/>
              <a:ext cx="2419703" cy="2535625"/>
            </a:xfrm>
            <a:custGeom>
              <a:avLst/>
              <a:gdLst>
                <a:gd name="connsiteX0" fmla="*/ 982553 w 1800264"/>
                <a:gd name="connsiteY0" fmla="*/ 0 h 1886510"/>
                <a:gd name="connsiteX1" fmla="*/ 1043106 w 1800264"/>
                <a:gd name="connsiteY1" fmla="*/ 9241 h 1886510"/>
                <a:gd name="connsiteX2" fmla="*/ 1800264 w 1800264"/>
                <a:gd name="connsiteY2" fmla="*/ 938243 h 1886510"/>
                <a:gd name="connsiteX3" fmla="*/ 1522523 w 1800264"/>
                <a:gd name="connsiteY3" fmla="*/ 1608769 h 1886510"/>
                <a:gd name="connsiteX4" fmla="*/ 1509284 w 1800264"/>
                <a:gd name="connsiteY4" fmla="*/ 1619692 h 1886510"/>
                <a:gd name="connsiteX5" fmla="*/ 1382182 w 1800264"/>
                <a:gd name="connsiteY5" fmla="*/ 1724561 h 1886510"/>
                <a:gd name="connsiteX6" fmla="*/ 851997 w 1800264"/>
                <a:gd name="connsiteY6" fmla="*/ 1886510 h 1886510"/>
                <a:gd name="connsiteX7" fmla="*/ 660888 w 1800264"/>
                <a:gd name="connsiteY7" fmla="*/ 1867245 h 1886510"/>
                <a:gd name="connsiteX8" fmla="*/ 629109 w 1800264"/>
                <a:gd name="connsiteY8" fmla="*/ 1859074 h 1886510"/>
                <a:gd name="connsiteX9" fmla="*/ 570012 w 1800264"/>
                <a:gd name="connsiteY9" fmla="*/ 1843878 h 1886510"/>
                <a:gd name="connsiteX10" fmla="*/ 181471 w 1800264"/>
                <a:gd name="connsiteY10" fmla="*/ 1608769 h 1886510"/>
                <a:gd name="connsiteX11" fmla="*/ 130556 w 1800264"/>
                <a:gd name="connsiteY11" fmla="*/ 1547059 h 1886510"/>
                <a:gd name="connsiteX12" fmla="*/ 65679 w 1800264"/>
                <a:gd name="connsiteY12" fmla="*/ 1468428 h 1886510"/>
                <a:gd name="connsiteX13" fmla="*/ 18181 w 1800264"/>
                <a:gd name="connsiteY13" fmla="*/ 1390243 h 1886510"/>
                <a:gd name="connsiteX14" fmla="*/ 0 w 1800264"/>
                <a:gd name="connsiteY14" fmla="*/ 1352501 h 1886510"/>
                <a:gd name="connsiteX15" fmla="*/ 33601 w 1800264"/>
                <a:gd name="connsiteY15" fmla="*/ 1357629 h 1886510"/>
                <a:gd name="connsiteX16" fmla="*/ 130556 w 1800264"/>
                <a:gd name="connsiteY16" fmla="*/ 1362525 h 1886510"/>
                <a:gd name="connsiteX17" fmla="*/ 227511 w 1800264"/>
                <a:gd name="connsiteY17" fmla="*/ 1357629 h 1886510"/>
                <a:gd name="connsiteX18" fmla="*/ 261111 w 1800264"/>
                <a:gd name="connsiteY18" fmla="*/ 1352501 h 1886510"/>
                <a:gd name="connsiteX19" fmla="*/ 321665 w 1800264"/>
                <a:gd name="connsiteY19" fmla="*/ 1343260 h 1886510"/>
                <a:gd name="connsiteX20" fmla="*/ 412541 w 1800264"/>
                <a:gd name="connsiteY20" fmla="*/ 1319893 h 1886510"/>
                <a:gd name="connsiteX21" fmla="*/ 491656 w 1800264"/>
                <a:gd name="connsiteY21" fmla="*/ 1290936 h 1886510"/>
                <a:gd name="connsiteX22" fmla="*/ 499664 w 1800264"/>
                <a:gd name="connsiteY22" fmla="*/ 1288005 h 1886510"/>
                <a:gd name="connsiteX23" fmla="*/ 916874 w 1800264"/>
                <a:gd name="connsiteY23" fmla="*/ 944443 h 1886510"/>
                <a:gd name="connsiteX24" fmla="*/ 937721 w 1800264"/>
                <a:gd name="connsiteY24" fmla="*/ 910128 h 1886510"/>
                <a:gd name="connsiteX25" fmla="*/ 964372 w 1800264"/>
                <a:gd name="connsiteY25" fmla="*/ 866258 h 1886510"/>
                <a:gd name="connsiteX26" fmla="*/ 1078823 w 1800264"/>
                <a:gd name="connsiteY26" fmla="*/ 414258 h 1886510"/>
                <a:gd name="connsiteX27" fmla="*/ 1004303 w 1800264"/>
                <a:gd name="connsiteY27" fmla="*/ 45150 h 188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00264" h="1886510">
                  <a:moveTo>
                    <a:pt x="982553" y="0"/>
                  </a:moveTo>
                  <a:lnTo>
                    <a:pt x="1043106" y="9241"/>
                  </a:lnTo>
                  <a:cubicBezTo>
                    <a:pt x="1475215" y="97664"/>
                    <a:pt x="1800264" y="479994"/>
                    <a:pt x="1800264" y="938243"/>
                  </a:cubicBezTo>
                  <a:cubicBezTo>
                    <a:pt x="1800264" y="1200100"/>
                    <a:pt x="1694126" y="1437166"/>
                    <a:pt x="1522523" y="1608769"/>
                  </a:cubicBezTo>
                  <a:lnTo>
                    <a:pt x="1509284" y="1619692"/>
                  </a:lnTo>
                  <a:lnTo>
                    <a:pt x="1382182" y="1724561"/>
                  </a:lnTo>
                  <a:cubicBezTo>
                    <a:pt x="1230838" y="1826807"/>
                    <a:pt x="1048390" y="1886510"/>
                    <a:pt x="851997" y="1886510"/>
                  </a:cubicBezTo>
                  <a:cubicBezTo>
                    <a:pt x="786533" y="1886510"/>
                    <a:pt x="722618" y="1879877"/>
                    <a:pt x="660888" y="1867245"/>
                  </a:cubicBezTo>
                  <a:lnTo>
                    <a:pt x="629109" y="1859074"/>
                  </a:lnTo>
                  <a:lnTo>
                    <a:pt x="570012" y="1843878"/>
                  </a:lnTo>
                  <a:cubicBezTo>
                    <a:pt x="421547" y="1797700"/>
                    <a:pt x="288723" y="1716021"/>
                    <a:pt x="181471" y="1608769"/>
                  </a:cubicBezTo>
                  <a:lnTo>
                    <a:pt x="130556" y="1547059"/>
                  </a:lnTo>
                  <a:lnTo>
                    <a:pt x="65679" y="1468428"/>
                  </a:lnTo>
                  <a:cubicBezTo>
                    <a:pt x="48638" y="1443204"/>
                    <a:pt x="32779" y="1417116"/>
                    <a:pt x="18181" y="1390243"/>
                  </a:cubicBezTo>
                  <a:lnTo>
                    <a:pt x="0" y="1352501"/>
                  </a:lnTo>
                  <a:lnTo>
                    <a:pt x="33601" y="1357629"/>
                  </a:lnTo>
                  <a:cubicBezTo>
                    <a:pt x="65479" y="1360867"/>
                    <a:pt x="97824" y="1362525"/>
                    <a:pt x="130556" y="1362525"/>
                  </a:cubicBezTo>
                  <a:cubicBezTo>
                    <a:pt x="163288" y="1362525"/>
                    <a:pt x="195633" y="1360867"/>
                    <a:pt x="227511" y="1357629"/>
                  </a:cubicBezTo>
                  <a:lnTo>
                    <a:pt x="261111" y="1352501"/>
                  </a:lnTo>
                  <a:lnTo>
                    <a:pt x="321665" y="1343260"/>
                  </a:lnTo>
                  <a:cubicBezTo>
                    <a:pt x="352530" y="1336944"/>
                    <a:pt x="382849" y="1329128"/>
                    <a:pt x="412541" y="1319893"/>
                  </a:cubicBezTo>
                  <a:lnTo>
                    <a:pt x="491656" y="1290936"/>
                  </a:lnTo>
                  <a:lnTo>
                    <a:pt x="499664" y="1288005"/>
                  </a:lnTo>
                  <a:cubicBezTo>
                    <a:pt x="669838" y="1216028"/>
                    <a:pt x="814628" y="1095787"/>
                    <a:pt x="916874" y="944443"/>
                  </a:cubicBezTo>
                  <a:lnTo>
                    <a:pt x="937721" y="910128"/>
                  </a:lnTo>
                  <a:lnTo>
                    <a:pt x="964372" y="866258"/>
                  </a:lnTo>
                  <a:cubicBezTo>
                    <a:pt x="1037363" y="731895"/>
                    <a:pt x="1078823" y="577918"/>
                    <a:pt x="1078823" y="414258"/>
                  </a:cubicBezTo>
                  <a:cubicBezTo>
                    <a:pt x="1078823" y="283330"/>
                    <a:pt x="1052289" y="158599"/>
                    <a:pt x="1004303" y="4515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innerShdw blurRad="444500">
                <a:schemeClr val="tx1"/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n-GB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982BE06-9365-DCF4-5A21-2B68B5081852}"/>
                </a:ext>
              </a:extLst>
            </p:cNvPr>
            <p:cNvSpPr txBox="1"/>
            <p:nvPr/>
          </p:nvSpPr>
          <p:spPr>
            <a:xfrm>
              <a:off x="7301490" y="3046044"/>
              <a:ext cx="7289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 dirty="0">
                  <a:solidFill>
                    <a:schemeClr val="bg1"/>
                  </a:solidFill>
                </a:rPr>
                <a:t>04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020736D-C4F5-AA22-271F-F36439DA727E}"/>
              </a:ext>
            </a:extLst>
          </p:cNvPr>
          <p:cNvGrpSpPr/>
          <p:nvPr/>
        </p:nvGrpSpPr>
        <p:grpSpPr>
          <a:xfrm>
            <a:off x="5016841" y="1092484"/>
            <a:ext cx="2419703" cy="2535625"/>
            <a:chOff x="5016841" y="1092484"/>
            <a:chExt cx="2419703" cy="2535625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9CF28CF-C2B9-50DC-AC9B-E3B9020CEDAB}"/>
                </a:ext>
              </a:extLst>
            </p:cNvPr>
            <p:cNvSpPr/>
            <p:nvPr/>
          </p:nvSpPr>
          <p:spPr>
            <a:xfrm>
              <a:off x="5016841" y="1092484"/>
              <a:ext cx="2419703" cy="2535625"/>
            </a:xfrm>
            <a:custGeom>
              <a:avLst/>
              <a:gdLst>
                <a:gd name="connsiteX0" fmla="*/ 851997 w 1800264"/>
                <a:gd name="connsiteY0" fmla="*/ 0 h 1886510"/>
                <a:gd name="connsiteX1" fmla="*/ 1685813 w 1800264"/>
                <a:gd name="connsiteY1" fmla="*/ 496267 h 1886510"/>
                <a:gd name="connsiteX2" fmla="*/ 1703994 w 1800264"/>
                <a:gd name="connsiteY2" fmla="*/ 534009 h 1886510"/>
                <a:gd name="connsiteX3" fmla="*/ 1725744 w 1800264"/>
                <a:gd name="connsiteY3" fmla="*/ 579159 h 1886510"/>
                <a:gd name="connsiteX4" fmla="*/ 1800264 w 1800264"/>
                <a:gd name="connsiteY4" fmla="*/ 948267 h 1886510"/>
                <a:gd name="connsiteX5" fmla="*/ 1685813 w 1800264"/>
                <a:gd name="connsiteY5" fmla="*/ 1400267 h 1886510"/>
                <a:gd name="connsiteX6" fmla="*/ 1659162 w 1800264"/>
                <a:gd name="connsiteY6" fmla="*/ 1444137 h 1886510"/>
                <a:gd name="connsiteX7" fmla="*/ 1638315 w 1800264"/>
                <a:gd name="connsiteY7" fmla="*/ 1478452 h 1886510"/>
                <a:gd name="connsiteX8" fmla="*/ 1221105 w 1800264"/>
                <a:gd name="connsiteY8" fmla="*/ 1822014 h 1886510"/>
                <a:gd name="connsiteX9" fmla="*/ 1213097 w 1800264"/>
                <a:gd name="connsiteY9" fmla="*/ 1824945 h 1886510"/>
                <a:gd name="connsiteX10" fmla="*/ 1133982 w 1800264"/>
                <a:gd name="connsiteY10" fmla="*/ 1853902 h 1886510"/>
                <a:gd name="connsiteX11" fmla="*/ 1043106 w 1800264"/>
                <a:gd name="connsiteY11" fmla="*/ 1877269 h 1886510"/>
                <a:gd name="connsiteX12" fmla="*/ 982552 w 1800264"/>
                <a:gd name="connsiteY12" fmla="*/ 1886510 h 1886510"/>
                <a:gd name="connsiteX13" fmla="*/ 1004302 w 1800264"/>
                <a:gd name="connsiteY13" fmla="*/ 1841360 h 1886510"/>
                <a:gd name="connsiteX14" fmla="*/ 1059557 w 1800264"/>
                <a:gd name="connsiteY14" fmla="*/ 1663361 h 1886510"/>
                <a:gd name="connsiteX15" fmla="*/ 1063219 w 1800264"/>
                <a:gd name="connsiteY15" fmla="*/ 1639366 h 1886510"/>
                <a:gd name="connsiteX16" fmla="*/ 1073926 w 1800264"/>
                <a:gd name="connsiteY16" fmla="*/ 1569207 h 1886510"/>
                <a:gd name="connsiteX17" fmla="*/ 1078822 w 1800264"/>
                <a:gd name="connsiteY17" fmla="*/ 1472252 h 1886510"/>
                <a:gd name="connsiteX18" fmla="*/ 1075173 w 1800264"/>
                <a:gd name="connsiteY18" fmla="*/ 1399985 h 1886510"/>
                <a:gd name="connsiteX19" fmla="*/ 1073926 w 1800264"/>
                <a:gd name="connsiteY19" fmla="*/ 1375297 h 1886510"/>
                <a:gd name="connsiteX20" fmla="*/ 916873 w 1800264"/>
                <a:gd name="connsiteY20" fmla="*/ 942067 h 1886510"/>
                <a:gd name="connsiteX21" fmla="*/ 851997 w 1800264"/>
                <a:gd name="connsiteY21" fmla="*/ 863436 h 1886510"/>
                <a:gd name="connsiteX22" fmla="*/ 801081 w 1800264"/>
                <a:gd name="connsiteY22" fmla="*/ 801726 h 1886510"/>
                <a:gd name="connsiteX23" fmla="*/ 130555 w 1800264"/>
                <a:gd name="connsiteY23" fmla="*/ 523985 h 1886510"/>
                <a:gd name="connsiteX24" fmla="*/ 33600 w 1800264"/>
                <a:gd name="connsiteY24" fmla="*/ 528881 h 1886510"/>
                <a:gd name="connsiteX25" fmla="*/ 0 w 1800264"/>
                <a:gd name="connsiteY25" fmla="*/ 534009 h 1886510"/>
                <a:gd name="connsiteX26" fmla="*/ 18181 w 1800264"/>
                <a:gd name="connsiteY26" fmla="*/ 496267 h 1886510"/>
                <a:gd name="connsiteX27" fmla="*/ 851997 w 1800264"/>
                <a:gd name="connsiteY27" fmla="*/ 0 h 188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00264" h="1886510">
                  <a:moveTo>
                    <a:pt x="851997" y="0"/>
                  </a:moveTo>
                  <a:cubicBezTo>
                    <a:pt x="1212050" y="0"/>
                    <a:pt x="1525235" y="200668"/>
                    <a:pt x="1685813" y="496267"/>
                  </a:cubicBezTo>
                  <a:lnTo>
                    <a:pt x="1703994" y="534009"/>
                  </a:lnTo>
                  <a:lnTo>
                    <a:pt x="1725744" y="579159"/>
                  </a:lnTo>
                  <a:cubicBezTo>
                    <a:pt x="1773730" y="692608"/>
                    <a:pt x="1800264" y="817339"/>
                    <a:pt x="1800264" y="948267"/>
                  </a:cubicBezTo>
                  <a:cubicBezTo>
                    <a:pt x="1800264" y="1111927"/>
                    <a:pt x="1758804" y="1265904"/>
                    <a:pt x="1685813" y="1400267"/>
                  </a:cubicBezTo>
                  <a:lnTo>
                    <a:pt x="1659162" y="1444137"/>
                  </a:lnTo>
                  <a:lnTo>
                    <a:pt x="1638315" y="1478452"/>
                  </a:lnTo>
                  <a:cubicBezTo>
                    <a:pt x="1536069" y="1629796"/>
                    <a:pt x="1391279" y="1750037"/>
                    <a:pt x="1221105" y="1822014"/>
                  </a:cubicBezTo>
                  <a:lnTo>
                    <a:pt x="1213097" y="1824945"/>
                  </a:lnTo>
                  <a:lnTo>
                    <a:pt x="1133982" y="1853902"/>
                  </a:lnTo>
                  <a:cubicBezTo>
                    <a:pt x="1104290" y="1863137"/>
                    <a:pt x="1073971" y="1870953"/>
                    <a:pt x="1043106" y="1877269"/>
                  </a:cubicBezTo>
                  <a:lnTo>
                    <a:pt x="982552" y="1886510"/>
                  </a:lnTo>
                  <a:lnTo>
                    <a:pt x="1004302" y="1841360"/>
                  </a:lnTo>
                  <a:cubicBezTo>
                    <a:pt x="1028295" y="1784636"/>
                    <a:pt x="1046925" y="1725091"/>
                    <a:pt x="1059557" y="1663361"/>
                  </a:cubicBezTo>
                  <a:lnTo>
                    <a:pt x="1063219" y="1639366"/>
                  </a:lnTo>
                  <a:lnTo>
                    <a:pt x="1073926" y="1569207"/>
                  </a:lnTo>
                  <a:cubicBezTo>
                    <a:pt x="1077164" y="1537329"/>
                    <a:pt x="1078822" y="1504984"/>
                    <a:pt x="1078822" y="1472252"/>
                  </a:cubicBezTo>
                  <a:lnTo>
                    <a:pt x="1075173" y="1399985"/>
                  </a:lnTo>
                  <a:lnTo>
                    <a:pt x="1073926" y="1375297"/>
                  </a:lnTo>
                  <a:cubicBezTo>
                    <a:pt x="1057740" y="1215908"/>
                    <a:pt x="1002078" y="1068188"/>
                    <a:pt x="916873" y="942067"/>
                  </a:cubicBezTo>
                  <a:lnTo>
                    <a:pt x="851997" y="863436"/>
                  </a:lnTo>
                  <a:lnTo>
                    <a:pt x="801081" y="801726"/>
                  </a:lnTo>
                  <a:cubicBezTo>
                    <a:pt x="629478" y="630124"/>
                    <a:pt x="392412" y="523985"/>
                    <a:pt x="130555" y="523985"/>
                  </a:cubicBezTo>
                  <a:cubicBezTo>
                    <a:pt x="97823" y="523985"/>
                    <a:pt x="65478" y="525644"/>
                    <a:pt x="33600" y="528881"/>
                  </a:cubicBezTo>
                  <a:lnTo>
                    <a:pt x="0" y="534009"/>
                  </a:lnTo>
                  <a:lnTo>
                    <a:pt x="18181" y="496267"/>
                  </a:lnTo>
                  <a:cubicBezTo>
                    <a:pt x="178760" y="200668"/>
                    <a:pt x="491945" y="0"/>
                    <a:pt x="85199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innerShdw blurRad="381000">
                <a:schemeClr val="accent1">
                  <a:lumMod val="10000"/>
                </a:scheme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4E04B2B-FFC6-6387-8C59-6BEE6CE0034F}"/>
                </a:ext>
              </a:extLst>
            </p:cNvPr>
            <p:cNvSpPr txBox="1"/>
            <p:nvPr/>
          </p:nvSpPr>
          <p:spPr>
            <a:xfrm>
              <a:off x="6226692" y="1796762"/>
              <a:ext cx="6639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 dirty="0">
                  <a:solidFill>
                    <a:schemeClr val="bg1"/>
                  </a:solidFill>
                </a:rPr>
                <a:t>05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2830346-3FCC-DFEF-B9C5-6A086E7F5A82}"/>
              </a:ext>
            </a:extLst>
          </p:cNvPr>
          <p:cNvSpPr txBox="1"/>
          <p:nvPr/>
        </p:nvSpPr>
        <p:spPr>
          <a:xfrm>
            <a:off x="620471" y="1810236"/>
            <a:ext cx="2327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01 Lorem Ipsum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2D2008-67A5-8EE4-D58D-9991AF66FEB5}"/>
              </a:ext>
            </a:extLst>
          </p:cNvPr>
          <p:cNvSpPr txBox="1"/>
          <p:nvPr/>
        </p:nvSpPr>
        <p:spPr>
          <a:xfrm>
            <a:off x="620471" y="2209912"/>
            <a:ext cx="2697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490D06-2586-FFFA-00CD-6CF0708926B7}"/>
              </a:ext>
            </a:extLst>
          </p:cNvPr>
          <p:cNvSpPr txBox="1"/>
          <p:nvPr/>
        </p:nvSpPr>
        <p:spPr>
          <a:xfrm>
            <a:off x="620471" y="3628109"/>
            <a:ext cx="2327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3"/>
                </a:solidFill>
              </a:rPr>
              <a:t>02 Lorem Ipsum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280780-8289-8A35-06C8-D3880481BA0D}"/>
              </a:ext>
            </a:extLst>
          </p:cNvPr>
          <p:cNvSpPr txBox="1"/>
          <p:nvPr/>
        </p:nvSpPr>
        <p:spPr>
          <a:xfrm>
            <a:off x="620471" y="4027785"/>
            <a:ext cx="2697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9B5C30-5BC5-153A-F13E-1542CEDCE147}"/>
              </a:ext>
            </a:extLst>
          </p:cNvPr>
          <p:cNvSpPr txBox="1"/>
          <p:nvPr/>
        </p:nvSpPr>
        <p:spPr>
          <a:xfrm>
            <a:off x="8865054" y="2541221"/>
            <a:ext cx="2327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5"/>
                </a:solidFill>
              </a:rPr>
              <a:t>04 Lorem Ipsum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CA7775-22F9-58AE-FD53-D4B2E19BF613}"/>
              </a:ext>
            </a:extLst>
          </p:cNvPr>
          <p:cNvSpPr txBox="1"/>
          <p:nvPr/>
        </p:nvSpPr>
        <p:spPr>
          <a:xfrm>
            <a:off x="8865054" y="2940897"/>
            <a:ext cx="2697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D52E7E-A7EE-5B50-5335-9F652972E25F}"/>
              </a:ext>
            </a:extLst>
          </p:cNvPr>
          <p:cNvSpPr txBox="1"/>
          <p:nvPr/>
        </p:nvSpPr>
        <p:spPr>
          <a:xfrm>
            <a:off x="8865054" y="4598311"/>
            <a:ext cx="2327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4"/>
                </a:solidFill>
              </a:rPr>
              <a:t>03 Lorem Ipsum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425D8C-B1BB-D9BF-F5EA-1343C2D5648F}"/>
              </a:ext>
            </a:extLst>
          </p:cNvPr>
          <p:cNvSpPr txBox="1"/>
          <p:nvPr/>
        </p:nvSpPr>
        <p:spPr>
          <a:xfrm>
            <a:off x="8865054" y="4997987"/>
            <a:ext cx="2697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416C19-F610-5007-563B-6B38EDC9622F}"/>
              </a:ext>
            </a:extLst>
          </p:cNvPr>
          <p:cNvSpPr txBox="1"/>
          <p:nvPr/>
        </p:nvSpPr>
        <p:spPr>
          <a:xfrm>
            <a:off x="8865054" y="746176"/>
            <a:ext cx="2327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05 Lorem Ipsum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DC4287-DFB5-B197-8125-F8F4571404D2}"/>
              </a:ext>
            </a:extLst>
          </p:cNvPr>
          <p:cNvSpPr txBox="1"/>
          <p:nvPr/>
        </p:nvSpPr>
        <p:spPr>
          <a:xfrm>
            <a:off x="8865054" y="1145852"/>
            <a:ext cx="2697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Lorem ipsum dolor sit amet, consectetuer adipiscing elit. </a:t>
            </a:r>
          </a:p>
        </p:txBody>
      </p:sp>
    </p:spTree>
    <p:extLst>
      <p:ext uri="{BB962C8B-B14F-4D97-AF65-F5344CB8AC3E}">
        <p14:creationId xmlns:p14="http://schemas.microsoft.com/office/powerpoint/2010/main" val="2523947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Purple Colour palette">
      <a:dk1>
        <a:sysClr val="windowText" lastClr="000000"/>
      </a:dk1>
      <a:lt1>
        <a:srgbClr val="F6F0FE"/>
      </a:lt1>
      <a:dk2>
        <a:srgbClr val="F6F0FE"/>
      </a:dk2>
      <a:lt2>
        <a:srgbClr val="F6F0FE"/>
      </a:lt2>
      <a:accent1>
        <a:srgbClr val="F6F0FE"/>
      </a:accent1>
      <a:accent2>
        <a:srgbClr val="BB35FD"/>
      </a:accent2>
      <a:accent3>
        <a:srgbClr val="892AE1"/>
      </a:accent3>
      <a:accent4>
        <a:srgbClr val="733FD6"/>
      </a:accent4>
      <a:accent5>
        <a:srgbClr val="312284"/>
      </a:accent5>
      <a:accent6>
        <a:srgbClr val="1C0B4D"/>
      </a:accent6>
      <a:hlink>
        <a:srgbClr val="0563C1"/>
      </a:hlink>
      <a:folHlink>
        <a:srgbClr val="954F72"/>
      </a:folHlink>
    </a:clrScheme>
    <a:fontScheme name="Montserrat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140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Montserrat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PowerSkills</dc:creator>
  <cp:lastModifiedBy>PowerSkills</cp:lastModifiedBy>
  <cp:revision>11</cp:revision>
  <dcterms:created xsi:type="dcterms:W3CDTF">2025-12-01T10:16:37Z</dcterms:created>
  <dcterms:modified xsi:type="dcterms:W3CDTF">2025-12-15T11:31:24Z</dcterms:modified>
</cp:coreProperties>
</file>