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8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243AB-6BD5-7D09-4625-E8B26F3EDF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C4E825-4B49-30D0-9D31-5170CFF67F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02229-9375-50B3-7C4E-985E55F57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A1C9-59EF-422F-8A99-1A612F313731}" type="datetimeFigureOut">
              <a:rPr lang="en-IN" smtClean="0"/>
              <a:t>12-03-2024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EE032-9666-4B6A-0B55-EB1F5FB5B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D8130-13E5-FDCB-94C9-90BE186C0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A3CD-2301-4D36-8612-A08A8B399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847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8925E-C4D1-EF28-4FD7-C0069C597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B8F5C-BB60-BA88-8067-9443F1F01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6E48A-DBC1-679C-FC4B-4B5E51584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A1C9-59EF-422F-8A99-1A612F313731}" type="datetimeFigureOut">
              <a:rPr lang="en-IN" smtClean="0"/>
              <a:t>12-03-2024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BEB5C-0D34-5163-870B-48036455D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9C0C4-1DE6-864D-42C1-2EDD332C6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A3CD-2301-4D36-8612-A08A8B399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489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95C9A-DE3F-11D5-5CBE-0E063DECC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A1EAA-A923-9530-99CE-A236E244B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30E35-C370-5034-8915-D778E211F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A1C9-59EF-422F-8A99-1A612F313731}" type="datetimeFigureOut">
              <a:rPr lang="en-IN" smtClean="0"/>
              <a:t>12-03-2024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45B37-A373-C645-997D-5BF2AE1F3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EE0C8-56AC-0A20-1029-793D7A33E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A3CD-2301-4D36-8612-A08A8B399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840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91619-EBC4-32E0-457B-ABE9AA7F2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1DC61-D307-EEDE-1C62-23DA37AD5C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63D762-60AA-37B2-C684-0809AC329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449DF-A8B4-80B9-5BA3-E411D0DDA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A1C9-59EF-422F-8A99-1A612F313731}" type="datetimeFigureOut">
              <a:rPr lang="en-IN" smtClean="0"/>
              <a:t>12-03-2024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D92CE-AA88-E019-8876-C9F523FE0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1B857-0C8D-37E2-5B11-7B83E3CE2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A3CD-2301-4D36-8612-A08A8B399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941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70676-42D3-7FB6-3908-BC80B7F8C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15E42-5066-6E9E-F922-23245DEDC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02E03-B9B5-9F55-B27F-AD9DE1032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01D7B0-1D62-8B6F-C0FE-FE3EE68A01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25CCD3-93DC-B220-A18F-AD8D469474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3C6F80-0670-E688-542F-8E05C4AB0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A1C9-59EF-422F-8A99-1A612F313731}" type="datetimeFigureOut">
              <a:rPr lang="en-IN" smtClean="0"/>
              <a:t>12-03-2024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A604C5-46A8-2B70-9556-195899477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B10003-D1AF-C053-40D6-19A8555DB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A3CD-2301-4D36-8612-A08A8B399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144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34155-77B7-A630-55EA-E664D1F9B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C479CD-0C7B-509D-91DA-CA6FD4B5E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A1C9-59EF-422F-8A99-1A612F313731}" type="datetimeFigureOut">
              <a:rPr lang="en-IN" smtClean="0"/>
              <a:t>12-03-2024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35F9A9-5AEE-F038-4BFF-01BAEF3E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A00CA8-4C28-81C7-14DF-3BF11A4C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A3CD-2301-4D36-8612-A08A8B399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496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54C18E-15EC-7D6E-2C9B-28C264239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A1C9-59EF-422F-8A99-1A612F313731}" type="datetimeFigureOut">
              <a:rPr lang="en-IN" smtClean="0"/>
              <a:t>12-03-2024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09EBB7-1F00-800E-28CA-CC5684739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5AF8D-E8D1-0690-05BA-4C96CE96A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A3CD-2301-4D36-8612-A08A8B399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407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27F0-9DE1-D81E-6A32-C1D8DBADA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B2D34-FEFC-3CBB-151A-0169DFFCF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62C62-5C61-684B-7EAC-BC49D09CE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2ECEA-AF1D-3CC4-5E27-84A805257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A1C9-59EF-422F-8A99-1A612F313731}" type="datetimeFigureOut">
              <a:rPr lang="en-IN" smtClean="0"/>
              <a:t>12-03-2024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CEA9D-33B1-2F8D-1CC8-AE0738979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77EC2-FBE6-B1F8-0EA5-EC488B0A5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A3CD-2301-4D36-8612-A08A8B399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372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60698-833D-67B3-BA10-C08DE37DC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4588A5-4C9C-E748-8BBB-39148285F9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26928A-6EC2-B088-BDA2-DBC45D0E54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DCAE5-64A9-C0D0-2412-096E3A86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A1C9-59EF-422F-8A99-1A612F313731}" type="datetimeFigureOut">
              <a:rPr lang="en-IN" smtClean="0"/>
              <a:t>12-03-2024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AD0EB-EFEF-AC8B-4D7C-72B1A2E22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B6747-B82D-C4B6-4DC4-245B78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A3CD-2301-4D36-8612-A08A8B399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706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EE409-9571-ABF1-B12A-77A84951E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C5A3A-2D26-06E9-FCD7-5BA74DD63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577F2-A9A6-B7FB-CC9B-B2F0CD83E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A1C9-59EF-422F-8A99-1A612F313731}" type="datetimeFigureOut">
              <a:rPr lang="en-IN" smtClean="0"/>
              <a:t>12-03-2024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D7C4D-86FC-7CB2-7A14-C24C1F66A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12C8A-DE54-D420-4876-90B097E48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A3CD-2301-4D36-8612-A08A8B399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088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C2F58F-3D55-BEEC-A998-0601F5CAE0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0C70EA-C3E1-3D75-20A9-4CA3485799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AC16D-2409-E1AC-50BC-3D002BE94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A1C9-59EF-422F-8A99-1A612F313731}" type="datetimeFigureOut">
              <a:rPr lang="en-IN" smtClean="0"/>
              <a:t>12-03-2024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10AC2-D2B3-174E-DB3C-E6209B9BD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AE79C-7004-8212-89AA-42ED8E602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A3CD-2301-4D36-8612-A08A8B399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966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A5469F-AF7C-B44C-40CF-D686529A6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D2F8F-A1F2-2C6A-2062-55119E404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1A6D6-FF89-6E27-0681-C56CE1F37D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45A1C9-59EF-422F-8A99-1A612F313731}" type="datetimeFigureOut">
              <a:rPr lang="en-IN" smtClean="0"/>
              <a:t>12-03-2024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0F4C0-AA9F-AD06-6F58-1732883257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92293-3EBE-9469-5108-7E53BEE82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91A3CD-2301-4D36-8612-A08A8B399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063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roup 258">
            <a:extLst>
              <a:ext uri="{FF2B5EF4-FFF2-40B4-BE49-F238E27FC236}">
                <a16:creationId xmlns:a16="http://schemas.microsoft.com/office/drawing/2014/main" id="{94F10631-D3D3-3B90-A340-F2E3A3FB4DC2}"/>
              </a:ext>
            </a:extLst>
          </p:cNvPr>
          <p:cNvGrpSpPr/>
          <p:nvPr/>
        </p:nvGrpSpPr>
        <p:grpSpPr>
          <a:xfrm>
            <a:off x="1477732" y="1048795"/>
            <a:ext cx="9236536" cy="5649551"/>
            <a:chOff x="1477732" y="712245"/>
            <a:chExt cx="9236536" cy="5649551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FEFCFD9-337B-DB5C-1D89-0BEBE5069EBA}"/>
                </a:ext>
              </a:extLst>
            </p:cNvPr>
            <p:cNvSpPr/>
            <p:nvPr/>
          </p:nvSpPr>
          <p:spPr>
            <a:xfrm>
              <a:off x="1477732" y="2223046"/>
              <a:ext cx="552973" cy="518627"/>
            </a:xfrm>
            <a:custGeom>
              <a:avLst/>
              <a:gdLst>
                <a:gd name="connsiteX0" fmla="*/ -4 w 506501"/>
                <a:gd name="connsiteY0" fmla="*/ 237305 h 475042"/>
                <a:gd name="connsiteX1" fmla="*/ -4 w 506501"/>
                <a:gd name="connsiteY1" fmla="*/ 243434 h 475042"/>
                <a:gd name="connsiteX2" fmla="*/ 237244 w 506501"/>
                <a:gd name="connsiteY2" fmla="*/ 474961 h 475042"/>
                <a:gd name="connsiteX3" fmla="*/ 506497 w 506501"/>
                <a:gd name="connsiteY3" fmla="*/ 474961 h 475042"/>
                <a:gd name="connsiteX4" fmla="*/ 506497 w 506501"/>
                <a:gd name="connsiteY4" fmla="*/ -79 h 475042"/>
                <a:gd name="connsiteX5" fmla="*/ 237380 w 506501"/>
                <a:gd name="connsiteY5" fmla="*/ -79 h 475042"/>
                <a:gd name="connsiteX6" fmla="*/ -4 w 506501"/>
                <a:gd name="connsiteY6" fmla="*/ 236760 h 475042"/>
                <a:gd name="connsiteX7" fmla="*/ -4 w 506501"/>
                <a:gd name="connsiteY7" fmla="*/ 237305 h 475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501" h="475042">
                  <a:moveTo>
                    <a:pt x="-4" y="237305"/>
                  </a:moveTo>
                  <a:cubicBezTo>
                    <a:pt x="-4" y="239212"/>
                    <a:pt x="-4" y="241391"/>
                    <a:pt x="-4" y="243434"/>
                  </a:cubicBezTo>
                  <a:cubicBezTo>
                    <a:pt x="2671" y="372408"/>
                    <a:pt x="108241" y="475438"/>
                    <a:pt x="237244" y="474961"/>
                  </a:cubicBezTo>
                  <a:lnTo>
                    <a:pt x="506497" y="474961"/>
                  </a:lnTo>
                  <a:lnTo>
                    <a:pt x="506497" y="-79"/>
                  </a:lnTo>
                  <a:lnTo>
                    <a:pt x="237380" y="-79"/>
                  </a:lnTo>
                  <a:cubicBezTo>
                    <a:pt x="106426" y="-229"/>
                    <a:pt x="147" y="105811"/>
                    <a:pt x="-4" y="236760"/>
                  </a:cubicBezTo>
                  <a:cubicBezTo>
                    <a:pt x="-4" y="236937"/>
                    <a:pt x="-4" y="237128"/>
                    <a:pt x="-4" y="237305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4C7D8D2-30B9-86F4-8306-DA3887AF48E3}"/>
                </a:ext>
              </a:extLst>
            </p:cNvPr>
            <p:cNvSpPr/>
            <p:nvPr/>
          </p:nvSpPr>
          <p:spPr>
            <a:xfrm>
              <a:off x="1477761" y="1481981"/>
              <a:ext cx="4617347" cy="1011975"/>
            </a:xfrm>
            <a:custGeom>
              <a:avLst/>
              <a:gdLst>
                <a:gd name="connsiteX0" fmla="*/ 4229304 w 4229307"/>
                <a:gd name="connsiteY0" fmla="*/ -79 h 926929"/>
                <a:gd name="connsiteX1" fmla="*/ 4229304 w 4229307"/>
                <a:gd name="connsiteY1" fmla="*/ 679388 h 926929"/>
                <a:gd name="connsiteX2" fmla="*/ 249202 w 4229307"/>
                <a:gd name="connsiteY2" fmla="*/ 679388 h 926929"/>
                <a:gd name="connsiteX3" fmla="*/ 72968 w 4229307"/>
                <a:gd name="connsiteY3" fmla="*/ 752251 h 926929"/>
                <a:gd name="connsiteX4" fmla="*/ 105 w 4229307"/>
                <a:gd name="connsiteY4" fmla="*/ 921266 h 926929"/>
                <a:gd name="connsiteX5" fmla="*/ 105 w 4229307"/>
                <a:gd name="connsiteY5" fmla="*/ 922219 h 926929"/>
                <a:gd name="connsiteX6" fmla="*/ 105 w 4229307"/>
                <a:gd name="connsiteY6" fmla="*/ 926850 h 926929"/>
                <a:gd name="connsiteX7" fmla="*/ 105 w 4229307"/>
                <a:gd name="connsiteY7" fmla="*/ 249290 h 926929"/>
                <a:gd name="connsiteX8" fmla="*/ 105 w 4229307"/>
                <a:gd name="connsiteY8" fmla="*/ 242617 h 926929"/>
                <a:gd name="connsiteX9" fmla="*/ 249338 w 4229307"/>
                <a:gd name="connsiteY9" fmla="*/ -79 h 926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29307" h="926929">
                  <a:moveTo>
                    <a:pt x="4229304" y="-79"/>
                  </a:moveTo>
                  <a:lnTo>
                    <a:pt x="4229304" y="679388"/>
                  </a:lnTo>
                  <a:lnTo>
                    <a:pt x="249202" y="679388"/>
                  </a:lnTo>
                  <a:cubicBezTo>
                    <a:pt x="183103" y="679265"/>
                    <a:pt x="119680" y="705482"/>
                    <a:pt x="72968" y="752251"/>
                  </a:cubicBezTo>
                  <a:cubicBezTo>
                    <a:pt x="27889" y="797154"/>
                    <a:pt x="1801" y="857664"/>
                    <a:pt x="105" y="921266"/>
                  </a:cubicBezTo>
                  <a:cubicBezTo>
                    <a:pt x="-41" y="921566"/>
                    <a:pt x="-41" y="921920"/>
                    <a:pt x="105" y="922219"/>
                  </a:cubicBezTo>
                  <a:cubicBezTo>
                    <a:pt x="-35" y="923759"/>
                    <a:pt x="-35" y="925311"/>
                    <a:pt x="105" y="926850"/>
                  </a:cubicBezTo>
                  <a:lnTo>
                    <a:pt x="105" y="249290"/>
                  </a:lnTo>
                  <a:cubicBezTo>
                    <a:pt x="105" y="246975"/>
                    <a:pt x="105" y="244932"/>
                    <a:pt x="105" y="242617"/>
                  </a:cubicBezTo>
                  <a:cubicBezTo>
                    <a:pt x="3435" y="107432"/>
                    <a:pt x="114116" y="-338"/>
                    <a:pt x="249338" y="-79"/>
                  </a:cubicBezTo>
                  <a:close/>
                </a:path>
              </a:pathLst>
            </a:custGeom>
            <a:solidFill>
              <a:schemeClr val="accent2"/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46C0277-36BF-B762-7FD3-F297E3C44334}"/>
                </a:ext>
              </a:extLst>
            </p:cNvPr>
            <p:cNvSpPr/>
            <p:nvPr/>
          </p:nvSpPr>
          <p:spPr>
            <a:xfrm>
              <a:off x="1477761" y="1510084"/>
              <a:ext cx="151484" cy="983872"/>
            </a:xfrm>
            <a:custGeom>
              <a:avLst/>
              <a:gdLst>
                <a:gd name="connsiteX0" fmla="*/ 138750 w 138753"/>
                <a:gd name="connsiteY0" fmla="*/ -79 h 901188"/>
                <a:gd name="connsiteX1" fmla="*/ 138750 w 138753"/>
                <a:gd name="connsiteY1" fmla="*/ 679387 h 901188"/>
                <a:gd name="connsiteX2" fmla="*/ 72968 w 138753"/>
                <a:gd name="connsiteY2" fmla="*/ 726510 h 901188"/>
                <a:gd name="connsiteX3" fmla="*/ 105 w 138753"/>
                <a:gd name="connsiteY3" fmla="*/ 895525 h 901188"/>
                <a:gd name="connsiteX4" fmla="*/ 105 w 138753"/>
                <a:gd name="connsiteY4" fmla="*/ 896479 h 901188"/>
                <a:gd name="connsiteX5" fmla="*/ 105 w 138753"/>
                <a:gd name="connsiteY5" fmla="*/ 901109 h 901188"/>
                <a:gd name="connsiteX6" fmla="*/ 105 w 138753"/>
                <a:gd name="connsiteY6" fmla="*/ 223549 h 901188"/>
                <a:gd name="connsiteX7" fmla="*/ 105 w 138753"/>
                <a:gd name="connsiteY7" fmla="*/ 216876 h 901188"/>
                <a:gd name="connsiteX8" fmla="*/ 138750 w 138753"/>
                <a:gd name="connsiteY8" fmla="*/ -79 h 901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8753" h="901188">
                  <a:moveTo>
                    <a:pt x="138750" y="-79"/>
                  </a:moveTo>
                  <a:lnTo>
                    <a:pt x="138750" y="679387"/>
                  </a:lnTo>
                  <a:cubicBezTo>
                    <a:pt x="114442" y="691467"/>
                    <a:pt x="92231" y="707388"/>
                    <a:pt x="72968" y="726510"/>
                  </a:cubicBezTo>
                  <a:cubicBezTo>
                    <a:pt x="27889" y="771413"/>
                    <a:pt x="1801" y="831923"/>
                    <a:pt x="105" y="895525"/>
                  </a:cubicBezTo>
                  <a:cubicBezTo>
                    <a:pt x="-41" y="895825"/>
                    <a:pt x="-41" y="896179"/>
                    <a:pt x="105" y="896479"/>
                  </a:cubicBezTo>
                  <a:cubicBezTo>
                    <a:pt x="-35" y="898018"/>
                    <a:pt x="-35" y="899570"/>
                    <a:pt x="105" y="901109"/>
                  </a:cubicBezTo>
                  <a:lnTo>
                    <a:pt x="105" y="223549"/>
                  </a:lnTo>
                  <a:cubicBezTo>
                    <a:pt x="105" y="221234"/>
                    <a:pt x="105" y="219191"/>
                    <a:pt x="105" y="216876"/>
                  </a:cubicBezTo>
                  <a:cubicBezTo>
                    <a:pt x="2555" y="124456"/>
                    <a:pt x="55909" y="40969"/>
                    <a:pt x="138750" y="-79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FF88DA-7663-0CEA-34D9-0E199C59BE3C}"/>
                </a:ext>
              </a:extLst>
            </p:cNvPr>
            <p:cNvSpPr/>
            <p:nvPr/>
          </p:nvSpPr>
          <p:spPr>
            <a:xfrm>
              <a:off x="1690655" y="1481981"/>
              <a:ext cx="63638" cy="748350"/>
            </a:xfrm>
            <a:custGeom>
              <a:avLst/>
              <a:gdLst>
                <a:gd name="connsiteX0" fmla="*/ 58286 w 58290"/>
                <a:gd name="connsiteY0" fmla="*/ -79 h 685459"/>
                <a:gd name="connsiteX1" fmla="*/ 58286 w 58290"/>
                <a:gd name="connsiteY1" fmla="*/ 679387 h 685459"/>
                <a:gd name="connsiteX2" fmla="*/ 54201 w 58290"/>
                <a:gd name="connsiteY2" fmla="*/ 679387 h 685459"/>
                <a:gd name="connsiteX3" fmla="*/ 3264 w 58290"/>
                <a:gd name="connsiteY3" fmla="*/ 684563 h 685459"/>
                <a:gd name="connsiteX4" fmla="*/ -4 w 58290"/>
                <a:gd name="connsiteY4" fmla="*/ 685380 h 685459"/>
                <a:gd name="connsiteX5" fmla="*/ -4 w 58290"/>
                <a:gd name="connsiteY5" fmla="*/ 5913 h 685459"/>
                <a:gd name="connsiteX6" fmla="*/ 3264 w 58290"/>
                <a:gd name="connsiteY6" fmla="*/ 5096 h 685459"/>
                <a:gd name="connsiteX7" fmla="*/ 54201 w 58290"/>
                <a:gd name="connsiteY7" fmla="*/ -79 h 685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8290" h="685459">
                  <a:moveTo>
                    <a:pt x="58286" y="-79"/>
                  </a:moveTo>
                  <a:lnTo>
                    <a:pt x="58286" y="679387"/>
                  </a:lnTo>
                  <a:lnTo>
                    <a:pt x="54201" y="679387"/>
                  </a:lnTo>
                  <a:cubicBezTo>
                    <a:pt x="37089" y="679374"/>
                    <a:pt x="20022" y="681103"/>
                    <a:pt x="3264" y="684563"/>
                  </a:cubicBezTo>
                  <a:lnTo>
                    <a:pt x="-4" y="685380"/>
                  </a:lnTo>
                  <a:lnTo>
                    <a:pt x="-4" y="5913"/>
                  </a:lnTo>
                  <a:cubicBezTo>
                    <a:pt x="1068" y="5573"/>
                    <a:pt x="2160" y="5300"/>
                    <a:pt x="3264" y="5096"/>
                  </a:cubicBezTo>
                  <a:cubicBezTo>
                    <a:pt x="20022" y="1637"/>
                    <a:pt x="37089" y="-93"/>
                    <a:pt x="54201" y="-79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59A3E35-4D17-1CE4-60C8-49812B22558C}"/>
                </a:ext>
              </a:extLst>
            </p:cNvPr>
            <p:cNvSpPr/>
            <p:nvPr/>
          </p:nvSpPr>
          <p:spPr>
            <a:xfrm>
              <a:off x="10160403" y="2223046"/>
              <a:ext cx="553382" cy="518328"/>
            </a:xfrm>
            <a:custGeom>
              <a:avLst/>
              <a:gdLst>
                <a:gd name="connsiteX0" fmla="*/ 506770 w 506876"/>
                <a:gd name="connsiteY0" fmla="*/ 237305 h 474768"/>
                <a:gd name="connsiteX1" fmla="*/ 506770 w 506876"/>
                <a:gd name="connsiteY1" fmla="*/ 243433 h 474768"/>
                <a:gd name="connsiteX2" fmla="*/ 491653 w 506876"/>
                <a:gd name="connsiteY2" fmla="*/ 321608 h 474768"/>
                <a:gd name="connsiteX3" fmla="*/ 269658 w 506876"/>
                <a:gd name="connsiteY3" fmla="*/ 474689 h 474768"/>
                <a:gd name="connsiteX4" fmla="*/ -4 w 506876"/>
                <a:gd name="connsiteY4" fmla="*/ 474689 h 474768"/>
                <a:gd name="connsiteX5" fmla="*/ -4 w 506876"/>
                <a:gd name="connsiteY5" fmla="*/ -79 h 474768"/>
                <a:gd name="connsiteX6" fmla="*/ 269386 w 506876"/>
                <a:gd name="connsiteY6" fmla="*/ -79 h 474768"/>
                <a:gd name="connsiteX7" fmla="*/ 506770 w 506876"/>
                <a:gd name="connsiteY7" fmla="*/ 237305 h 474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876" h="474768">
                  <a:moveTo>
                    <a:pt x="506770" y="237305"/>
                  </a:moveTo>
                  <a:cubicBezTo>
                    <a:pt x="506906" y="239348"/>
                    <a:pt x="506906" y="241391"/>
                    <a:pt x="506770" y="243433"/>
                  </a:cubicBezTo>
                  <a:cubicBezTo>
                    <a:pt x="506266" y="270168"/>
                    <a:pt x="501145" y="296617"/>
                    <a:pt x="491653" y="321608"/>
                  </a:cubicBezTo>
                  <a:cubicBezTo>
                    <a:pt x="456570" y="413743"/>
                    <a:pt x="368248" y="474648"/>
                    <a:pt x="269658" y="474689"/>
                  </a:cubicBezTo>
                  <a:lnTo>
                    <a:pt x="-4" y="474689"/>
                  </a:lnTo>
                  <a:lnTo>
                    <a:pt x="-4" y="-79"/>
                  </a:lnTo>
                  <a:lnTo>
                    <a:pt x="269386" y="-79"/>
                  </a:lnTo>
                  <a:cubicBezTo>
                    <a:pt x="400485" y="-79"/>
                    <a:pt x="506770" y="106205"/>
                    <a:pt x="506770" y="237305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ED0CB76-96F0-D609-86DC-1C12560FAE7C}"/>
                </a:ext>
              </a:extLst>
            </p:cNvPr>
            <p:cNvSpPr/>
            <p:nvPr/>
          </p:nvSpPr>
          <p:spPr>
            <a:xfrm>
              <a:off x="6096298" y="1481981"/>
              <a:ext cx="4617970" cy="1011975"/>
            </a:xfrm>
            <a:custGeom>
              <a:avLst/>
              <a:gdLst>
                <a:gd name="connsiteX0" fmla="*/ -4 w 4229878"/>
                <a:gd name="connsiteY0" fmla="*/ -79 h 926929"/>
                <a:gd name="connsiteX1" fmla="*/ -4 w 4229878"/>
                <a:gd name="connsiteY1" fmla="*/ 679388 h 926929"/>
                <a:gd name="connsiteX2" fmla="*/ 3979961 w 4229878"/>
                <a:gd name="connsiteY2" fmla="*/ 679388 h 926929"/>
                <a:gd name="connsiteX3" fmla="*/ 4157012 w 4229878"/>
                <a:gd name="connsiteY3" fmla="*/ 752251 h 926929"/>
                <a:gd name="connsiteX4" fmla="*/ 4229875 w 4229878"/>
                <a:gd name="connsiteY4" fmla="*/ 921267 h 926929"/>
                <a:gd name="connsiteX5" fmla="*/ 4229875 w 4229878"/>
                <a:gd name="connsiteY5" fmla="*/ 922220 h 926929"/>
                <a:gd name="connsiteX6" fmla="*/ 4229875 w 4229878"/>
                <a:gd name="connsiteY6" fmla="*/ 926850 h 926929"/>
                <a:gd name="connsiteX7" fmla="*/ 4229875 w 4229878"/>
                <a:gd name="connsiteY7" fmla="*/ 249291 h 926929"/>
                <a:gd name="connsiteX8" fmla="*/ 4229875 w 4229878"/>
                <a:gd name="connsiteY8" fmla="*/ 242617 h 926929"/>
                <a:gd name="connsiteX9" fmla="*/ 3980642 w 4229878"/>
                <a:gd name="connsiteY9" fmla="*/ -79 h 926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29878" h="926929">
                  <a:moveTo>
                    <a:pt x="-4" y="-79"/>
                  </a:moveTo>
                  <a:lnTo>
                    <a:pt x="-4" y="679388"/>
                  </a:lnTo>
                  <a:lnTo>
                    <a:pt x="3979961" y="679388"/>
                  </a:lnTo>
                  <a:cubicBezTo>
                    <a:pt x="4046342" y="679047"/>
                    <a:pt x="4110108" y="705278"/>
                    <a:pt x="4157012" y="752251"/>
                  </a:cubicBezTo>
                  <a:cubicBezTo>
                    <a:pt x="4202051" y="797181"/>
                    <a:pt x="4228119" y="857678"/>
                    <a:pt x="4229875" y="921267"/>
                  </a:cubicBezTo>
                  <a:lnTo>
                    <a:pt x="4229875" y="922220"/>
                  </a:lnTo>
                  <a:cubicBezTo>
                    <a:pt x="4229875" y="923718"/>
                    <a:pt x="4229875" y="925216"/>
                    <a:pt x="4229875" y="926850"/>
                  </a:cubicBezTo>
                  <a:lnTo>
                    <a:pt x="4229875" y="249291"/>
                  </a:lnTo>
                  <a:cubicBezTo>
                    <a:pt x="4229875" y="246975"/>
                    <a:pt x="4229875" y="244933"/>
                    <a:pt x="4229875" y="242617"/>
                  </a:cubicBezTo>
                  <a:cubicBezTo>
                    <a:pt x="4226621" y="107405"/>
                    <a:pt x="4115896" y="-419"/>
                    <a:pt x="3980642" y="-79"/>
                  </a:cubicBezTo>
                  <a:close/>
                </a:path>
              </a:pathLst>
            </a:custGeom>
            <a:solidFill>
              <a:schemeClr val="accent2"/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DB518FE-4A1D-9F8D-7C97-BA89C69B5E82}"/>
                </a:ext>
              </a:extLst>
            </p:cNvPr>
            <p:cNvSpPr/>
            <p:nvPr/>
          </p:nvSpPr>
          <p:spPr>
            <a:xfrm>
              <a:off x="10562013" y="1510084"/>
              <a:ext cx="151513" cy="983872"/>
            </a:xfrm>
            <a:custGeom>
              <a:avLst/>
              <a:gdLst>
                <a:gd name="connsiteX0" fmla="*/ -4 w 138780"/>
                <a:gd name="connsiteY0" fmla="*/ -79 h 901188"/>
                <a:gd name="connsiteX1" fmla="*/ -4 w 138780"/>
                <a:gd name="connsiteY1" fmla="*/ 679387 h 901188"/>
                <a:gd name="connsiteX2" fmla="*/ 65914 w 138780"/>
                <a:gd name="connsiteY2" fmla="*/ 726510 h 901188"/>
                <a:gd name="connsiteX3" fmla="*/ 138776 w 138780"/>
                <a:gd name="connsiteY3" fmla="*/ 895525 h 901188"/>
                <a:gd name="connsiteX4" fmla="*/ 138776 w 138780"/>
                <a:gd name="connsiteY4" fmla="*/ 896479 h 901188"/>
                <a:gd name="connsiteX5" fmla="*/ 138776 w 138780"/>
                <a:gd name="connsiteY5" fmla="*/ 901109 h 901188"/>
                <a:gd name="connsiteX6" fmla="*/ 138776 w 138780"/>
                <a:gd name="connsiteY6" fmla="*/ 223549 h 901188"/>
                <a:gd name="connsiteX7" fmla="*/ 138776 w 138780"/>
                <a:gd name="connsiteY7" fmla="*/ 216876 h 901188"/>
                <a:gd name="connsiteX8" fmla="*/ -4 w 138780"/>
                <a:gd name="connsiteY8" fmla="*/ -79 h 901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8780" h="901188">
                  <a:moveTo>
                    <a:pt x="-4" y="-79"/>
                  </a:moveTo>
                  <a:lnTo>
                    <a:pt x="-4" y="679387"/>
                  </a:lnTo>
                  <a:cubicBezTo>
                    <a:pt x="24361" y="691440"/>
                    <a:pt x="46628" y="707348"/>
                    <a:pt x="65914" y="726510"/>
                  </a:cubicBezTo>
                  <a:cubicBezTo>
                    <a:pt x="110953" y="771440"/>
                    <a:pt x="137020" y="831937"/>
                    <a:pt x="138776" y="895525"/>
                  </a:cubicBezTo>
                  <a:lnTo>
                    <a:pt x="138776" y="896479"/>
                  </a:lnTo>
                  <a:cubicBezTo>
                    <a:pt x="138776" y="897977"/>
                    <a:pt x="138776" y="899475"/>
                    <a:pt x="138776" y="901109"/>
                  </a:cubicBezTo>
                  <a:lnTo>
                    <a:pt x="138776" y="223549"/>
                  </a:lnTo>
                  <a:cubicBezTo>
                    <a:pt x="138776" y="221234"/>
                    <a:pt x="138776" y="219191"/>
                    <a:pt x="138776" y="216876"/>
                  </a:cubicBezTo>
                  <a:cubicBezTo>
                    <a:pt x="136325" y="124415"/>
                    <a:pt x="82910" y="40901"/>
                    <a:pt x="-4" y="-79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654F969-1000-967A-DFB6-C9D37FD38FFD}"/>
                </a:ext>
              </a:extLst>
            </p:cNvPr>
            <p:cNvSpPr/>
            <p:nvPr/>
          </p:nvSpPr>
          <p:spPr>
            <a:xfrm>
              <a:off x="10436816" y="1481981"/>
              <a:ext cx="63490" cy="748350"/>
            </a:xfrm>
            <a:custGeom>
              <a:avLst/>
              <a:gdLst>
                <a:gd name="connsiteX0" fmla="*/ -4 w 58154"/>
                <a:gd name="connsiteY0" fmla="*/ -79 h 685459"/>
                <a:gd name="connsiteX1" fmla="*/ -4 w 58154"/>
                <a:gd name="connsiteY1" fmla="*/ 679387 h 685459"/>
                <a:gd name="connsiteX2" fmla="*/ 3945 w 58154"/>
                <a:gd name="connsiteY2" fmla="*/ 679387 h 685459"/>
                <a:gd name="connsiteX3" fmla="*/ 55017 w 58154"/>
                <a:gd name="connsiteY3" fmla="*/ 684563 h 685459"/>
                <a:gd name="connsiteX4" fmla="*/ 58150 w 58154"/>
                <a:gd name="connsiteY4" fmla="*/ 685380 h 685459"/>
                <a:gd name="connsiteX5" fmla="*/ 58150 w 58154"/>
                <a:gd name="connsiteY5" fmla="*/ 5913 h 685459"/>
                <a:gd name="connsiteX6" fmla="*/ 55017 w 58154"/>
                <a:gd name="connsiteY6" fmla="*/ 5096 h 685459"/>
                <a:gd name="connsiteX7" fmla="*/ 3945 w 58154"/>
                <a:gd name="connsiteY7" fmla="*/ -79 h 685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8154" h="685459">
                  <a:moveTo>
                    <a:pt x="-4" y="-79"/>
                  </a:moveTo>
                  <a:lnTo>
                    <a:pt x="-4" y="679387"/>
                  </a:lnTo>
                  <a:lnTo>
                    <a:pt x="3945" y="679387"/>
                  </a:lnTo>
                  <a:cubicBezTo>
                    <a:pt x="21106" y="679374"/>
                    <a:pt x="38212" y="681103"/>
                    <a:pt x="55017" y="684563"/>
                  </a:cubicBezTo>
                  <a:cubicBezTo>
                    <a:pt x="56080" y="684753"/>
                    <a:pt x="57129" y="685026"/>
                    <a:pt x="58150" y="685380"/>
                  </a:cubicBezTo>
                  <a:lnTo>
                    <a:pt x="58150" y="5913"/>
                  </a:lnTo>
                  <a:lnTo>
                    <a:pt x="55017" y="5096"/>
                  </a:lnTo>
                  <a:cubicBezTo>
                    <a:pt x="38212" y="1637"/>
                    <a:pt x="21106" y="-93"/>
                    <a:pt x="3945" y="-79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A1D65AB-82EE-8287-EEE2-6FF3B1DC0190}"/>
                </a:ext>
              </a:extLst>
            </p:cNvPr>
            <p:cNvSpPr/>
            <p:nvPr/>
          </p:nvSpPr>
          <p:spPr>
            <a:xfrm>
              <a:off x="6748001" y="1233076"/>
              <a:ext cx="325033" cy="1289874"/>
            </a:xfrm>
            <a:custGeom>
              <a:avLst/>
              <a:gdLst>
                <a:gd name="connsiteX0" fmla="*/ 0 w 297717"/>
                <a:gd name="connsiteY0" fmla="*/ 0 h 1181473"/>
                <a:gd name="connsiteX1" fmla="*/ 297718 w 297717"/>
                <a:gd name="connsiteY1" fmla="*/ 0 h 1181473"/>
                <a:gd name="connsiteX2" fmla="*/ 297718 w 297717"/>
                <a:gd name="connsiteY2" fmla="*/ 1181474 h 1181473"/>
                <a:gd name="connsiteX3" fmla="*/ 0 w 297717"/>
                <a:gd name="connsiteY3" fmla="*/ 1181474 h 1181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717" h="1181473">
                  <a:moveTo>
                    <a:pt x="0" y="0"/>
                  </a:moveTo>
                  <a:lnTo>
                    <a:pt x="297718" y="0"/>
                  </a:lnTo>
                  <a:lnTo>
                    <a:pt x="297718" y="1181474"/>
                  </a:lnTo>
                  <a:lnTo>
                    <a:pt x="0" y="1181474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9248B0E-884A-A964-A8C1-D0BA831342A4}"/>
                </a:ext>
              </a:extLst>
            </p:cNvPr>
            <p:cNvSpPr/>
            <p:nvPr/>
          </p:nvSpPr>
          <p:spPr>
            <a:xfrm>
              <a:off x="5117332" y="1233076"/>
              <a:ext cx="325033" cy="1289874"/>
            </a:xfrm>
            <a:custGeom>
              <a:avLst/>
              <a:gdLst>
                <a:gd name="connsiteX0" fmla="*/ 0 w 297717"/>
                <a:gd name="connsiteY0" fmla="*/ 0 h 1181473"/>
                <a:gd name="connsiteX1" fmla="*/ 297717 w 297717"/>
                <a:gd name="connsiteY1" fmla="*/ 0 h 1181473"/>
                <a:gd name="connsiteX2" fmla="*/ 297717 w 297717"/>
                <a:gd name="connsiteY2" fmla="*/ 1181474 h 1181473"/>
                <a:gd name="connsiteX3" fmla="*/ 0 w 297717"/>
                <a:gd name="connsiteY3" fmla="*/ 1181474 h 1181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717" h="1181473">
                  <a:moveTo>
                    <a:pt x="0" y="0"/>
                  </a:moveTo>
                  <a:lnTo>
                    <a:pt x="297717" y="0"/>
                  </a:lnTo>
                  <a:lnTo>
                    <a:pt x="297717" y="1181474"/>
                  </a:lnTo>
                  <a:lnTo>
                    <a:pt x="0" y="1181474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A269DD6-D01C-BFAD-0B38-170B96173712}"/>
                </a:ext>
              </a:extLst>
            </p:cNvPr>
            <p:cNvSpPr/>
            <p:nvPr/>
          </p:nvSpPr>
          <p:spPr>
            <a:xfrm>
              <a:off x="5442366" y="1233076"/>
              <a:ext cx="1305634" cy="1289874"/>
            </a:xfrm>
            <a:custGeom>
              <a:avLst/>
              <a:gdLst>
                <a:gd name="connsiteX0" fmla="*/ 0 w 1195909"/>
                <a:gd name="connsiteY0" fmla="*/ 0 h 1181473"/>
                <a:gd name="connsiteX1" fmla="*/ 1195910 w 1195909"/>
                <a:gd name="connsiteY1" fmla="*/ 0 h 1181473"/>
                <a:gd name="connsiteX2" fmla="*/ 1195910 w 1195909"/>
                <a:gd name="connsiteY2" fmla="*/ 1181474 h 1181473"/>
                <a:gd name="connsiteX3" fmla="*/ 0 w 1195909"/>
                <a:gd name="connsiteY3" fmla="*/ 1181474 h 1181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5909" h="1181473">
                  <a:moveTo>
                    <a:pt x="0" y="0"/>
                  </a:moveTo>
                  <a:lnTo>
                    <a:pt x="1195910" y="0"/>
                  </a:lnTo>
                  <a:lnTo>
                    <a:pt x="1195910" y="1181474"/>
                  </a:lnTo>
                  <a:lnTo>
                    <a:pt x="0" y="1181474"/>
                  </a:lnTo>
                  <a:close/>
                </a:path>
              </a:pathLst>
            </a:custGeom>
            <a:solidFill>
              <a:schemeClr val="bg1"/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271FE30-FEEE-E336-A1FE-5A5DF1A1FDB0}"/>
                </a:ext>
              </a:extLst>
            </p:cNvPr>
            <p:cNvSpPr/>
            <p:nvPr/>
          </p:nvSpPr>
          <p:spPr>
            <a:xfrm>
              <a:off x="1477732" y="3429803"/>
              <a:ext cx="552973" cy="518627"/>
            </a:xfrm>
            <a:custGeom>
              <a:avLst/>
              <a:gdLst>
                <a:gd name="connsiteX0" fmla="*/ -4 w 506501"/>
                <a:gd name="connsiteY0" fmla="*/ 237169 h 475042"/>
                <a:gd name="connsiteX1" fmla="*/ -4 w 506501"/>
                <a:gd name="connsiteY1" fmla="*/ 243433 h 475042"/>
                <a:gd name="connsiteX2" fmla="*/ 237244 w 506501"/>
                <a:gd name="connsiteY2" fmla="*/ 474961 h 475042"/>
                <a:gd name="connsiteX3" fmla="*/ 506497 w 506501"/>
                <a:gd name="connsiteY3" fmla="*/ 474961 h 475042"/>
                <a:gd name="connsiteX4" fmla="*/ 506497 w 506501"/>
                <a:gd name="connsiteY4" fmla="*/ -79 h 475042"/>
                <a:gd name="connsiteX5" fmla="*/ 237380 w 506501"/>
                <a:gd name="connsiteY5" fmla="*/ -79 h 475042"/>
                <a:gd name="connsiteX6" fmla="*/ -4 w 506501"/>
                <a:gd name="connsiteY6" fmla="*/ 236760 h 475042"/>
                <a:gd name="connsiteX7" fmla="*/ -4 w 506501"/>
                <a:gd name="connsiteY7" fmla="*/ 237169 h 475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501" h="475042">
                  <a:moveTo>
                    <a:pt x="-4" y="237169"/>
                  </a:moveTo>
                  <a:cubicBezTo>
                    <a:pt x="-4" y="239211"/>
                    <a:pt x="-4" y="241391"/>
                    <a:pt x="-4" y="243433"/>
                  </a:cubicBezTo>
                  <a:cubicBezTo>
                    <a:pt x="2671" y="372408"/>
                    <a:pt x="108241" y="475438"/>
                    <a:pt x="237244" y="474961"/>
                  </a:cubicBezTo>
                  <a:lnTo>
                    <a:pt x="506497" y="474961"/>
                  </a:lnTo>
                  <a:lnTo>
                    <a:pt x="506497" y="-79"/>
                  </a:lnTo>
                  <a:lnTo>
                    <a:pt x="237380" y="-79"/>
                  </a:lnTo>
                  <a:cubicBezTo>
                    <a:pt x="106426" y="-229"/>
                    <a:pt x="147" y="105811"/>
                    <a:pt x="-4" y="236760"/>
                  </a:cubicBezTo>
                  <a:cubicBezTo>
                    <a:pt x="-4" y="236896"/>
                    <a:pt x="-4" y="237033"/>
                    <a:pt x="-4" y="237169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843FC4D-6502-6B31-6776-CA2C713A2BCC}"/>
                </a:ext>
              </a:extLst>
            </p:cNvPr>
            <p:cNvSpPr/>
            <p:nvPr/>
          </p:nvSpPr>
          <p:spPr>
            <a:xfrm>
              <a:off x="1477761" y="2688738"/>
              <a:ext cx="4617347" cy="1011825"/>
            </a:xfrm>
            <a:custGeom>
              <a:avLst/>
              <a:gdLst>
                <a:gd name="connsiteX0" fmla="*/ 4229304 w 4229307"/>
                <a:gd name="connsiteY0" fmla="*/ -79 h 926792"/>
                <a:gd name="connsiteX1" fmla="*/ 4229304 w 4229307"/>
                <a:gd name="connsiteY1" fmla="*/ 679387 h 926792"/>
                <a:gd name="connsiteX2" fmla="*/ 249202 w 4229307"/>
                <a:gd name="connsiteY2" fmla="*/ 679387 h 926792"/>
                <a:gd name="connsiteX3" fmla="*/ 72968 w 4229307"/>
                <a:gd name="connsiteY3" fmla="*/ 752250 h 926792"/>
                <a:gd name="connsiteX4" fmla="*/ 105 w 4229307"/>
                <a:gd name="connsiteY4" fmla="*/ 921266 h 926792"/>
                <a:gd name="connsiteX5" fmla="*/ 105 w 4229307"/>
                <a:gd name="connsiteY5" fmla="*/ 922219 h 926792"/>
                <a:gd name="connsiteX6" fmla="*/ 105 w 4229307"/>
                <a:gd name="connsiteY6" fmla="*/ 926713 h 926792"/>
                <a:gd name="connsiteX7" fmla="*/ 105 w 4229307"/>
                <a:gd name="connsiteY7" fmla="*/ 249971 h 926792"/>
                <a:gd name="connsiteX8" fmla="*/ 105 w 4229307"/>
                <a:gd name="connsiteY8" fmla="*/ 243297 h 926792"/>
                <a:gd name="connsiteX9" fmla="*/ 249338 w 4229307"/>
                <a:gd name="connsiteY9" fmla="*/ 602 h 926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29307" h="926792">
                  <a:moveTo>
                    <a:pt x="4229304" y="-79"/>
                  </a:moveTo>
                  <a:lnTo>
                    <a:pt x="4229304" y="679387"/>
                  </a:lnTo>
                  <a:lnTo>
                    <a:pt x="249202" y="679387"/>
                  </a:lnTo>
                  <a:cubicBezTo>
                    <a:pt x="183103" y="679264"/>
                    <a:pt x="119680" y="705482"/>
                    <a:pt x="72968" y="752250"/>
                  </a:cubicBezTo>
                  <a:cubicBezTo>
                    <a:pt x="27889" y="797153"/>
                    <a:pt x="1801" y="857664"/>
                    <a:pt x="105" y="921266"/>
                  </a:cubicBezTo>
                  <a:cubicBezTo>
                    <a:pt x="-41" y="921565"/>
                    <a:pt x="-41" y="921920"/>
                    <a:pt x="105" y="922219"/>
                  </a:cubicBezTo>
                  <a:cubicBezTo>
                    <a:pt x="-35" y="923717"/>
                    <a:pt x="-35" y="925215"/>
                    <a:pt x="105" y="926713"/>
                  </a:cubicBezTo>
                  <a:lnTo>
                    <a:pt x="105" y="249971"/>
                  </a:lnTo>
                  <a:cubicBezTo>
                    <a:pt x="105" y="247656"/>
                    <a:pt x="105" y="245476"/>
                    <a:pt x="105" y="243297"/>
                  </a:cubicBezTo>
                  <a:cubicBezTo>
                    <a:pt x="3435" y="108112"/>
                    <a:pt x="114116" y="343"/>
                    <a:pt x="249338" y="602"/>
                  </a:cubicBezTo>
                  <a:close/>
                </a:path>
              </a:pathLst>
            </a:custGeom>
            <a:solidFill>
              <a:schemeClr val="accent4"/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C460190B-D506-6844-405D-7EDA5B007D5D}"/>
                </a:ext>
              </a:extLst>
            </p:cNvPr>
            <p:cNvSpPr/>
            <p:nvPr/>
          </p:nvSpPr>
          <p:spPr>
            <a:xfrm>
              <a:off x="1477761" y="2716841"/>
              <a:ext cx="151484" cy="983724"/>
            </a:xfrm>
            <a:custGeom>
              <a:avLst/>
              <a:gdLst>
                <a:gd name="connsiteX0" fmla="*/ 138750 w 138753"/>
                <a:gd name="connsiteY0" fmla="*/ -79 h 901052"/>
                <a:gd name="connsiteX1" fmla="*/ 138750 w 138753"/>
                <a:gd name="connsiteY1" fmla="*/ 679387 h 901052"/>
                <a:gd name="connsiteX2" fmla="*/ 72968 w 138753"/>
                <a:gd name="connsiteY2" fmla="*/ 726510 h 901052"/>
                <a:gd name="connsiteX3" fmla="*/ 105 w 138753"/>
                <a:gd name="connsiteY3" fmla="*/ 895525 h 901052"/>
                <a:gd name="connsiteX4" fmla="*/ 105 w 138753"/>
                <a:gd name="connsiteY4" fmla="*/ 896478 h 901052"/>
                <a:gd name="connsiteX5" fmla="*/ 105 w 138753"/>
                <a:gd name="connsiteY5" fmla="*/ 900973 h 901052"/>
                <a:gd name="connsiteX6" fmla="*/ 105 w 138753"/>
                <a:gd name="connsiteY6" fmla="*/ 224230 h 901052"/>
                <a:gd name="connsiteX7" fmla="*/ 105 w 138753"/>
                <a:gd name="connsiteY7" fmla="*/ 217557 h 901052"/>
                <a:gd name="connsiteX8" fmla="*/ 138750 w 138753"/>
                <a:gd name="connsiteY8" fmla="*/ -79 h 901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8753" h="901052">
                  <a:moveTo>
                    <a:pt x="138750" y="-79"/>
                  </a:moveTo>
                  <a:lnTo>
                    <a:pt x="138750" y="679387"/>
                  </a:lnTo>
                  <a:cubicBezTo>
                    <a:pt x="114413" y="691426"/>
                    <a:pt x="92196" y="707347"/>
                    <a:pt x="72968" y="726510"/>
                  </a:cubicBezTo>
                  <a:cubicBezTo>
                    <a:pt x="27889" y="771413"/>
                    <a:pt x="1801" y="831923"/>
                    <a:pt x="105" y="895525"/>
                  </a:cubicBezTo>
                  <a:cubicBezTo>
                    <a:pt x="-41" y="895825"/>
                    <a:pt x="-41" y="896179"/>
                    <a:pt x="105" y="896478"/>
                  </a:cubicBezTo>
                  <a:cubicBezTo>
                    <a:pt x="-35" y="897977"/>
                    <a:pt x="-35" y="899475"/>
                    <a:pt x="105" y="900973"/>
                  </a:cubicBezTo>
                  <a:lnTo>
                    <a:pt x="105" y="224230"/>
                  </a:lnTo>
                  <a:cubicBezTo>
                    <a:pt x="105" y="221915"/>
                    <a:pt x="105" y="219736"/>
                    <a:pt x="105" y="217557"/>
                  </a:cubicBezTo>
                  <a:cubicBezTo>
                    <a:pt x="2275" y="124878"/>
                    <a:pt x="55675" y="41051"/>
                    <a:pt x="138750" y="-79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363EE894-F2C0-EDB0-8F8C-AAE2F71A122E}"/>
                </a:ext>
              </a:extLst>
            </p:cNvPr>
            <p:cNvSpPr/>
            <p:nvPr/>
          </p:nvSpPr>
          <p:spPr>
            <a:xfrm>
              <a:off x="1690655" y="2688738"/>
              <a:ext cx="63638" cy="747457"/>
            </a:xfrm>
            <a:custGeom>
              <a:avLst/>
              <a:gdLst>
                <a:gd name="connsiteX0" fmla="*/ 58286 w 58290"/>
                <a:gd name="connsiteY0" fmla="*/ -79 h 684641"/>
                <a:gd name="connsiteX1" fmla="*/ 58286 w 58290"/>
                <a:gd name="connsiteY1" fmla="*/ 679387 h 684641"/>
                <a:gd name="connsiteX2" fmla="*/ 54201 w 58290"/>
                <a:gd name="connsiteY2" fmla="*/ 679387 h 684641"/>
                <a:gd name="connsiteX3" fmla="*/ 3264 w 58290"/>
                <a:gd name="connsiteY3" fmla="*/ 684562 h 684641"/>
                <a:gd name="connsiteX4" fmla="*/ -4 w 58290"/>
                <a:gd name="connsiteY4" fmla="*/ 684562 h 684641"/>
                <a:gd name="connsiteX5" fmla="*/ -4 w 58290"/>
                <a:gd name="connsiteY5" fmla="*/ 5777 h 684641"/>
                <a:gd name="connsiteX6" fmla="*/ 3264 w 58290"/>
                <a:gd name="connsiteY6" fmla="*/ 5777 h 684641"/>
                <a:gd name="connsiteX7" fmla="*/ 54201 w 58290"/>
                <a:gd name="connsiteY7" fmla="*/ 602 h 684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8290" h="684641">
                  <a:moveTo>
                    <a:pt x="58286" y="-79"/>
                  </a:moveTo>
                  <a:lnTo>
                    <a:pt x="58286" y="679387"/>
                  </a:lnTo>
                  <a:lnTo>
                    <a:pt x="54201" y="679387"/>
                  </a:lnTo>
                  <a:cubicBezTo>
                    <a:pt x="37089" y="679373"/>
                    <a:pt x="20022" y="681103"/>
                    <a:pt x="3264" y="684562"/>
                  </a:cubicBezTo>
                  <a:lnTo>
                    <a:pt x="-4" y="684562"/>
                  </a:lnTo>
                  <a:lnTo>
                    <a:pt x="-4" y="5777"/>
                  </a:lnTo>
                  <a:lnTo>
                    <a:pt x="3264" y="5777"/>
                  </a:lnTo>
                  <a:cubicBezTo>
                    <a:pt x="20022" y="2318"/>
                    <a:pt x="37089" y="588"/>
                    <a:pt x="54201" y="602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F259964-6808-8925-FD3B-EF88950C3697}"/>
                </a:ext>
              </a:extLst>
            </p:cNvPr>
            <p:cNvSpPr/>
            <p:nvPr/>
          </p:nvSpPr>
          <p:spPr>
            <a:xfrm>
              <a:off x="10160403" y="3429803"/>
              <a:ext cx="553382" cy="518328"/>
            </a:xfrm>
            <a:custGeom>
              <a:avLst/>
              <a:gdLst>
                <a:gd name="connsiteX0" fmla="*/ 506770 w 506876"/>
                <a:gd name="connsiteY0" fmla="*/ 237168 h 474768"/>
                <a:gd name="connsiteX1" fmla="*/ 506770 w 506876"/>
                <a:gd name="connsiteY1" fmla="*/ 243433 h 474768"/>
                <a:gd name="connsiteX2" fmla="*/ 491653 w 506876"/>
                <a:gd name="connsiteY2" fmla="*/ 321608 h 474768"/>
                <a:gd name="connsiteX3" fmla="*/ 269658 w 506876"/>
                <a:gd name="connsiteY3" fmla="*/ 474689 h 474768"/>
                <a:gd name="connsiteX4" fmla="*/ -4 w 506876"/>
                <a:gd name="connsiteY4" fmla="*/ 474689 h 474768"/>
                <a:gd name="connsiteX5" fmla="*/ -4 w 506876"/>
                <a:gd name="connsiteY5" fmla="*/ -79 h 474768"/>
                <a:gd name="connsiteX6" fmla="*/ 269386 w 506876"/>
                <a:gd name="connsiteY6" fmla="*/ -79 h 474768"/>
                <a:gd name="connsiteX7" fmla="*/ 506770 w 506876"/>
                <a:gd name="connsiteY7" fmla="*/ 237168 h 474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876" h="474768">
                  <a:moveTo>
                    <a:pt x="506770" y="237168"/>
                  </a:moveTo>
                  <a:cubicBezTo>
                    <a:pt x="506906" y="239252"/>
                    <a:pt x="506906" y="241350"/>
                    <a:pt x="506770" y="243433"/>
                  </a:cubicBezTo>
                  <a:cubicBezTo>
                    <a:pt x="506239" y="270168"/>
                    <a:pt x="501118" y="296603"/>
                    <a:pt x="491653" y="321608"/>
                  </a:cubicBezTo>
                  <a:cubicBezTo>
                    <a:pt x="456570" y="413742"/>
                    <a:pt x="368248" y="474648"/>
                    <a:pt x="269658" y="474689"/>
                  </a:cubicBezTo>
                  <a:lnTo>
                    <a:pt x="-4" y="474689"/>
                  </a:lnTo>
                  <a:lnTo>
                    <a:pt x="-4" y="-79"/>
                  </a:lnTo>
                  <a:lnTo>
                    <a:pt x="269386" y="-79"/>
                  </a:lnTo>
                  <a:cubicBezTo>
                    <a:pt x="400431" y="-79"/>
                    <a:pt x="506702" y="106124"/>
                    <a:pt x="506770" y="237168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146F5201-B1BE-25E3-9C90-6877B2E8646D}"/>
                </a:ext>
              </a:extLst>
            </p:cNvPr>
            <p:cNvSpPr/>
            <p:nvPr/>
          </p:nvSpPr>
          <p:spPr>
            <a:xfrm>
              <a:off x="6096298" y="2688738"/>
              <a:ext cx="4617970" cy="1011825"/>
            </a:xfrm>
            <a:custGeom>
              <a:avLst/>
              <a:gdLst>
                <a:gd name="connsiteX0" fmla="*/ -4 w 4229878"/>
                <a:gd name="connsiteY0" fmla="*/ -79 h 926792"/>
                <a:gd name="connsiteX1" fmla="*/ -4 w 4229878"/>
                <a:gd name="connsiteY1" fmla="*/ 679387 h 926792"/>
                <a:gd name="connsiteX2" fmla="*/ 3979961 w 4229878"/>
                <a:gd name="connsiteY2" fmla="*/ 679387 h 926792"/>
                <a:gd name="connsiteX3" fmla="*/ 4157012 w 4229878"/>
                <a:gd name="connsiteY3" fmla="*/ 752250 h 926792"/>
                <a:gd name="connsiteX4" fmla="*/ 4229875 w 4229878"/>
                <a:gd name="connsiteY4" fmla="*/ 921266 h 926792"/>
                <a:gd name="connsiteX5" fmla="*/ 4229875 w 4229878"/>
                <a:gd name="connsiteY5" fmla="*/ 922219 h 926792"/>
                <a:gd name="connsiteX6" fmla="*/ 4229875 w 4229878"/>
                <a:gd name="connsiteY6" fmla="*/ 926713 h 926792"/>
                <a:gd name="connsiteX7" fmla="*/ 4229875 w 4229878"/>
                <a:gd name="connsiteY7" fmla="*/ 249971 h 926792"/>
                <a:gd name="connsiteX8" fmla="*/ 4229875 w 4229878"/>
                <a:gd name="connsiteY8" fmla="*/ 243297 h 926792"/>
                <a:gd name="connsiteX9" fmla="*/ 3980642 w 4229878"/>
                <a:gd name="connsiteY9" fmla="*/ 602 h 926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29878" h="926792">
                  <a:moveTo>
                    <a:pt x="-4" y="-79"/>
                  </a:moveTo>
                  <a:lnTo>
                    <a:pt x="-4" y="679387"/>
                  </a:lnTo>
                  <a:lnTo>
                    <a:pt x="3979961" y="679387"/>
                  </a:lnTo>
                  <a:cubicBezTo>
                    <a:pt x="4046342" y="679047"/>
                    <a:pt x="4110108" y="705277"/>
                    <a:pt x="4157012" y="752250"/>
                  </a:cubicBezTo>
                  <a:cubicBezTo>
                    <a:pt x="4202051" y="797180"/>
                    <a:pt x="4228119" y="857677"/>
                    <a:pt x="4229875" y="921266"/>
                  </a:cubicBezTo>
                  <a:lnTo>
                    <a:pt x="4229875" y="922219"/>
                  </a:lnTo>
                  <a:cubicBezTo>
                    <a:pt x="4229875" y="923581"/>
                    <a:pt x="4229875" y="925215"/>
                    <a:pt x="4229875" y="926713"/>
                  </a:cubicBezTo>
                  <a:lnTo>
                    <a:pt x="4229875" y="249971"/>
                  </a:lnTo>
                  <a:cubicBezTo>
                    <a:pt x="4229875" y="247656"/>
                    <a:pt x="4229875" y="245476"/>
                    <a:pt x="4229875" y="243297"/>
                  </a:cubicBezTo>
                  <a:cubicBezTo>
                    <a:pt x="4226621" y="108085"/>
                    <a:pt x="4115896" y="261"/>
                    <a:pt x="3980642" y="602"/>
                  </a:cubicBezTo>
                  <a:close/>
                </a:path>
              </a:pathLst>
            </a:custGeom>
            <a:solidFill>
              <a:schemeClr val="accent4"/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60FCD91-7166-5BB2-1BA4-FCDC1F1F39EF}"/>
                </a:ext>
              </a:extLst>
            </p:cNvPr>
            <p:cNvSpPr/>
            <p:nvPr/>
          </p:nvSpPr>
          <p:spPr>
            <a:xfrm>
              <a:off x="10562013" y="2716841"/>
              <a:ext cx="151513" cy="983724"/>
            </a:xfrm>
            <a:custGeom>
              <a:avLst/>
              <a:gdLst>
                <a:gd name="connsiteX0" fmla="*/ -4 w 138780"/>
                <a:gd name="connsiteY0" fmla="*/ -79 h 901052"/>
                <a:gd name="connsiteX1" fmla="*/ -4 w 138780"/>
                <a:gd name="connsiteY1" fmla="*/ 679387 h 901052"/>
                <a:gd name="connsiteX2" fmla="*/ 138776 w 138780"/>
                <a:gd name="connsiteY2" fmla="*/ 895525 h 901052"/>
                <a:gd name="connsiteX3" fmla="*/ 138776 w 138780"/>
                <a:gd name="connsiteY3" fmla="*/ 896478 h 901052"/>
                <a:gd name="connsiteX4" fmla="*/ 138776 w 138780"/>
                <a:gd name="connsiteY4" fmla="*/ 900973 h 901052"/>
                <a:gd name="connsiteX5" fmla="*/ 138776 w 138780"/>
                <a:gd name="connsiteY5" fmla="*/ 224230 h 901052"/>
                <a:gd name="connsiteX6" fmla="*/ 138776 w 138780"/>
                <a:gd name="connsiteY6" fmla="*/ 217557 h 901052"/>
                <a:gd name="connsiteX7" fmla="*/ -4 w 138780"/>
                <a:gd name="connsiteY7" fmla="*/ -79 h 901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780" h="901052">
                  <a:moveTo>
                    <a:pt x="-4" y="-79"/>
                  </a:moveTo>
                  <a:lnTo>
                    <a:pt x="-4" y="679387"/>
                  </a:lnTo>
                  <a:cubicBezTo>
                    <a:pt x="82788" y="720095"/>
                    <a:pt x="136216" y="803309"/>
                    <a:pt x="138776" y="895525"/>
                  </a:cubicBezTo>
                  <a:lnTo>
                    <a:pt x="138776" y="896478"/>
                  </a:lnTo>
                  <a:cubicBezTo>
                    <a:pt x="138776" y="897840"/>
                    <a:pt x="138776" y="899475"/>
                    <a:pt x="138776" y="900973"/>
                  </a:cubicBezTo>
                  <a:lnTo>
                    <a:pt x="138776" y="224230"/>
                  </a:lnTo>
                  <a:cubicBezTo>
                    <a:pt x="138776" y="221915"/>
                    <a:pt x="138776" y="219736"/>
                    <a:pt x="138776" y="217557"/>
                  </a:cubicBezTo>
                  <a:cubicBezTo>
                    <a:pt x="136638" y="124837"/>
                    <a:pt x="83169" y="40969"/>
                    <a:pt x="-4" y="-79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D8781BA7-CA91-27B9-DC29-A08C12CDD4DE}"/>
                </a:ext>
              </a:extLst>
            </p:cNvPr>
            <p:cNvSpPr/>
            <p:nvPr/>
          </p:nvSpPr>
          <p:spPr>
            <a:xfrm>
              <a:off x="10436816" y="2688738"/>
              <a:ext cx="63490" cy="747457"/>
            </a:xfrm>
            <a:custGeom>
              <a:avLst/>
              <a:gdLst>
                <a:gd name="connsiteX0" fmla="*/ -4 w 58154"/>
                <a:gd name="connsiteY0" fmla="*/ -79 h 684641"/>
                <a:gd name="connsiteX1" fmla="*/ -4 w 58154"/>
                <a:gd name="connsiteY1" fmla="*/ 679387 h 684641"/>
                <a:gd name="connsiteX2" fmla="*/ 3945 w 58154"/>
                <a:gd name="connsiteY2" fmla="*/ 679387 h 684641"/>
                <a:gd name="connsiteX3" fmla="*/ 55017 w 58154"/>
                <a:gd name="connsiteY3" fmla="*/ 684562 h 684641"/>
                <a:gd name="connsiteX4" fmla="*/ 58150 w 58154"/>
                <a:gd name="connsiteY4" fmla="*/ 684562 h 684641"/>
                <a:gd name="connsiteX5" fmla="*/ 58150 w 58154"/>
                <a:gd name="connsiteY5" fmla="*/ 5777 h 684641"/>
                <a:gd name="connsiteX6" fmla="*/ 55017 w 58154"/>
                <a:gd name="connsiteY6" fmla="*/ 5777 h 684641"/>
                <a:gd name="connsiteX7" fmla="*/ 3945 w 58154"/>
                <a:gd name="connsiteY7" fmla="*/ 602 h 684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8154" h="684641">
                  <a:moveTo>
                    <a:pt x="-4" y="-79"/>
                  </a:moveTo>
                  <a:lnTo>
                    <a:pt x="-4" y="679387"/>
                  </a:lnTo>
                  <a:lnTo>
                    <a:pt x="3945" y="679387"/>
                  </a:lnTo>
                  <a:cubicBezTo>
                    <a:pt x="21106" y="679373"/>
                    <a:pt x="38212" y="681103"/>
                    <a:pt x="55017" y="684562"/>
                  </a:cubicBezTo>
                  <a:lnTo>
                    <a:pt x="58150" y="684562"/>
                  </a:lnTo>
                  <a:lnTo>
                    <a:pt x="58150" y="5777"/>
                  </a:lnTo>
                  <a:lnTo>
                    <a:pt x="55017" y="5777"/>
                  </a:lnTo>
                  <a:cubicBezTo>
                    <a:pt x="38212" y="2318"/>
                    <a:pt x="21106" y="588"/>
                    <a:pt x="3945" y="602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CB4F12C4-B9B3-FBFE-54BE-74C88E12A59E}"/>
                </a:ext>
              </a:extLst>
            </p:cNvPr>
            <p:cNvSpPr/>
            <p:nvPr/>
          </p:nvSpPr>
          <p:spPr>
            <a:xfrm>
              <a:off x="6748001" y="2439685"/>
              <a:ext cx="325033" cy="1289874"/>
            </a:xfrm>
            <a:custGeom>
              <a:avLst/>
              <a:gdLst>
                <a:gd name="connsiteX0" fmla="*/ 0 w 297717"/>
                <a:gd name="connsiteY0" fmla="*/ 0 h 1181473"/>
                <a:gd name="connsiteX1" fmla="*/ 297718 w 297717"/>
                <a:gd name="connsiteY1" fmla="*/ 0 h 1181473"/>
                <a:gd name="connsiteX2" fmla="*/ 297718 w 297717"/>
                <a:gd name="connsiteY2" fmla="*/ 1181474 h 1181473"/>
                <a:gd name="connsiteX3" fmla="*/ 0 w 297717"/>
                <a:gd name="connsiteY3" fmla="*/ 1181474 h 1181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717" h="1181473">
                  <a:moveTo>
                    <a:pt x="0" y="0"/>
                  </a:moveTo>
                  <a:lnTo>
                    <a:pt x="297718" y="0"/>
                  </a:lnTo>
                  <a:lnTo>
                    <a:pt x="297718" y="1181474"/>
                  </a:lnTo>
                  <a:lnTo>
                    <a:pt x="0" y="1181474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24C789B-4EE9-D001-9CD8-B16E2A5B735E}"/>
                </a:ext>
              </a:extLst>
            </p:cNvPr>
            <p:cNvSpPr/>
            <p:nvPr/>
          </p:nvSpPr>
          <p:spPr>
            <a:xfrm>
              <a:off x="5117332" y="2439685"/>
              <a:ext cx="325033" cy="1289874"/>
            </a:xfrm>
            <a:custGeom>
              <a:avLst/>
              <a:gdLst>
                <a:gd name="connsiteX0" fmla="*/ 0 w 297717"/>
                <a:gd name="connsiteY0" fmla="*/ 0 h 1181473"/>
                <a:gd name="connsiteX1" fmla="*/ 297717 w 297717"/>
                <a:gd name="connsiteY1" fmla="*/ 0 h 1181473"/>
                <a:gd name="connsiteX2" fmla="*/ 297717 w 297717"/>
                <a:gd name="connsiteY2" fmla="*/ 1181474 h 1181473"/>
                <a:gd name="connsiteX3" fmla="*/ 0 w 297717"/>
                <a:gd name="connsiteY3" fmla="*/ 1181474 h 1181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717" h="1181473">
                  <a:moveTo>
                    <a:pt x="0" y="0"/>
                  </a:moveTo>
                  <a:lnTo>
                    <a:pt x="297717" y="0"/>
                  </a:lnTo>
                  <a:lnTo>
                    <a:pt x="297717" y="1181474"/>
                  </a:lnTo>
                  <a:lnTo>
                    <a:pt x="0" y="1181474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8CBA1789-0887-5312-9EB1-E2876FCDAFC9}"/>
                </a:ext>
              </a:extLst>
            </p:cNvPr>
            <p:cNvSpPr/>
            <p:nvPr/>
          </p:nvSpPr>
          <p:spPr>
            <a:xfrm>
              <a:off x="5442366" y="2439685"/>
              <a:ext cx="1305634" cy="1290022"/>
            </a:xfrm>
            <a:custGeom>
              <a:avLst/>
              <a:gdLst>
                <a:gd name="connsiteX0" fmla="*/ 0 w 1195909"/>
                <a:gd name="connsiteY0" fmla="*/ 0 h 1181609"/>
                <a:gd name="connsiteX1" fmla="*/ 1195910 w 1195909"/>
                <a:gd name="connsiteY1" fmla="*/ 0 h 1181609"/>
                <a:gd name="connsiteX2" fmla="*/ 1195910 w 1195909"/>
                <a:gd name="connsiteY2" fmla="*/ 1181610 h 1181609"/>
                <a:gd name="connsiteX3" fmla="*/ 0 w 1195909"/>
                <a:gd name="connsiteY3" fmla="*/ 1181610 h 1181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5909" h="1181609">
                  <a:moveTo>
                    <a:pt x="0" y="0"/>
                  </a:moveTo>
                  <a:lnTo>
                    <a:pt x="1195910" y="0"/>
                  </a:lnTo>
                  <a:lnTo>
                    <a:pt x="1195910" y="1181610"/>
                  </a:lnTo>
                  <a:lnTo>
                    <a:pt x="0" y="1181610"/>
                  </a:lnTo>
                  <a:close/>
                </a:path>
              </a:pathLst>
            </a:custGeom>
            <a:solidFill>
              <a:schemeClr val="bg1"/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0798717-E0D5-CF26-5293-17F61692C082}"/>
                </a:ext>
              </a:extLst>
            </p:cNvPr>
            <p:cNvSpPr/>
            <p:nvPr/>
          </p:nvSpPr>
          <p:spPr>
            <a:xfrm>
              <a:off x="1477732" y="4636411"/>
              <a:ext cx="552973" cy="518628"/>
            </a:xfrm>
            <a:custGeom>
              <a:avLst/>
              <a:gdLst>
                <a:gd name="connsiteX0" fmla="*/ -4 w 506501"/>
                <a:gd name="connsiteY0" fmla="*/ 237305 h 475043"/>
                <a:gd name="connsiteX1" fmla="*/ -4 w 506501"/>
                <a:gd name="connsiteY1" fmla="*/ 243434 h 475043"/>
                <a:gd name="connsiteX2" fmla="*/ 237244 w 506501"/>
                <a:gd name="connsiteY2" fmla="*/ 474962 h 475043"/>
                <a:gd name="connsiteX3" fmla="*/ 506497 w 506501"/>
                <a:gd name="connsiteY3" fmla="*/ 474962 h 475043"/>
                <a:gd name="connsiteX4" fmla="*/ 506497 w 506501"/>
                <a:gd name="connsiteY4" fmla="*/ -79 h 475043"/>
                <a:gd name="connsiteX5" fmla="*/ 237380 w 506501"/>
                <a:gd name="connsiteY5" fmla="*/ -79 h 475043"/>
                <a:gd name="connsiteX6" fmla="*/ -4 w 506501"/>
                <a:gd name="connsiteY6" fmla="*/ 236760 h 475043"/>
                <a:gd name="connsiteX7" fmla="*/ -4 w 506501"/>
                <a:gd name="connsiteY7" fmla="*/ 237305 h 47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501" h="475043">
                  <a:moveTo>
                    <a:pt x="-4" y="237305"/>
                  </a:moveTo>
                  <a:cubicBezTo>
                    <a:pt x="-4" y="239348"/>
                    <a:pt x="-4" y="241391"/>
                    <a:pt x="-4" y="243434"/>
                  </a:cubicBezTo>
                  <a:cubicBezTo>
                    <a:pt x="2597" y="372435"/>
                    <a:pt x="108211" y="475506"/>
                    <a:pt x="237244" y="474962"/>
                  </a:cubicBezTo>
                  <a:lnTo>
                    <a:pt x="506497" y="474962"/>
                  </a:lnTo>
                  <a:lnTo>
                    <a:pt x="506497" y="-79"/>
                  </a:lnTo>
                  <a:lnTo>
                    <a:pt x="237380" y="-79"/>
                  </a:lnTo>
                  <a:cubicBezTo>
                    <a:pt x="106426" y="-229"/>
                    <a:pt x="147" y="105811"/>
                    <a:pt x="-4" y="236760"/>
                  </a:cubicBezTo>
                  <a:cubicBezTo>
                    <a:pt x="-4" y="236937"/>
                    <a:pt x="-4" y="237128"/>
                    <a:pt x="-4" y="237305"/>
                  </a:cubicBez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FF9D1B3D-246F-5043-DCCA-D600F6A9220F}"/>
                </a:ext>
              </a:extLst>
            </p:cNvPr>
            <p:cNvSpPr/>
            <p:nvPr/>
          </p:nvSpPr>
          <p:spPr>
            <a:xfrm>
              <a:off x="1477761" y="3895496"/>
              <a:ext cx="4617347" cy="1011827"/>
            </a:xfrm>
            <a:custGeom>
              <a:avLst/>
              <a:gdLst>
                <a:gd name="connsiteX0" fmla="*/ 4229304 w 4229307"/>
                <a:gd name="connsiteY0" fmla="*/ -79 h 926793"/>
                <a:gd name="connsiteX1" fmla="*/ 4229304 w 4229307"/>
                <a:gd name="connsiteY1" fmla="*/ 679251 h 926793"/>
                <a:gd name="connsiteX2" fmla="*/ 249202 w 4229307"/>
                <a:gd name="connsiteY2" fmla="*/ 679251 h 926793"/>
                <a:gd name="connsiteX3" fmla="*/ 198266 w 4229307"/>
                <a:gd name="connsiteY3" fmla="*/ 684426 h 926793"/>
                <a:gd name="connsiteX4" fmla="*/ 105 w 4229307"/>
                <a:gd name="connsiteY4" fmla="*/ 921266 h 926793"/>
                <a:gd name="connsiteX5" fmla="*/ 105 w 4229307"/>
                <a:gd name="connsiteY5" fmla="*/ 922083 h 926793"/>
                <a:gd name="connsiteX6" fmla="*/ 105 w 4229307"/>
                <a:gd name="connsiteY6" fmla="*/ 926714 h 926793"/>
                <a:gd name="connsiteX7" fmla="*/ 105 w 4229307"/>
                <a:gd name="connsiteY7" fmla="*/ 249154 h 926793"/>
                <a:gd name="connsiteX8" fmla="*/ 105 w 4229307"/>
                <a:gd name="connsiteY8" fmla="*/ 242616 h 926793"/>
                <a:gd name="connsiteX9" fmla="*/ 197993 w 4229307"/>
                <a:gd name="connsiteY9" fmla="*/ 4960 h 926793"/>
                <a:gd name="connsiteX10" fmla="*/ 248930 w 4229307"/>
                <a:gd name="connsiteY10" fmla="*/ -79 h 926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29307" h="926793">
                  <a:moveTo>
                    <a:pt x="4229304" y="-79"/>
                  </a:moveTo>
                  <a:lnTo>
                    <a:pt x="4229304" y="679251"/>
                  </a:lnTo>
                  <a:lnTo>
                    <a:pt x="249202" y="679251"/>
                  </a:lnTo>
                  <a:cubicBezTo>
                    <a:pt x="232095" y="679305"/>
                    <a:pt x="215034" y="681035"/>
                    <a:pt x="198266" y="684426"/>
                  </a:cubicBezTo>
                  <a:cubicBezTo>
                    <a:pt x="85396" y="708056"/>
                    <a:pt x="3451" y="805992"/>
                    <a:pt x="105" y="921266"/>
                  </a:cubicBezTo>
                  <a:cubicBezTo>
                    <a:pt x="-41" y="921525"/>
                    <a:pt x="-41" y="921824"/>
                    <a:pt x="105" y="922083"/>
                  </a:cubicBezTo>
                  <a:cubicBezTo>
                    <a:pt x="-30" y="923622"/>
                    <a:pt x="-30" y="925175"/>
                    <a:pt x="105" y="926714"/>
                  </a:cubicBezTo>
                  <a:lnTo>
                    <a:pt x="105" y="249154"/>
                  </a:lnTo>
                  <a:cubicBezTo>
                    <a:pt x="105" y="246975"/>
                    <a:pt x="105" y="244796"/>
                    <a:pt x="105" y="242616"/>
                  </a:cubicBezTo>
                  <a:cubicBezTo>
                    <a:pt x="3149" y="127152"/>
                    <a:pt x="84997" y="28862"/>
                    <a:pt x="197993" y="4960"/>
                  </a:cubicBezTo>
                  <a:cubicBezTo>
                    <a:pt x="214766" y="1610"/>
                    <a:pt x="231826" y="-79"/>
                    <a:pt x="248930" y="-79"/>
                  </a:cubicBezTo>
                  <a:close/>
                </a:path>
              </a:pathLst>
            </a:custGeom>
            <a:solidFill>
              <a:schemeClr val="accent3"/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7BABCD4C-DB92-7EE2-1B9C-08B9A11FDDC4}"/>
                </a:ext>
              </a:extLst>
            </p:cNvPr>
            <p:cNvSpPr/>
            <p:nvPr/>
          </p:nvSpPr>
          <p:spPr>
            <a:xfrm>
              <a:off x="1477761" y="3923449"/>
              <a:ext cx="151484" cy="983277"/>
            </a:xfrm>
            <a:custGeom>
              <a:avLst/>
              <a:gdLst>
                <a:gd name="connsiteX0" fmla="*/ 138750 w 138753"/>
                <a:gd name="connsiteY0" fmla="*/ -79 h 900643"/>
                <a:gd name="connsiteX1" fmla="*/ 138750 w 138753"/>
                <a:gd name="connsiteY1" fmla="*/ 679523 h 900643"/>
                <a:gd name="connsiteX2" fmla="*/ 72968 w 138753"/>
                <a:gd name="connsiteY2" fmla="*/ 726101 h 900643"/>
                <a:gd name="connsiteX3" fmla="*/ 105 w 138753"/>
                <a:gd name="connsiteY3" fmla="*/ 895117 h 900643"/>
                <a:gd name="connsiteX4" fmla="*/ 105 w 138753"/>
                <a:gd name="connsiteY4" fmla="*/ 895934 h 900643"/>
                <a:gd name="connsiteX5" fmla="*/ 105 w 138753"/>
                <a:gd name="connsiteY5" fmla="*/ 900564 h 900643"/>
                <a:gd name="connsiteX6" fmla="*/ 105 w 138753"/>
                <a:gd name="connsiteY6" fmla="*/ 223550 h 900643"/>
                <a:gd name="connsiteX7" fmla="*/ 105 w 138753"/>
                <a:gd name="connsiteY7" fmla="*/ 217012 h 900643"/>
                <a:gd name="connsiteX8" fmla="*/ 138750 w 138753"/>
                <a:gd name="connsiteY8" fmla="*/ -79 h 900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8753" h="900643">
                  <a:moveTo>
                    <a:pt x="138750" y="-79"/>
                  </a:moveTo>
                  <a:lnTo>
                    <a:pt x="138750" y="679523"/>
                  </a:lnTo>
                  <a:cubicBezTo>
                    <a:pt x="114451" y="691399"/>
                    <a:pt x="92237" y="707130"/>
                    <a:pt x="72968" y="726101"/>
                  </a:cubicBezTo>
                  <a:cubicBezTo>
                    <a:pt x="27865" y="770990"/>
                    <a:pt x="1773" y="831514"/>
                    <a:pt x="105" y="895117"/>
                  </a:cubicBezTo>
                  <a:cubicBezTo>
                    <a:pt x="-41" y="895375"/>
                    <a:pt x="-41" y="895675"/>
                    <a:pt x="105" y="895934"/>
                  </a:cubicBezTo>
                  <a:cubicBezTo>
                    <a:pt x="-30" y="897473"/>
                    <a:pt x="-30" y="899025"/>
                    <a:pt x="105" y="900564"/>
                  </a:cubicBezTo>
                  <a:lnTo>
                    <a:pt x="105" y="223550"/>
                  </a:lnTo>
                  <a:cubicBezTo>
                    <a:pt x="105" y="221370"/>
                    <a:pt x="105" y="219191"/>
                    <a:pt x="105" y="217012"/>
                  </a:cubicBezTo>
                  <a:cubicBezTo>
                    <a:pt x="2566" y="124564"/>
                    <a:pt x="55907" y="41037"/>
                    <a:pt x="138750" y="-79"/>
                  </a:cubicBez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2086ADA4-09A1-9D04-9B37-E4CA9FCA1429}"/>
                </a:ext>
              </a:extLst>
            </p:cNvPr>
            <p:cNvSpPr/>
            <p:nvPr/>
          </p:nvSpPr>
          <p:spPr>
            <a:xfrm>
              <a:off x="1690655" y="3895496"/>
              <a:ext cx="63638" cy="748201"/>
            </a:xfrm>
            <a:custGeom>
              <a:avLst/>
              <a:gdLst>
                <a:gd name="connsiteX0" fmla="*/ 58286 w 58290"/>
                <a:gd name="connsiteY0" fmla="*/ -79 h 685322"/>
                <a:gd name="connsiteX1" fmla="*/ 58286 w 58290"/>
                <a:gd name="connsiteY1" fmla="*/ 679251 h 685322"/>
                <a:gd name="connsiteX2" fmla="*/ 54201 w 58290"/>
                <a:gd name="connsiteY2" fmla="*/ 679251 h 685322"/>
                <a:gd name="connsiteX3" fmla="*/ 3264 w 58290"/>
                <a:gd name="connsiteY3" fmla="*/ 684426 h 685322"/>
                <a:gd name="connsiteX4" fmla="*/ -4 w 58290"/>
                <a:gd name="connsiteY4" fmla="*/ 685243 h 685322"/>
                <a:gd name="connsiteX5" fmla="*/ -4 w 58290"/>
                <a:gd name="connsiteY5" fmla="*/ 5777 h 685322"/>
                <a:gd name="connsiteX6" fmla="*/ 3264 w 58290"/>
                <a:gd name="connsiteY6" fmla="*/ 4960 h 685322"/>
                <a:gd name="connsiteX7" fmla="*/ 54201 w 58290"/>
                <a:gd name="connsiteY7" fmla="*/ -79 h 685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8290" h="685322">
                  <a:moveTo>
                    <a:pt x="58286" y="-79"/>
                  </a:moveTo>
                  <a:lnTo>
                    <a:pt x="58286" y="679251"/>
                  </a:lnTo>
                  <a:lnTo>
                    <a:pt x="54201" y="679251"/>
                  </a:lnTo>
                  <a:cubicBezTo>
                    <a:pt x="37093" y="679305"/>
                    <a:pt x="20033" y="681035"/>
                    <a:pt x="3264" y="684426"/>
                  </a:cubicBezTo>
                  <a:lnTo>
                    <a:pt x="-4" y="685243"/>
                  </a:lnTo>
                  <a:lnTo>
                    <a:pt x="-4" y="5777"/>
                  </a:lnTo>
                  <a:lnTo>
                    <a:pt x="3264" y="4960"/>
                  </a:lnTo>
                  <a:cubicBezTo>
                    <a:pt x="20037" y="1610"/>
                    <a:pt x="37098" y="-79"/>
                    <a:pt x="54201" y="-79"/>
                  </a:cubicBez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9C14FAF0-7598-223B-0677-9C0B4F1D585A}"/>
                </a:ext>
              </a:extLst>
            </p:cNvPr>
            <p:cNvSpPr/>
            <p:nvPr/>
          </p:nvSpPr>
          <p:spPr>
            <a:xfrm>
              <a:off x="10160403" y="4636411"/>
              <a:ext cx="553382" cy="518328"/>
            </a:xfrm>
            <a:custGeom>
              <a:avLst/>
              <a:gdLst>
                <a:gd name="connsiteX0" fmla="*/ 506770 w 506876"/>
                <a:gd name="connsiteY0" fmla="*/ 237305 h 474768"/>
                <a:gd name="connsiteX1" fmla="*/ 506770 w 506876"/>
                <a:gd name="connsiteY1" fmla="*/ 243434 h 474768"/>
                <a:gd name="connsiteX2" fmla="*/ 491653 w 506876"/>
                <a:gd name="connsiteY2" fmla="*/ 321745 h 474768"/>
                <a:gd name="connsiteX3" fmla="*/ 269658 w 506876"/>
                <a:gd name="connsiteY3" fmla="*/ 474689 h 474768"/>
                <a:gd name="connsiteX4" fmla="*/ -4 w 506876"/>
                <a:gd name="connsiteY4" fmla="*/ 474689 h 474768"/>
                <a:gd name="connsiteX5" fmla="*/ -4 w 506876"/>
                <a:gd name="connsiteY5" fmla="*/ -79 h 474768"/>
                <a:gd name="connsiteX6" fmla="*/ 269386 w 506876"/>
                <a:gd name="connsiteY6" fmla="*/ -79 h 474768"/>
                <a:gd name="connsiteX7" fmla="*/ 506770 w 506876"/>
                <a:gd name="connsiteY7" fmla="*/ 237305 h 474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876" h="474768">
                  <a:moveTo>
                    <a:pt x="506770" y="237305"/>
                  </a:moveTo>
                  <a:cubicBezTo>
                    <a:pt x="506906" y="239348"/>
                    <a:pt x="506906" y="241390"/>
                    <a:pt x="506770" y="243434"/>
                  </a:cubicBezTo>
                  <a:cubicBezTo>
                    <a:pt x="506252" y="270209"/>
                    <a:pt x="501132" y="296698"/>
                    <a:pt x="491653" y="321745"/>
                  </a:cubicBezTo>
                  <a:cubicBezTo>
                    <a:pt x="456529" y="413824"/>
                    <a:pt x="368207" y="474662"/>
                    <a:pt x="269658" y="474689"/>
                  </a:cubicBezTo>
                  <a:lnTo>
                    <a:pt x="-4" y="474689"/>
                  </a:lnTo>
                  <a:lnTo>
                    <a:pt x="-4" y="-79"/>
                  </a:lnTo>
                  <a:lnTo>
                    <a:pt x="269386" y="-79"/>
                  </a:lnTo>
                  <a:cubicBezTo>
                    <a:pt x="400485" y="-79"/>
                    <a:pt x="506770" y="106205"/>
                    <a:pt x="506770" y="237305"/>
                  </a:cubicBez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A7608D9D-BC11-5659-C09F-B97C27FEEBB7}"/>
                </a:ext>
              </a:extLst>
            </p:cNvPr>
            <p:cNvSpPr/>
            <p:nvPr/>
          </p:nvSpPr>
          <p:spPr>
            <a:xfrm>
              <a:off x="6096298" y="3895496"/>
              <a:ext cx="4617228" cy="1011827"/>
            </a:xfrm>
            <a:custGeom>
              <a:avLst/>
              <a:gdLst>
                <a:gd name="connsiteX0" fmla="*/ -4 w 4229198"/>
                <a:gd name="connsiteY0" fmla="*/ -79 h 926793"/>
                <a:gd name="connsiteX1" fmla="*/ -4 w 4229198"/>
                <a:gd name="connsiteY1" fmla="*/ 679251 h 926793"/>
                <a:gd name="connsiteX2" fmla="*/ 3979961 w 4229198"/>
                <a:gd name="connsiteY2" fmla="*/ 679251 h 926793"/>
                <a:gd name="connsiteX3" fmla="*/ 4031034 w 4229198"/>
                <a:gd name="connsiteY3" fmla="*/ 684426 h 926793"/>
                <a:gd name="connsiteX4" fmla="*/ 4229194 w 4229198"/>
                <a:gd name="connsiteY4" fmla="*/ 921266 h 926793"/>
                <a:gd name="connsiteX5" fmla="*/ 4229194 w 4229198"/>
                <a:gd name="connsiteY5" fmla="*/ 922083 h 926793"/>
                <a:gd name="connsiteX6" fmla="*/ 4229194 w 4229198"/>
                <a:gd name="connsiteY6" fmla="*/ 926714 h 926793"/>
                <a:gd name="connsiteX7" fmla="*/ 4229194 w 4229198"/>
                <a:gd name="connsiteY7" fmla="*/ 249154 h 926793"/>
                <a:gd name="connsiteX8" fmla="*/ 4229194 w 4229198"/>
                <a:gd name="connsiteY8" fmla="*/ 242616 h 926793"/>
                <a:gd name="connsiteX9" fmla="*/ 4031034 w 4229198"/>
                <a:gd name="connsiteY9" fmla="*/ 4960 h 926793"/>
                <a:gd name="connsiteX10" fmla="*/ 3979961 w 4229198"/>
                <a:gd name="connsiteY10" fmla="*/ -79 h 926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29198" h="926793">
                  <a:moveTo>
                    <a:pt x="-4" y="-79"/>
                  </a:moveTo>
                  <a:lnTo>
                    <a:pt x="-4" y="679251"/>
                  </a:lnTo>
                  <a:lnTo>
                    <a:pt x="3979961" y="679251"/>
                  </a:lnTo>
                  <a:cubicBezTo>
                    <a:pt x="3997108" y="679305"/>
                    <a:pt x="4014214" y="681035"/>
                    <a:pt x="4031034" y="684426"/>
                  </a:cubicBezTo>
                  <a:cubicBezTo>
                    <a:pt x="4143896" y="708056"/>
                    <a:pt x="4225844" y="805992"/>
                    <a:pt x="4229194" y="921266"/>
                  </a:cubicBezTo>
                  <a:lnTo>
                    <a:pt x="4229194" y="922083"/>
                  </a:lnTo>
                  <a:cubicBezTo>
                    <a:pt x="4229194" y="923581"/>
                    <a:pt x="4229194" y="925215"/>
                    <a:pt x="4229194" y="926714"/>
                  </a:cubicBezTo>
                  <a:lnTo>
                    <a:pt x="4229194" y="249154"/>
                  </a:lnTo>
                  <a:cubicBezTo>
                    <a:pt x="4229194" y="246975"/>
                    <a:pt x="4229194" y="244796"/>
                    <a:pt x="4229194" y="242616"/>
                  </a:cubicBezTo>
                  <a:cubicBezTo>
                    <a:pt x="4226116" y="127070"/>
                    <a:pt x="4144142" y="28753"/>
                    <a:pt x="4031034" y="4960"/>
                  </a:cubicBezTo>
                  <a:cubicBezTo>
                    <a:pt x="4014214" y="1610"/>
                    <a:pt x="3997108" y="-79"/>
                    <a:pt x="3979961" y="-79"/>
                  </a:cubicBezTo>
                  <a:close/>
                </a:path>
              </a:pathLst>
            </a:custGeom>
            <a:solidFill>
              <a:schemeClr val="accent3"/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4A5E8748-A9FE-4D19-5C88-1D94C5CD3D7E}"/>
                </a:ext>
              </a:extLst>
            </p:cNvPr>
            <p:cNvSpPr/>
            <p:nvPr/>
          </p:nvSpPr>
          <p:spPr>
            <a:xfrm>
              <a:off x="10562013" y="3923449"/>
              <a:ext cx="151513" cy="983872"/>
            </a:xfrm>
            <a:custGeom>
              <a:avLst/>
              <a:gdLst>
                <a:gd name="connsiteX0" fmla="*/ -4 w 138780"/>
                <a:gd name="connsiteY0" fmla="*/ -79 h 901188"/>
                <a:gd name="connsiteX1" fmla="*/ -4 w 138780"/>
                <a:gd name="connsiteY1" fmla="*/ 679523 h 901188"/>
                <a:gd name="connsiteX2" fmla="*/ 138776 w 138780"/>
                <a:gd name="connsiteY2" fmla="*/ 895662 h 901188"/>
                <a:gd name="connsiteX3" fmla="*/ 138776 w 138780"/>
                <a:gd name="connsiteY3" fmla="*/ 896479 h 901188"/>
                <a:gd name="connsiteX4" fmla="*/ 138776 w 138780"/>
                <a:gd name="connsiteY4" fmla="*/ 901109 h 901188"/>
                <a:gd name="connsiteX5" fmla="*/ 138776 w 138780"/>
                <a:gd name="connsiteY5" fmla="*/ 223550 h 901188"/>
                <a:gd name="connsiteX6" fmla="*/ 138776 w 138780"/>
                <a:gd name="connsiteY6" fmla="*/ 217012 h 901188"/>
                <a:gd name="connsiteX7" fmla="*/ -4 w 138780"/>
                <a:gd name="connsiteY7" fmla="*/ -79 h 901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780" h="901188">
                  <a:moveTo>
                    <a:pt x="-4" y="-79"/>
                  </a:moveTo>
                  <a:lnTo>
                    <a:pt x="-4" y="679523"/>
                  </a:lnTo>
                  <a:cubicBezTo>
                    <a:pt x="82788" y="720231"/>
                    <a:pt x="136216" y="803445"/>
                    <a:pt x="138776" y="895662"/>
                  </a:cubicBezTo>
                  <a:lnTo>
                    <a:pt x="138776" y="896479"/>
                  </a:lnTo>
                  <a:cubicBezTo>
                    <a:pt x="138776" y="897977"/>
                    <a:pt x="138776" y="899611"/>
                    <a:pt x="138776" y="901109"/>
                  </a:cubicBezTo>
                  <a:lnTo>
                    <a:pt x="138776" y="223550"/>
                  </a:lnTo>
                  <a:cubicBezTo>
                    <a:pt x="138776" y="221370"/>
                    <a:pt x="138776" y="219191"/>
                    <a:pt x="138776" y="217012"/>
                  </a:cubicBezTo>
                  <a:cubicBezTo>
                    <a:pt x="136352" y="124510"/>
                    <a:pt x="82938" y="40956"/>
                    <a:pt x="-4" y="-79"/>
                  </a:cubicBez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C9401E6B-8D1A-986E-26B6-B697E85C7FA2}"/>
                </a:ext>
              </a:extLst>
            </p:cNvPr>
            <p:cNvSpPr/>
            <p:nvPr/>
          </p:nvSpPr>
          <p:spPr>
            <a:xfrm>
              <a:off x="10436816" y="3895496"/>
              <a:ext cx="63490" cy="748201"/>
            </a:xfrm>
            <a:custGeom>
              <a:avLst/>
              <a:gdLst>
                <a:gd name="connsiteX0" fmla="*/ -4 w 58154"/>
                <a:gd name="connsiteY0" fmla="*/ -79 h 685322"/>
                <a:gd name="connsiteX1" fmla="*/ -4 w 58154"/>
                <a:gd name="connsiteY1" fmla="*/ 679251 h 685322"/>
                <a:gd name="connsiteX2" fmla="*/ 3945 w 58154"/>
                <a:gd name="connsiteY2" fmla="*/ 679251 h 685322"/>
                <a:gd name="connsiteX3" fmla="*/ 55017 w 58154"/>
                <a:gd name="connsiteY3" fmla="*/ 684426 h 685322"/>
                <a:gd name="connsiteX4" fmla="*/ 58150 w 58154"/>
                <a:gd name="connsiteY4" fmla="*/ 685243 h 685322"/>
                <a:gd name="connsiteX5" fmla="*/ 58150 w 58154"/>
                <a:gd name="connsiteY5" fmla="*/ 5777 h 685322"/>
                <a:gd name="connsiteX6" fmla="*/ 55017 w 58154"/>
                <a:gd name="connsiteY6" fmla="*/ 4960 h 685322"/>
                <a:gd name="connsiteX7" fmla="*/ 3945 w 58154"/>
                <a:gd name="connsiteY7" fmla="*/ -79 h 685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8154" h="685322">
                  <a:moveTo>
                    <a:pt x="-4" y="-79"/>
                  </a:moveTo>
                  <a:lnTo>
                    <a:pt x="-4" y="679251"/>
                  </a:lnTo>
                  <a:lnTo>
                    <a:pt x="3945" y="679251"/>
                  </a:lnTo>
                  <a:cubicBezTo>
                    <a:pt x="21092" y="679305"/>
                    <a:pt x="38198" y="681035"/>
                    <a:pt x="55017" y="684426"/>
                  </a:cubicBezTo>
                  <a:lnTo>
                    <a:pt x="58150" y="685243"/>
                  </a:lnTo>
                  <a:lnTo>
                    <a:pt x="58150" y="5777"/>
                  </a:lnTo>
                  <a:lnTo>
                    <a:pt x="55017" y="4960"/>
                  </a:lnTo>
                  <a:cubicBezTo>
                    <a:pt x="38198" y="1610"/>
                    <a:pt x="21092" y="-79"/>
                    <a:pt x="3945" y="-79"/>
                  </a:cubicBez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D6B4E173-35B2-DDB8-415F-1B57E1BBB934}"/>
                </a:ext>
              </a:extLst>
            </p:cNvPr>
            <p:cNvSpPr/>
            <p:nvPr/>
          </p:nvSpPr>
          <p:spPr>
            <a:xfrm>
              <a:off x="6748001" y="3646443"/>
              <a:ext cx="325033" cy="1289874"/>
            </a:xfrm>
            <a:custGeom>
              <a:avLst/>
              <a:gdLst>
                <a:gd name="connsiteX0" fmla="*/ 0 w 297717"/>
                <a:gd name="connsiteY0" fmla="*/ 0 h 1181473"/>
                <a:gd name="connsiteX1" fmla="*/ 297718 w 297717"/>
                <a:gd name="connsiteY1" fmla="*/ 0 h 1181473"/>
                <a:gd name="connsiteX2" fmla="*/ 297718 w 297717"/>
                <a:gd name="connsiteY2" fmla="*/ 1181474 h 1181473"/>
                <a:gd name="connsiteX3" fmla="*/ 0 w 297717"/>
                <a:gd name="connsiteY3" fmla="*/ 1181474 h 1181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717" h="1181473">
                  <a:moveTo>
                    <a:pt x="0" y="0"/>
                  </a:moveTo>
                  <a:lnTo>
                    <a:pt x="297718" y="0"/>
                  </a:lnTo>
                  <a:lnTo>
                    <a:pt x="297718" y="1181474"/>
                  </a:lnTo>
                  <a:lnTo>
                    <a:pt x="0" y="1181474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4B20BCBA-41DC-FD97-E3DA-7A0B0BCC0D41}"/>
                </a:ext>
              </a:extLst>
            </p:cNvPr>
            <p:cNvSpPr/>
            <p:nvPr/>
          </p:nvSpPr>
          <p:spPr>
            <a:xfrm>
              <a:off x="5117332" y="3646443"/>
              <a:ext cx="325033" cy="1289874"/>
            </a:xfrm>
            <a:custGeom>
              <a:avLst/>
              <a:gdLst>
                <a:gd name="connsiteX0" fmla="*/ 0 w 297717"/>
                <a:gd name="connsiteY0" fmla="*/ 0 h 1181473"/>
                <a:gd name="connsiteX1" fmla="*/ 297717 w 297717"/>
                <a:gd name="connsiteY1" fmla="*/ 0 h 1181473"/>
                <a:gd name="connsiteX2" fmla="*/ 297717 w 297717"/>
                <a:gd name="connsiteY2" fmla="*/ 1181474 h 1181473"/>
                <a:gd name="connsiteX3" fmla="*/ 0 w 297717"/>
                <a:gd name="connsiteY3" fmla="*/ 1181474 h 1181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717" h="1181473">
                  <a:moveTo>
                    <a:pt x="0" y="0"/>
                  </a:moveTo>
                  <a:lnTo>
                    <a:pt x="297717" y="0"/>
                  </a:lnTo>
                  <a:lnTo>
                    <a:pt x="297717" y="1181474"/>
                  </a:lnTo>
                  <a:lnTo>
                    <a:pt x="0" y="1181474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8A2F8C9-AE6D-FD82-7770-8E870D5CF25B}"/>
                </a:ext>
              </a:extLst>
            </p:cNvPr>
            <p:cNvSpPr/>
            <p:nvPr/>
          </p:nvSpPr>
          <p:spPr>
            <a:xfrm>
              <a:off x="5442366" y="3646443"/>
              <a:ext cx="1305634" cy="1289874"/>
            </a:xfrm>
            <a:custGeom>
              <a:avLst/>
              <a:gdLst>
                <a:gd name="connsiteX0" fmla="*/ 0 w 1195909"/>
                <a:gd name="connsiteY0" fmla="*/ 0 h 1181473"/>
                <a:gd name="connsiteX1" fmla="*/ 1195910 w 1195909"/>
                <a:gd name="connsiteY1" fmla="*/ 0 h 1181473"/>
                <a:gd name="connsiteX2" fmla="*/ 1195910 w 1195909"/>
                <a:gd name="connsiteY2" fmla="*/ 1181474 h 1181473"/>
                <a:gd name="connsiteX3" fmla="*/ 0 w 1195909"/>
                <a:gd name="connsiteY3" fmla="*/ 1181474 h 1181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5909" h="1181473">
                  <a:moveTo>
                    <a:pt x="0" y="0"/>
                  </a:moveTo>
                  <a:lnTo>
                    <a:pt x="1195910" y="0"/>
                  </a:lnTo>
                  <a:lnTo>
                    <a:pt x="1195910" y="1181474"/>
                  </a:lnTo>
                  <a:lnTo>
                    <a:pt x="0" y="1181474"/>
                  </a:lnTo>
                  <a:close/>
                </a:path>
              </a:pathLst>
            </a:custGeom>
            <a:solidFill>
              <a:schemeClr val="bg1"/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5B88BD13-6583-D29E-A3B6-F849B494EE2D}"/>
                </a:ext>
              </a:extLst>
            </p:cNvPr>
            <p:cNvSpPr/>
            <p:nvPr/>
          </p:nvSpPr>
          <p:spPr>
            <a:xfrm>
              <a:off x="1477732" y="5843169"/>
              <a:ext cx="552973" cy="518627"/>
            </a:xfrm>
            <a:custGeom>
              <a:avLst/>
              <a:gdLst>
                <a:gd name="connsiteX0" fmla="*/ -4 w 506501"/>
                <a:gd name="connsiteY0" fmla="*/ 237305 h 475042"/>
                <a:gd name="connsiteX1" fmla="*/ -4 w 506501"/>
                <a:gd name="connsiteY1" fmla="*/ 243434 h 475042"/>
                <a:gd name="connsiteX2" fmla="*/ 237244 w 506501"/>
                <a:gd name="connsiteY2" fmla="*/ 474962 h 475042"/>
                <a:gd name="connsiteX3" fmla="*/ 506497 w 506501"/>
                <a:gd name="connsiteY3" fmla="*/ 474962 h 475042"/>
                <a:gd name="connsiteX4" fmla="*/ 506497 w 506501"/>
                <a:gd name="connsiteY4" fmla="*/ -79 h 475042"/>
                <a:gd name="connsiteX5" fmla="*/ 237380 w 506501"/>
                <a:gd name="connsiteY5" fmla="*/ -79 h 475042"/>
                <a:gd name="connsiteX6" fmla="*/ -4 w 506501"/>
                <a:gd name="connsiteY6" fmla="*/ 236760 h 475042"/>
                <a:gd name="connsiteX7" fmla="*/ -4 w 506501"/>
                <a:gd name="connsiteY7" fmla="*/ 237305 h 475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501" h="475042">
                  <a:moveTo>
                    <a:pt x="-4" y="237305"/>
                  </a:moveTo>
                  <a:cubicBezTo>
                    <a:pt x="-4" y="239348"/>
                    <a:pt x="-4" y="241391"/>
                    <a:pt x="-4" y="243434"/>
                  </a:cubicBezTo>
                  <a:cubicBezTo>
                    <a:pt x="2671" y="372408"/>
                    <a:pt x="108241" y="475438"/>
                    <a:pt x="237244" y="474962"/>
                  </a:cubicBezTo>
                  <a:lnTo>
                    <a:pt x="506497" y="474962"/>
                  </a:lnTo>
                  <a:lnTo>
                    <a:pt x="506497" y="-79"/>
                  </a:lnTo>
                  <a:lnTo>
                    <a:pt x="237380" y="-79"/>
                  </a:lnTo>
                  <a:cubicBezTo>
                    <a:pt x="106426" y="-229"/>
                    <a:pt x="147" y="105811"/>
                    <a:pt x="-4" y="236760"/>
                  </a:cubicBezTo>
                  <a:cubicBezTo>
                    <a:pt x="-4" y="236937"/>
                    <a:pt x="-4" y="237128"/>
                    <a:pt x="-4" y="237305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36D894FF-06BF-15AA-2F66-6FB0052A3F58}"/>
                </a:ext>
              </a:extLst>
            </p:cNvPr>
            <p:cNvSpPr/>
            <p:nvPr/>
          </p:nvSpPr>
          <p:spPr>
            <a:xfrm>
              <a:off x="1477766" y="5102847"/>
              <a:ext cx="4617342" cy="1011975"/>
            </a:xfrm>
            <a:custGeom>
              <a:avLst/>
              <a:gdLst>
                <a:gd name="connsiteX0" fmla="*/ 4229299 w 4229303"/>
                <a:gd name="connsiteY0" fmla="*/ -79 h 926929"/>
                <a:gd name="connsiteX1" fmla="*/ 4229299 w 4229303"/>
                <a:gd name="connsiteY1" fmla="*/ 679388 h 926929"/>
                <a:gd name="connsiteX2" fmla="*/ 249198 w 4229303"/>
                <a:gd name="connsiteY2" fmla="*/ 679388 h 926929"/>
                <a:gd name="connsiteX3" fmla="*/ 72964 w 4229303"/>
                <a:gd name="connsiteY3" fmla="*/ 752387 h 926929"/>
                <a:gd name="connsiteX4" fmla="*/ 101 w 4229303"/>
                <a:gd name="connsiteY4" fmla="*/ 921266 h 926929"/>
                <a:gd name="connsiteX5" fmla="*/ 101 w 4229303"/>
                <a:gd name="connsiteY5" fmla="*/ 922219 h 926929"/>
                <a:gd name="connsiteX6" fmla="*/ 101 w 4229303"/>
                <a:gd name="connsiteY6" fmla="*/ 926850 h 926929"/>
                <a:gd name="connsiteX7" fmla="*/ 101 w 4229303"/>
                <a:gd name="connsiteY7" fmla="*/ 248609 h 926929"/>
                <a:gd name="connsiteX8" fmla="*/ 101 w 4229303"/>
                <a:gd name="connsiteY8" fmla="*/ 241936 h 926929"/>
                <a:gd name="connsiteX9" fmla="*/ 249198 w 4229303"/>
                <a:gd name="connsiteY9" fmla="*/ -79 h 926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29303" h="926929">
                  <a:moveTo>
                    <a:pt x="4229299" y="-79"/>
                  </a:moveTo>
                  <a:lnTo>
                    <a:pt x="4229299" y="679388"/>
                  </a:lnTo>
                  <a:lnTo>
                    <a:pt x="249198" y="679388"/>
                  </a:lnTo>
                  <a:cubicBezTo>
                    <a:pt x="183068" y="679237"/>
                    <a:pt x="119618" y="705523"/>
                    <a:pt x="72964" y="752387"/>
                  </a:cubicBezTo>
                  <a:cubicBezTo>
                    <a:pt x="27859" y="797208"/>
                    <a:pt x="1761" y="857691"/>
                    <a:pt x="101" y="921266"/>
                  </a:cubicBezTo>
                  <a:cubicBezTo>
                    <a:pt x="-27" y="921566"/>
                    <a:pt x="-27" y="921920"/>
                    <a:pt x="101" y="922219"/>
                  </a:cubicBezTo>
                  <a:cubicBezTo>
                    <a:pt x="-39" y="923758"/>
                    <a:pt x="-39" y="925311"/>
                    <a:pt x="101" y="926850"/>
                  </a:cubicBezTo>
                  <a:lnTo>
                    <a:pt x="101" y="248609"/>
                  </a:lnTo>
                  <a:cubicBezTo>
                    <a:pt x="101" y="246430"/>
                    <a:pt x="101" y="244251"/>
                    <a:pt x="101" y="241936"/>
                  </a:cubicBezTo>
                  <a:cubicBezTo>
                    <a:pt x="3793" y="107078"/>
                    <a:pt x="114287" y="-284"/>
                    <a:pt x="249198" y="-79"/>
                  </a:cubicBezTo>
                  <a:close/>
                </a:path>
              </a:pathLst>
            </a:custGeom>
            <a:solidFill>
              <a:schemeClr val="accent6"/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77480F1B-DD46-30AA-C670-BD9AEC4C4B68}"/>
                </a:ext>
              </a:extLst>
            </p:cNvPr>
            <p:cNvSpPr/>
            <p:nvPr/>
          </p:nvSpPr>
          <p:spPr>
            <a:xfrm>
              <a:off x="1477766" y="5130207"/>
              <a:ext cx="151479" cy="983872"/>
            </a:xfrm>
            <a:custGeom>
              <a:avLst/>
              <a:gdLst>
                <a:gd name="connsiteX0" fmla="*/ 138745 w 138749"/>
                <a:gd name="connsiteY0" fmla="*/ -79 h 901188"/>
                <a:gd name="connsiteX1" fmla="*/ 138745 w 138749"/>
                <a:gd name="connsiteY1" fmla="*/ 679523 h 901188"/>
                <a:gd name="connsiteX2" fmla="*/ 72964 w 138749"/>
                <a:gd name="connsiteY2" fmla="*/ 726646 h 901188"/>
                <a:gd name="connsiteX3" fmla="*/ 101 w 138749"/>
                <a:gd name="connsiteY3" fmla="*/ 895525 h 901188"/>
                <a:gd name="connsiteX4" fmla="*/ 101 w 138749"/>
                <a:gd name="connsiteY4" fmla="*/ 896479 h 901188"/>
                <a:gd name="connsiteX5" fmla="*/ 101 w 138749"/>
                <a:gd name="connsiteY5" fmla="*/ 901109 h 901188"/>
                <a:gd name="connsiteX6" fmla="*/ 101 w 138749"/>
                <a:gd name="connsiteY6" fmla="*/ 223550 h 901188"/>
                <a:gd name="connsiteX7" fmla="*/ 101 w 138749"/>
                <a:gd name="connsiteY7" fmla="*/ 216876 h 901188"/>
                <a:gd name="connsiteX8" fmla="*/ 138745 w 138749"/>
                <a:gd name="connsiteY8" fmla="*/ -79 h 901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8749" h="901188">
                  <a:moveTo>
                    <a:pt x="138745" y="-79"/>
                  </a:moveTo>
                  <a:lnTo>
                    <a:pt x="138745" y="679523"/>
                  </a:lnTo>
                  <a:cubicBezTo>
                    <a:pt x="114409" y="691563"/>
                    <a:pt x="92192" y="707470"/>
                    <a:pt x="72964" y="726646"/>
                  </a:cubicBezTo>
                  <a:cubicBezTo>
                    <a:pt x="27859" y="771467"/>
                    <a:pt x="1761" y="831950"/>
                    <a:pt x="101" y="895525"/>
                  </a:cubicBezTo>
                  <a:cubicBezTo>
                    <a:pt x="-27" y="895825"/>
                    <a:pt x="-27" y="896179"/>
                    <a:pt x="101" y="896479"/>
                  </a:cubicBezTo>
                  <a:cubicBezTo>
                    <a:pt x="-39" y="898017"/>
                    <a:pt x="-39" y="899570"/>
                    <a:pt x="101" y="901109"/>
                  </a:cubicBezTo>
                  <a:lnTo>
                    <a:pt x="101" y="223550"/>
                  </a:lnTo>
                  <a:cubicBezTo>
                    <a:pt x="101" y="221370"/>
                    <a:pt x="101" y="219191"/>
                    <a:pt x="101" y="216876"/>
                  </a:cubicBezTo>
                  <a:cubicBezTo>
                    <a:pt x="2551" y="124456"/>
                    <a:pt x="55905" y="40969"/>
                    <a:pt x="138745" y="-79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14379807-ECC3-9C23-4B99-B1F2F048CE9B}"/>
                </a:ext>
              </a:extLst>
            </p:cNvPr>
            <p:cNvSpPr/>
            <p:nvPr/>
          </p:nvSpPr>
          <p:spPr>
            <a:xfrm>
              <a:off x="1690655" y="5102104"/>
              <a:ext cx="63638" cy="749092"/>
            </a:xfrm>
            <a:custGeom>
              <a:avLst/>
              <a:gdLst>
                <a:gd name="connsiteX0" fmla="*/ 58286 w 58290"/>
                <a:gd name="connsiteY0" fmla="*/ 601 h 686139"/>
                <a:gd name="connsiteX1" fmla="*/ 58286 w 58290"/>
                <a:gd name="connsiteY1" fmla="*/ 680068 h 686139"/>
                <a:gd name="connsiteX2" fmla="*/ 54201 w 58290"/>
                <a:gd name="connsiteY2" fmla="*/ 680068 h 686139"/>
                <a:gd name="connsiteX3" fmla="*/ 3264 w 58290"/>
                <a:gd name="connsiteY3" fmla="*/ 685243 h 686139"/>
                <a:gd name="connsiteX4" fmla="*/ -4 w 58290"/>
                <a:gd name="connsiteY4" fmla="*/ 686060 h 686139"/>
                <a:gd name="connsiteX5" fmla="*/ -4 w 58290"/>
                <a:gd name="connsiteY5" fmla="*/ 5913 h 686139"/>
                <a:gd name="connsiteX6" fmla="*/ 3264 w 58290"/>
                <a:gd name="connsiteY6" fmla="*/ 5096 h 686139"/>
                <a:gd name="connsiteX7" fmla="*/ 54201 w 58290"/>
                <a:gd name="connsiteY7" fmla="*/ -79 h 68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8290" h="686139">
                  <a:moveTo>
                    <a:pt x="58286" y="601"/>
                  </a:moveTo>
                  <a:lnTo>
                    <a:pt x="58286" y="680068"/>
                  </a:lnTo>
                  <a:lnTo>
                    <a:pt x="54201" y="680068"/>
                  </a:lnTo>
                  <a:cubicBezTo>
                    <a:pt x="37089" y="680054"/>
                    <a:pt x="20022" y="681784"/>
                    <a:pt x="3264" y="685243"/>
                  </a:cubicBezTo>
                  <a:lnTo>
                    <a:pt x="-4" y="686060"/>
                  </a:lnTo>
                  <a:lnTo>
                    <a:pt x="-4" y="5913"/>
                  </a:lnTo>
                  <a:lnTo>
                    <a:pt x="3264" y="5096"/>
                  </a:lnTo>
                  <a:cubicBezTo>
                    <a:pt x="20022" y="1636"/>
                    <a:pt x="37089" y="-93"/>
                    <a:pt x="54201" y="-79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F3E9B02-22B8-113C-CDF3-289B170F9E44}"/>
                </a:ext>
              </a:extLst>
            </p:cNvPr>
            <p:cNvSpPr/>
            <p:nvPr/>
          </p:nvSpPr>
          <p:spPr>
            <a:xfrm>
              <a:off x="10160403" y="5843169"/>
              <a:ext cx="553382" cy="518328"/>
            </a:xfrm>
            <a:custGeom>
              <a:avLst/>
              <a:gdLst>
                <a:gd name="connsiteX0" fmla="*/ 506770 w 506876"/>
                <a:gd name="connsiteY0" fmla="*/ 237305 h 474768"/>
                <a:gd name="connsiteX1" fmla="*/ 506770 w 506876"/>
                <a:gd name="connsiteY1" fmla="*/ 243434 h 474768"/>
                <a:gd name="connsiteX2" fmla="*/ 491653 w 506876"/>
                <a:gd name="connsiteY2" fmla="*/ 321608 h 474768"/>
                <a:gd name="connsiteX3" fmla="*/ 269658 w 506876"/>
                <a:gd name="connsiteY3" fmla="*/ 474689 h 474768"/>
                <a:gd name="connsiteX4" fmla="*/ -4 w 506876"/>
                <a:gd name="connsiteY4" fmla="*/ 474689 h 474768"/>
                <a:gd name="connsiteX5" fmla="*/ -4 w 506876"/>
                <a:gd name="connsiteY5" fmla="*/ -79 h 474768"/>
                <a:gd name="connsiteX6" fmla="*/ 269386 w 506876"/>
                <a:gd name="connsiteY6" fmla="*/ -79 h 474768"/>
                <a:gd name="connsiteX7" fmla="*/ 506770 w 506876"/>
                <a:gd name="connsiteY7" fmla="*/ 237305 h 474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876" h="474768">
                  <a:moveTo>
                    <a:pt x="506770" y="237305"/>
                  </a:moveTo>
                  <a:cubicBezTo>
                    <a:pt x="506906" y="239348"/>
                    <a:pt x="506906" y="241390"/>
                    <a:pt x="506770" y="243434"/>
                  </a:cubicBezTo>
                  <a:cubicBezTo>
                    <a:pt x="506266" y="270168"/>
                    <a:pt x="501145" y="296617"/>
                    <a:pt x="491653" y="321608"/>
                  </a:cubicBezTo>
                  <a:cubicBezTo>
                    <a:pt x="456570" y="413742"/>
                    <a:pt x="368248" y="474648"/>
                    <a:pt x="269658" y="474689"/>
                  </a:cubicBezTo>
                  <a:lnTo>
                    <a:pt x="-4" y="474689"/>
                  </a:lnTo>
                  <a:lnTo>
                    <a:pt x="-4" y="-79"/>
                  </a:lnTo>
                  <a:lnTo>
                    <a:pt x="269386" y="-79"/>
                  </a:lnTo>
                  <a:cubicBezTo>
                    <a:pt x="400485" y="-79"/>
                    <a:pt x="506770" y="106205"/>
                    <a:pt x="506770" y="237305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DAF742A7-924A-3436-4E41-7AA21F4E66F8}"/>
                </a:ext>
              </a:extLst>
            </p:cNvPr>
            <p:cNvSpPr/>
            <p:nvPr/>
          </p:nvSpPr>
          <p:spPr>
            <a:xfrm>
              <a:off x="6096298" y="5102846"/>
              <a:ext cx="4617228" cy="1011975"/>
            </a:xfrm>
            <a:custGeom>
              <a:avLst/>
              <a:gdLst>
                <a:gd name="connsiteX0" fmla="*/ -4 w 4229198"/>
                <a:gd name="connsiteY0" fmla="*/ -79 h 926929"/>
                <a:gd name="connsiteX1" fmla="*/ -4 w 4229198"/>
                <a:gd name="connsiteY1" fmla="*/ 679388 h 926929"/>
                <a:gd name="connsiteX2" fmla="*/ 3979961 w 4229198"/>
                <a:gd name="connsiteY2" fmla="*/ 679388 h 926929"/>
                <a:gd name="connsiteX3" fmla="*/ 4031034 w 4229198"/>
                <a:gd name="connsiteY3" fmla="*/ 684563 h 926929"/>
                <a:gd name="connsiteX4" fmla="*/ 4229194 w 4229198"/>
                <a:gd name="connsiteY4" fmla="*/ 921266 h 926929"/>
                <a:gd name="connsiteX5" fmla="*/ 4229194 w 4229198"/>
                <a:gd name="connsiteY5" fmla="*/ 922220 h 926929"/>
                <a:gd name="connsiteX6" fmla="*/ 4229194 w 4229198"/>
                <a:gd name="connsiteY6" fmla="*/ 926850 h 926929"/>
                <a:gd name="connsiteX7" fmla="*/ 4229194 w 4229198"/>
                <a:gd name="connsiteY7" fmla="*/ 248610 h 926929"/>
                <a:gd name="connsiteX8" fmla="*/ 4229194 w 4229198"/>
                <a:gd name="connsiteY8" fmla="*/ 241936 h 926929"/>
                <a:gd name="connsiteX9" fmla="*/ 3979961 w 4229198"/>
                <a:gd name="connsiteY9" fmla="*/ -79 h 926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29198" h="926929">
                  <a:moveTo>
                    <a:pt x="-4" y="-79"/>
                  </a:moveTo>
                  <a:lnTo>
                    <a:pt x="-4" y="679388"/>
                  </a:lnTo>
                  <a:lnTo>
                    <a:pt x="3979961" y="679388"/>
                  </a:lnTo>
                  <a:cubicBezTo>
                    <a:pt x="3997122" y="679374"/>
                    <a:pt x="4014227" y="681104"/>
                    <a:pt x="4031034" y="684563"/>
                  </a:cubicBezTo>
                  <a:cubicBezTo>
                    <a:pt x="4143856" y="708179"/>
                    <a:pt x="4225789" y="806047"/>
                    <a:pt x="4229194" y="921266"/>
                  </a:cubicBezTo>
                  <a:lnTo>
                    <a:pt x="4229194" y="922220"/>
                  </a:lnTo>
                  <a:cubicBezTo>
                    <a:pt x="4229194" y="923718"/>
                    <a:pt x="4229194" y="925216"/>
                    <a:pt x="4229194" y="926850"/>
                  </a:cubicBezTo>
                  <a:lnTo>
                    <a:pt x="4229194" y="248610"/>
                  </a:lnTo>
                  <a:cubicBezTo>
                    <a:pt x="4229194" y="246431"/>
                    <a:pt x="4229194" y="244252"/>
                    <a:pt x="4229194" y="241936"/>
                  </a:cubicBezTo>
                  <a:cubicBezTo>
                    <a:pt x="4225572" y="106996"/>
                    <a:pt x="4114955" y="-419"/>
                    <a:pt x="3979961" y="-79"/>
                  </a:cubicBezTo>
                  <a:close/>
                </a:path>
              </a:pathLst>
            </a:custGeom>
            <a:solidFill>
              <a:schemeClr val="accent6"/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3E792DAA-E2C4-E6C5-CE16-6C5EA9AA2256}"/>
                </a:ext>
              </a:extLst>
            </p:cNvPr>
            <p:cNvSpPr/>
            <p:nvPr/>
          </p:nvSpPr>
          <p:spPr>
            <a:xfrm>
              <a:off x="10562013" y="5130207"/>
              <a:ext cx="151513" cy="983872"/>
            </a:xfrm>
            <a:custGeom>
              <a:avLst/>
              <a:gdLst>
                <a:gd name="connsiteX0" fmla="*/ -4 w 138780"/>
                <a:gd name="connsiteY0" fmla="*/ -79 h 901188"/>
                <a:gd name="connsiteX1" fmla="*/ -4 w 138780"/>
                <a:gd name="connsiteY1" fmla="*/ 679523 h 901188"/>
                <a:gd name="connsiteX2" fmla="*/ 138776 w 138780"/>
                <a:gd name="connsiteY2" fmla="*/ 895525 h 901188"/>
                <a:gd name="connsiteX3" fmla="*/ 138776 w 138780"/>
                <a:gd name="connsiteY3" fmla="*/ 896479 h 901188"/>
                <a:gd name="connsiteX4" fmla="*/ 138776 w 138780"/>
                <a:gd name="connsiteY4" fmla="*/ 901109 h 901188"/>
                <a:gd name="connsiteX5" fmla="*/ 138776 w 138780"/>
                <a:gd name="connsiteY5" fmla="*/ 223550 h 901188"/>
                <a:gd name="connsiteX6" fmla="*/ 138776 w 138780"/>
                <a:gd name="connsiteY6" fmla="*/ 216876 h 901188"/>
                <a:gd name="connsiteX7" fmla="*/ -4 w 138780"/>
                <a:gd name="connsiteY7" fmla="*/ -79 h 901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780" h="901188">
                  <a:moveTo>
                    <a:pt x="-4" y="-79"/>
                  </a:moveTo>
                  <a:lnTo>
                    <a:pt x="-4" y="679523"/>
                  </a:lnTo>
                  <a:cubicBezTo>
                    <a:pt x="82746" y="720204"/>
                    <a:pt x="136162" y="803350"/>
                    <a:pt x="138776" y="895525"/>
                  </a:cubicBezTo>
                  <a:lnTo>
                    <a:pt x="138776" y="896479"/>
                  </a:lnTo>
                  <a:cubicBezTo>
                    <a:pt x="138776" y="897977"/>
                    <a:pt x="138776" y="899475"/>
                    <a:pt x="138776" y="901109"/>
                  </a:cubicBezTo>
                  <a:lnTo>
                    <a:pt x="138776" y="223550"/>
                  </a:lnTo>
                  <a:cubicBezTo>
                    <a:pt x="138776" y="221370"/>
                    <a:pt x="138776" y="219191"/>
                    <a:pt x="138776" y="216876"/>
                  </a:cubicBezTo>
                  <a:cubicBezTo>
                    <a:pt x="136325" y="124414"/>
                    <a:pt x="82910" y="40901"/>
                    <a:pt x="-4" y="-79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DB474383-AD61-4195-A3D9-244F506CE9AD}"/>
                </a:ext>
              </a:extLst>
            </p:cNvPr>
            <p:cNvSpPr/>
            <p:nvPr/>
          </p:nvSpPr>
          <p:spPr>
            <a:xfrm>
              <a:off x="10436816" y="5102104"/>
              <a:ext cx="63490" cy="749092"/>
            </a:xfrm>
            <a:custGeom>
              <a:avLst/>
              <a:gdLst>
                <a:gd name="connsiteX0" fmla="*/ -4 w 58154"/>
                <a:gd name="connsiteY0" fmla="*/ 601 h 686139"/>
                <a:gd name="connsiteX1" fmla="*/ -4 w 58154"/>
                <a:gd name="connsiteY1" fmla="*/ 680068 h 686139"/>
                <a:gd name="connsiteX2" fmla="*/ 3945 w 58154"/>
                <a:gd name="connsiteY2" fmla="*/ 680068 h 686139"/>
                <a:gd name="connsiteX3" fmla="*/ 55017 w 58154"/>
                <a:gd name="connsiteY3" fmla="*/ 685243 h 686139"/>
                <a:gd name="connsiteX4" fmla="*/ 58150 w 58154"/>
                <a:gd name="connsiteY4" fmla="*/ 686060 h 686139"/>
                <a:gd name="connsiteX5" fmla="*/ 58150 w 58154"/>
                <a:gd name="connsiteY5" fmla="*/ 5913 h 686139"/>
                <a:gd name="connsiteX6" fmla="*/ 55017 w 58154"/>
                <a:gd name="connsiteY6" fmla="*/ 5096 h 686139"/>
                <a:gd name="connsiteX7" fmla="*/ 3945 w 58154"/>
                <a:gd name="connsiteY7" fmla="*/ -79 h 68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8154" h="686139">
                  <a:moveTo>
                    <a:pt x="-4" y="601"/>
                  </a:moveTo>
                  <a:lnTo>
                    <a:pt x="-4" y="680068"/>
                  </a:lnTo>
                  <a:lnTo>
                    <a:pt x="3945" y="680068"/>
                  </a:lnTo>
                  <a:cubicBezTo>
                    <a:pt x="21106" y="680054"/>
                    <a:pt x="38212" y="681784"/>
                    <a:pt x="55017" y="685243"/>
                  </a:cubicBezTo>
                  <a:cubicBezTo>
                    <a:pt x="56080" y="685434"/>
                    <a:pt x="57129" y="685706"/>
                    <a:pt x="58150" y="686060"/>
                  </a:cubicBezTo>
                  <a:lnTo>
                    <a:pt x="58150" y="5913"/>
                  </a:lnTo>
                  <a:lnTo>
                    <a:pt x="55017" y="5096"/>
                  </a:lnTo>
                  <a:cubicBezTo>
                    <a:pt x="38212" y="1636"/>
                    <a:pt x="21106" y="-93"/>
                    <a:pt x="3945" y="-79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88E33466-45ED-7242-EA4E-2D1C4DA37EDC}"/>
                </a:ext>
              </a:extLst>
            </p:cNvPr>
            <p:cNvSpPr/>
            <p:nvPr/>
          </p:nvSpPr>
          <p:spPr>
            <a:xfrm>
              <a:off x="6748001" y="4853199"/>
              <a:ext cx="325033" cy="1289874"/>
            </a:xfrm>
            <a:custGeom>
              <a:avLst/>
              <a:gdLst>
                <a:gd name="connsiteX0" fmla="*/ 0 w 297717"/>
                <a:gd name="connsiteY0" fmla="*/ 0 h 1181473"/>
                <a:gd name="connsiteX1" fmla="*/ 297718 w 297717"/>
                <a:gd name="connsiteY1" fmla="*/ 0 h 1181473"/>
                <a:gd name="connsiteX2" fmla="*/ 297718 w 297717"/>
                <a:gd name="connsiteY2" fmla="*/ 1181473 h 1181473"/>
                <a:gd name="connsiteX3" fmla="*/ 0 w 297717"/>
                <a:gd name="connsiteY3" fmla="*/ 1181473 h 1181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717" h="1181473">
                  <a:moveTo>
                    <a:pt x="0" y="0"/>
                  </a:moveTo>
                  <a:lnTo>
                    <a:pt x="297718" y="0"/>
                  </a:lnTo>
                  <a:lnTo>
                    <a:pt x="297718" y="1181473"/>
                  </a:lnTo>
                  <a:lnTo>
                    <a:pt x="0" y="118147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0C8C1277-FEF6-0BDE-B3F8-53F74DB37DDB}"/>
                </a:ext>
              </a:extLst>
            </p:cNvPr>
            <p:cNvSpPr/>
            <p:nvPr/>
          </p:nvSpPr>
          <p:spPr>
            <a:xfrm>
              <a:off x="5117332" y="4853199"/>
              <a:ext cx="325033" cy="1289874"/>
            </a:xfrm>
            <a:custGeom>
              <a:avLst/>
              <a:gdLst>
                <a:gd name="connsiteX0" fmla="*/ 0 w 297717"/>
                <a:gd name="connsiteY0" fmla="*/ 0 h 1181473"/>
                <a:gd name="connsiteX1" fmla="*/ 297717 w 297717"/>
                <a:gd name="connsiteY1" fmla="*/ 0 h 1181473"/>
                <a:gd name="connsiteX2" fmla="*/ 297717 w 297717"/>
                <a:gd name="connsiteY2" fmla="*/ 1181473 h 1181473"/>
                <a:gd name="connsiteX3" fmla="*/ 0 w 297717"/>
                <a:gd name="connsiteY3" fmla="*/ 1181473 h 1181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717" h="1181473">
                  <a:moveTo>
                    <a:pt x="0" y="0"/>
                  </a:moveTo>
                  <a:lnTo>
                    <a:pt x="297717" y="0"/>
                  </a:lnTo>
                  <a:lnTo>
                    <a:pt x="297717" y="1181473"/>
                  </a:lnTo>
                  <a:lnTo>
                    <a:pt x="0" y="118147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11F93BB-CD13-8E85-7D60-1EF9822C072A}"/>
                </a:ext>
              </a:extLst>
            </p:cNvPr>
            <p:cNvSpPr/>
            <p:nvPr/>
          </p:nvSpPr>
          <p:spPr>
            <a:xfrm>
              <a:off x="5442366" y="4853199"/>
              <a:ext cx="1305634" cy="1289874"/>
            </a:xfrm>
            <a:custGeom>
              <a:avLst/>
              <a:gdLst>
                <a:gd name="connsiteX0" fmla="*/ 0 w 1195909"/>
                <a:gd name="connsiteY0" fmla="*/ 0 h 1181473"/>
                <a:gd name="connsiteX1" fmla="*/ 1195910 w 1195909"/>
                <a:gd name="connsiteY1" fmla="*/ 0 h 1181473"/>
                <a:gd name="connsiteX2" fmla="*/ 1195910 w 1195909"/>
                <a:gd name="connsiteY2" fmla="*/ 1181473 h 1181473"/>
                <a:gd name="connsiteX3" fmla="*/ 0 w 1195909"/>
                <a:gd name="connsiteY3" fmla="*/ 1181473 h 1181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5909" h="1181473">
                  <a:moveTo>
                    <a:pt x="0" y="0"/>
                  </a:moveTo>
                  <a:lnTo>
                    <a:pt x="1195910" y="0"/>
                  </a:lnTo>
                  <a:lnTo>
                    <a:pt x="1195910" y="1181473"/>
                  </a:lnTo>
                  <a:lnTo>
                    <a:pt x="0" y="1181473"/>
                  </a:lnTo>
                  <a:close/>
                </a:path>
              </a:pathLst>
            </a:custGeom>
            <a:solidFill>
              <a:schemeClr val="bg1"/>
            </a:soli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BE21CBE6-3FD7-DBF3-87A7-E1A2BD9BE894}"/>
                </a:ext>
              </a:extLst>
            </p:cNvPr>
            <p:cNvSpPr/>
            <p:nvPr/>
          </p:nvSpPr>
          <p:spPr>
            <a:xfrm>
              <a:off x="5442366" y="4555821"/>
              <a:ext cx="1305634" cy="325033"/>
            </a:xfrm>
            <a:custGeom>
              <a:avLst/>
              <a:gdLst>
                <a:gd name="connsiteX0" fmla="*/ 0 w 1195909"/>
                <a:gd name="connsiteY0" fmla="*/ 0 h 297717"/>
                <a:gd name="connsiteX1" fmla="*/ 1195910 w 1195909"/>
                <a:gd name="connsiteY1" fmla="*/ 0 h 297717"/>
                <a:gd name="connsiteX2" fmla="*/ 1195910 w 1195909"/>
                <a:gd name="connsiteY2" fmla="*/ 297717 h 297717"/>
                <a:gd name="connsiteX3" fmla="*/ 0 w 1195909"/>
                <a:gd name="connsiteY3" fmla="*/ 297717 h 297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5909" h="297717">
                  <a:moveTo>
                    <a:pt x="0" y="0"/>
                  </a:moveTo>
                  <a:lnTo>
                    <a:pt x="1195910" y="0"/>
                  </a:lnTo>
                  <a:lnTo>
                    <a:pt x="1195910" y="297717"/>
                  </a:lnTo>
                  <a:lnTo>
                    <a:pt x="0" y="297717"/>
                  </a:lnTo>
                  <a:close/>
                </a:path>
              </a:pathLst>
            </a:custGeom>
            <a:gradFill>
              <a:gsLst>
                <a:gs pos="0">
                  <a:srgbClr val="A7B2C0"/>
                </a:gs>
                <a:gs pos="45000">
                  <a:srgbClr val="CDD3DB">
                    <a:alpha val="5686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6200000" scaled="1"/>
            </a:gra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9925760C-CF2D-8827-1A7A-D4BFF19678F4}"/>
                </a:ext>
              </a:extLst>
            </p:cNvPr>
            <p:cNvSpPr/>
            <p:nvPr/>
          </p:nvSpPr>
          <p:spPr>
            <a:xfrm>
              <a:off x="5442366" y="3378952"/>
              <a:ext cx="1305634" cy="325033"/>
            </a:xfrm>
            <a:custGeom>
              <a:avLst/>
              <a:gdLst>
                <a:gd name="connsiteX0" fmla="*/ 0 w 1195909"/>
                <a:gd name="connsiteY0" fmla="*/ 0 h 297717"/>
                <a:gd name="connsiteX1" fmla="*/ 1195910 w 1195909"/>
                <a:gd name="connsiteY1" fmla="*/ 0 h 297717"/>
                <a:gd name="connsiteX2" fmla="*/ 1195910 w 1195909"/>
                <a:gd name="connsiteY2" fmla="*/ 297718 h 297717"/>
                <a:gd name="connsiteX3" fmla="*/ 0 w 1195909"/>
                <a:gd name="connsiteY3" fmla="*/ 297718 h 297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5909" h="297717">
                  <a:moveTo>
                    <a:pt x="0" y="0"/>
                  </a:moveTo>
                  <a:lnTo>
                    <a:pt x="1195910" y="0"/>
                  </a:lnTo>
                  <a:lnTo>
                    <a:pt x="1195910" y="297718"/>
                  </a:lnTo>
                  <a:lnTo>
                    <a:pt x="0" y="297718"/>
                  </a:lnTo>
                  <a:close/>
                </a:path>
              </a:pathLst>
            </a:custGeom>
            <a:gradFill>
              <a:gsLst>
                <a:gs pos="0">
                  <a:srgbClr val="A7B2C0"/>
                </a:gs>
                <a:gs pos="45000">
                  <a:srgbClr val="CDD3DB">
                    <a:alpha val="5686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6200000" scaled="1"/>
            </a:gra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D772001B-2CBC-F997-17BE-ED262DFD39AF}"/>
                </a:ext>
              </a:extLst>
            </p:cNvPr>
            <p:cNvSpPr/>
            <p:nvPr/>
          </p:nvSpPr>
          <p:spPr>
            <a:xfrm>
              <a:off x="5442366" y="2202229"/>
              <a:ext cx="1305634" cy="325033"/>
            </a:xfrm>
            <a:custGeom>
              <a:avLst/>
              <a:gdLst>
                <a:gd name="connsiteX0" fmla="*/ 0 w 1195909"/>
                <a:gd name="connsiteY0" fmla="*/ 0 h 297717"/>
                <a:gd name="connsiteX1" fmla="*/ 1195910 w 1195909"/>
                <a:gd name="connsiteY1" fmla="*/ 0 h 297717"/>
                <a:gd name="connsiteX2" fmla="*/ 1195910 w 1195909"/>
                <a:gd name="connsiteY2" fmla="*/ 297718 h 297717"/>
                <a:gd name="connsiteX3" fmla="*/ 0 w 1195909"/>
                <a:gd name="connsiteY3" fmla="*/ 297718 h 297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5909" h="297717">
                  <a:moveTo>
                    <a:pt x="0" y="0"/>
                  </a:moveTo>
                  <a:lnTo>
                    <a:pt x="1195910" y="0"/>
                  </a:lnTo>
                  <a:lnTo>
                    <a:pt x="1195910" y="297718"/>
                  </a:lnTo>
                  <a:lnTo>
                    <a:pt x="0" y="297718"/>
                  </a:lnTo>
                  <a:close/>
                </a:path>
              </a:pathLst>
            </a:custGeom>
            <a:gradFill>
              <a:gsLst>
                <a:gs pos="0">
                  <a:srgbClr val="A7B2C0"/>
                </a:gs>
                <a:gs pos="45000">
                  <a:srgbClr val="CDD3DB">
                    <a:alpha val="5686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6200000" scaled="1"/>
            </a:gradFill>
            <a:ln w="13609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A4A209BC-309B-282D-E3A2-FE3260F2EFBB}"/>
                </a:ext>
              </a:extLst>
            </p:cNvPr>
            <p:cNvSpPr txBox="1"/>
            <p:nvPr/>
          </p:nvSpPr>
          <p:spPr>
            <a:xfrm>
              <a:off x="2309994" y="1571463"/>
              <a:ext cx="2803563" cy="5693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n-US" sz="1400" b="1" i="0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Display</a:t>
              </a:r>
            </a:p>
            <a:p>
              <a:pPr algn="r">
                <a:spcAft>
                  <a:spcPts val="600"/>
                </a:spcAft>
              </a:pPr>
              <a:r>
                <a:rPr lang="en-US" sz="1200" b="0" i="0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 6.7-inch OLED, 1440 x 3200 pixels</a:t>
              </a:r>
              <a:endParaRPr lang="en-IN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8A910635-7FD3-595A-7EFD-7E6D3714966D}"/>
                </a:ext>
              </a:extLst>
            </p:cNvPr>
            <p:cNvSpPr txBox="1"/>
            <p:nvPr/>
          </p:nvSpPr>
          <p:spPr>
            <a:xfrm>
              <a:off x="2398246" y="2777773"/>
              <a:ext cx="2715311" cy="5693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n-IN" sz="1400" b="1" i="0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Processor</a:t>
              </a:r>
              <a:endParaRPr lang="en-IN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r">
                <a:spcAft>
                  <a:spcPts val="600"/>
                </a:spcAft>
              </a:pPr>
              <a:r>
                <a:rPr lang="en-IN" sz="1200" b="0" i="0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Octa-core, 2.7 GHz, 12GB RAM</a:t>
              </a:r>
              <a:endParaRPr lang="en-IN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75305CDD-9AC8-0A98-29DD-9743763DF07C}"/>
                </a:ext>
              </a:extLst>
            </p:cNvPr>
            <p:cNvSpPr txBox="1"/>
            <p:nvPr/>
          </p:nvSpPr>
          <p:spPr>
            <a:xfrm>
              <a:off x="1619818" y="3984903"/>
              <a:ext cx="3493739" cy="5693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n-IN" sz="1400" b="1" i="0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Camera</a:t>
              </a:r>
            </a:p>
            <a:p>
              <a:pPr algn="r">
                <a:spcAft>
                  <a:spcPts val="600"/>
                </a:spcAft>
              </a:pPr>
              <a:r>
                <a:rPr lang="en-IN" sz="1200" b="0" i="0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 64MP (main), 12MP (ultrawide), 8MP (telephoto)</a:t>
              </a:r>
              <a:endParaRPr lang="en-IN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ADE49947-94DD-3668-F0AD-3070772A2486}"/>
                </a:ext>
              </a:extLst>
            </p:cNvPr>
            <p:cNvSpPr txBox="1"/>
            <p:nvPr/>
          </p:nvSpPr>
          <p:spPr>
            <a:xfrm>
              <a:off x="7073034" y="1571463"/>
              <a:ext cx="3423230" cy="5693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b="1" i="0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Display</a:t>
              </a:r>
            </a:p>
            <a:p>
              <a:pPr>
                <a:spcAft>
                  <a:spcPts val="600"/>
                </a:spcAft>
              </a:pPr>
              <a:r>
                <a:rPr lang="en-US" sz="1200" b="0" i="0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6.5-inch Super AMOLED, 1080 x 2400 pixels</a:t>
              </a:r>
              <a:endParaRPr lang="en-IN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A9BCDB52-ECC7-DC94-FB25-C377CF7D5428}"/>
                </a:ext>
              </a:extLst>
            </p:cNvPr>
            <p:cNvSpPr txBox="1"/>
            <p:nvPr/>
          </p:nvSpPr>
          <p:spPr>
            <a:xfrm>
              <a:off x="7073034" y="2777773"/>
              <a:ext cx="3056534" cy="5693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IN" sz="1400" b="1" i="0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Processor</a:t>
              </a:r>
            </a:p>
            <a:p>
              <a:pPr>
                <a:spcAft>
                  <a:spcPts val="600"/>
                </a:spcAft>
              </a:pPr>
              <a:r>
                <a:rPr lang="en-IN" sz="1200" b="0" i="0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Octa-core, 2.8 GHz, 8GB RAM</a:t>
              </a:r>
              <a:endParaRPr lang="en-IN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77A9E138-4511-8196-4075-D7B00409DD14}"/>
                </a:ext>
              </a:extLst>
            </p:cNvPr>
            <p:cNvSpPr txBox="1"/>
            <p:nvPr/>
          </p:nvSpPr>
          <p:spPr>
            <a:xfrm>
              <a:off x="7073034" y="3984903"/>
              <a:ext cx="3448756" cy="5693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IN" sz="1400" b="1" i="0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Camera</a:t>
              </a:r>
            </a:p>
            <a:p>
              <a:pPr>
                <a:spcAft>
                  <a:spcPts val="600"/>
                </a:spcAft>
              </a:pPr>
              <a:r>
                <a:rPr lang="en-IN" sz="1200" b="0" i="0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48MP (main), 12MP (ultrawide), 5MP (depth)</a:t>
              </a:r>
              <a:endParaRPr lang="en-IN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9A6F60C3-6965-C770-6F19-26C2BD4D09E0}"/>
                </a:ext>
              </a:extLst>
            </p:cNvPr>
            <p:cNvSpPr txBox="1"/>
            <p:nvPr/>
          </p:nvSpPr>
          <p:spPr>
            <a:xfrm>
              <a:off x="7073034" y="5191957"/>
              <a:ext cx="2863086" cy="5693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b="1" i="0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Battery</a:t>
              </a:r>
            </a:p>
            <a:p>
              <a:pPr>
                <a:spcAft>
                  <a:spcPts val="600"/>
                </a:spcAft>
              </a:pPr>
              <a:r>
                <a:rPr lang="en-US" sz="1200" i="0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4000mAh with fast charging support</a:t>
              </a:r>
              <a:endParaRPr lang="en-IN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268A1A48-3B6F-B519-BB1F-D335D8EF8CB4}"/>
                </a:ext>
              </a:extLst>
            </p:cNvPr>
            <p:cNvSpPr txBox="1"/>
            <p:nvPr/>
          </p:nvSpPr>
          <p:spPr>
            <a:xfrm>
              <a:off x="1959685" y="5191957"/>
              <a:ext cx="3153872" cy="5693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n-US" sz="1400" b="1" i="0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Battery</a:t>
              </a:r>
            </a:p>
            <a:p>
              <a:pPr algn="r">
                <a:spcAft>
                  <a:spcPts val="600"/>
                </a:spcAft>
              </a:pPr>
              <a:r>
                <a:rPr lang="en-US" sz="1200" b="0" i="0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4500mAh with wireless charging support</a:t>
              </a:r>
              <a:endParaRPr lang="en-IN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251" name="Picture 250">
              <a:extLst>
                <a:ext uri="{FF2B5EF4-FFF2-40B4-BE49-F238E27FC236}">
                  <a16:creationId xmlns:a16="http://schemas.microsoft.com/office/drawing/2014/main" id="{76385857-7A75-39A9-4410-575AA9D9C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17487" y="1599084"/>
              <a:ext cx="555392" cy="557858"/>
            </a:xfrm>
            <a:prstGeom prst="rect">
              <a:avLst/>
            </a:prstGeom>
          </p:spPr>
        </p:pic>
        <p:pic>
          <p:nvPicPr>
            <p:cNvPr id="252" name="Picture 251">
              <a:extLst>
                <a:ext uri="{FF2B5EF4-FFF2-40B4-BE49-F238E27FC236}">
                  <a16:creationId xmlns:a16="http://schemas.microsoft.com/office/drawing/2014/main" id="{83D4C657-1866-BEDA-D927-23AD2BEC5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00911" y="2790424"/>
              <a:ext cx="588544" cy="588544"/>
            </a:xfrm>
            <a:prstGeom prst="rect">
              <a:avLst/>
            </a:prstGeom>
          </p:spPr>
        </p:pic>
        <p:pic>
          <p:nvPicPr>
            <p:cNvPr id="253" name="Picture 252">
              <a:extLst>
                <a:ext uri="{FF2B5EF4-FFF2-40B4-BE49-F238E27FC236}">
                  <a16:creationId xmlns:a16="http://schemas.microsoft.com/office/drawing/2014/main" id="{41B0872C-910A-6F28-9DDD-55D7E956E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01191" y="3997388"/>
              <a:ext cx="587984" cy="587984"/>
            </a:xfrm>
            <a:prstGeom prst="rect">
              <a:avLst/>
            </a:prstGeom>
          </p:spPr>
        </p:pic>
        <p:pic>
          <p:nvPicPr>
            <p:cNvPr id="254" name="Picture 253">
              <a:extLst>
                <a:ext uri="{FF2B5EF4-FFF2-40B4-BE49-F238E27FC236}">
                  <a16:creationId xmlns:a16="http://schemas.microsoft.com/office/drawing/2014/main" id="{C182BBCB-A0D4-0502-B1A9-9CE333AC8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95932" y="5198885"/>
              <a:ext cx="598502" cy="598502"/>
            </a:xfrm>
            <a:prstGeom prst="rect">
              <a:avLst/>
            </a:prstGeom>
          </p:spPr>
        </p:pic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CC3783A0-AA60-1791-5D76-877E8E865A12}"/>
                </a:ext>
              </a:extLst>
            </p:cNvPr>
            <p:cNvSpPr txBox="1"/>
            <p:nvPr/>
          </p:nvSpPr>
          <p:spPr>
            <a:xfrm>
              <a:off x="3524659" y="961071"/>
              <a:ext cx="1588898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Phone X</a:t>
              </a:r>
              <a:endParaRPr lang="en-I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24266C3A-AA76-DD59-2BFA-46FB91CB80D1}"/>
                </a:ext>
              </a:extLst>
            </p:cNvPr>
            <p:cNvSpPr txBox="1"/>
            <p:nvPr/>
          </p:nvSpPr>
          <p:spPr>
            <a:xfrm>
              <a:off x="7073034" y="961071"/>
              <a:ext cx="1547219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Phone y</a:t>
              </a:r>
              <a:endParaRPr lang="en-I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E41EDB35-84DF-2451-29E5-58C069519F05}"/>
                </a:ext>
              </a:extLst>
            </p:cNvPr>
            <p:cNvSpPr txBox="1"/>
            <p:nvPr/>
          </p:nvSpPr>
          <p:spPr>
            <a:xfrm>
              <a:off x="5810906" y="712245"/>
              <a:ext cx="568554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Vs</a:t>
              </a:r>
              <a:endParaRPr lang="en-I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61" name="TextBox 260">
            <a:extLst>
              <a:ext uri="{FF2B5EF4-FFF2-40B4-BE49-F238E27FC236}">
                <a16:creationId xmlns:a16="http://schemas.microsoft.com/office/drawing/2014/main" id="{5444074A-9E0A-B57B-EE2F-20E93DFC605B}"/>
              </a:ext>
            </a:extLst>
          </p:cNvPr>
          <p:cNvSpPr txBox="1"/>
          <p:nvPr/>
        </p:nvSpPr>
        <p:spPr>
          <a:xfrm>
            <a:off x="0" y="192956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Comparison Template</a:t>
            </a:r>
            <a:endParaRPr lang="en-IN" sz="32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541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OP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4D0DA"/>
      </a:accent1>
      <a:accent2>
        <a:srgbClr val="34B2E4"/>
      </a:accent2>
      <a:accent3>
        <a:srgbClr val="065381"/>
      </a:accent3>
      <a:accent4>
        <a:srgbClr val="8B103E"/>
      </a:accent4>
      <a:accent5>
        <a:srgbClr val="E34856"/>
      </a:accent5>
      <a:accent6>
        <a:srgbClr val="FE912A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80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SlideEgg</dc:creator>
  <cp:lastModifiedBy>Harivenkadesh T.D</cp:lastModifiedBy>
  <cp:revision>2</cp:revision>
  <dcterms:created xsi:type="dcterms:W3CDTF">2024-03-12T10:39:29Z</dcterms:created>
  <dcterms:modified xsi:type="dcterms:W3CDTF">2024-03-12T12:19:23Z</dcterms:modified>
</cp:coreProperties>
</file>