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6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635"/>
    <a:srgbClr val="212635"/>
    <a:srgbClr val="00F1AF"/>
    <a:srgbClr val="01DBFD"/>
    <a:srgbClr val="1344CA"/>
    <a:srgbClr val="02B0FE"/>
    <a:srgbClr val="880FB6"/>
    <a:srgbClr val="AA08AA"/>
    <a:srgbClr val="D90F82"/>
    <a:srgbClr val="FE14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56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91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604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DB348AF-B28F-432A-A54C-22217C851C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5C1D9E-1124-47F9-A3AC-15C6F5F412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F450-3F3F-485D-874C-5402221874C7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77ED7B-87D2-4E2D-BE09-3D648C080C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CDB600-5E98-43C3-BDC1-DD78C8E70F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64E11-F8A9-4C08-8B91-60E3FE5DD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2490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C28D4-AE0B-4CFF-AEEC-7D9B8E280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51335-FED5-447D-9A54-5BB7A8E7B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6E564-D127-416C-B085-150FC44F7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58EE-3DBE-4305-881A-913B9A6AAECB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21D57-7EE2-4A7A-8FB2-194F0206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20CDC-11E5-48A8-AA7A-5A2F79F0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4F25-66D6-47A5-A91B-82BC2750A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708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B795A-6B8B-4192-BB66-AE0ED0770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C0FB7-74EA-45AA-8B65-114C7A3086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F4AC4-B2E5-4269-AB80-02D8A6AC0C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048CA1-1054-458B-8824-11F871451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58EE-3DBE-4305-881A-913B9A6AAECB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B62F0-20EF-4D1E-BF5B-3BBD5593C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2DD74-EDBD-41AA-9A60-A8AAD7421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4F25-66D6-47A5-A91B-82BC2750A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719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BDFF8-1FED-4ED8-A13A-5A7B9E83D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F232F-8267-4929-81A5-45BF5C70E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31CDF2-60DD-4DBD-8097-AE4AC0552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ADE01E-682B-4731-B8BD-4DECF818E3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57864C-4406-427B-93E5-581F151C2C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A2DA95-4AC2-404F-B8D4-9ECC6FF34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58EE-3DBE-4305-881A-913B9A6AAECB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6F16C2-3B5C-4F2B-8202-FF4F9325F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AF484F-FF7D-4609-8EED-3573F4BB6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4F25-66D6-47A5-A91B-82BC2750A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609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A7199-BB8A-4D8E-BEC8-7C80F16D6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AB2672-B735-4FB7-86CF-88B250DC7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58EE-3DBE-4305-881A-913B9A6AAECB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97554F-6CBA-458F-9095-484C703AB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09545-CFE8-4881-83E7-1193F4D15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4F25-66D6-47A5-A91B-82BC2750A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936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B9CCA05-1B77-4DFC-A47B-22EE9C58CA1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12736"/>
              </a:gs>
              <a:gs pos="100000">
                <a:srgbClr val="16192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4068988-DBCE-4086-9737-7D81552AF6AF}"/>
              </a:ext>
            </a:extLst>
          </p:cNvPr>
          <p:cNvGrpSpPr/>
          <p:nvPr userDrawn="1"/>
        </p:nvGrpSpPr>
        <p:grpSpPr>
          <a:xfrm>
            <a:off x="0" y="6756400"/>
            <a:ext cx="12192000" cy="114300"/>
            <a:chOff x="1185333" y="5969000"/>
            <a:chExt cx="11506200" cy="1100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4EEBF81-6FA1-4081-85F5-3FF712F789C4}"/>
                </a:ext>
              </a:extLst>
            </p:cNvPr>
            <p:cNvSpPr/>
            <p:nvPr/>
          </p:nvSpPr>
          <p:spPr>
            <a:xfrm>
              <a:off x="1185333" y="5969000"/>
              <a:ext cx="1168400" cy="110067"/>
            </a:xfrm>
            <a:prstGeom prst="rect">
              <a:avLst/>
            </a:prstGeom>
            <a:solidFill>
              <a:srgbClr val="FFB1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E0810F0-50A0-4AF3-B289-7086E5300D93}"/>
                </a:ext>
              </a:extLst>
            </p:cNvPr>
            <p:cNvSpPr/>
            <p:nvPr/>
          </p:nvSpPr>
          <p:spPr>
            <a:xfrm>
              <a:off x="2353733" y="5969000"/>
              <a:ext cx="1168400" cy="110067"/>
            </a:xfrm>
            <a:prstGeom prst="rect">
              <a:avLst/>
            </a:prstGeom>
            <a:solidFill>
              <a:srgbClr val="FB5C1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A118865-5272-4151-BF5B-4984CB784D33}"/>
                </a:ext>
              </a:extLst>
            </p:cNvPr>
            <p:cNvSpPr/>
            <p:nvPr/>
          </p:nvSpPr>
          <p:spPr>
            <a:xfrm>
              <a:off x="3522133" y="5969000"/>
              <a:ext cx="1168400" cy="110067"/>
            </a:xfrm>
            <a:prstGeom prst="rect">
              <a:avLst/>
            </a:prstGeom>
            <a:solidFill>
              <a:srgbClr val="FE14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0E106B2-92C1-4179-ABC4-B9FF6D8F24EB}"/>
                </a:ext>
              </a:extLst>
            </p:cNvPr>
            <p:cNvSpPr/>
            <p:nvPr/>
          </p:nvSpPr>
          <p:spPr>
            <a:xfrm>
              <a:off x="4690533" y="5969000"/>
              <a:ext cx="1168400" cy="110067"/>
            </a:xfrm>
            <a:prstGeom prst="rect">
              <a:avLst/>
            </a:prstGeom>
            <a:solidFill>
              <a:srgbClr val="D90F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5C3BDA4-00B3-4B64-B3AA-F948FF2491B9}"/>
                </a:ext>
              </a:extLst>
            </p:cNvPr>
            <p:cNvSpPr/>
            <p:nvPr/>
          </p:nvSpPr>
          <p:spPr>
            <a:xfrm>
              <a:off x="5858933" y="5969000"/>
              <a:ext cx="1168400" cy="110067"/>
            </a:xfrm>
            <a:prstGeom prst="rect">
              <a:avLst/>
            </a:prstGeom>
            <a:solidFill>
              <a:srgbClr val="AA08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2592034-1E93-480A-BBC4-8AF20077E834}"/>
                </a:ext>
              </a:extLst>
            </p:cNvPr>
            <p:cNvSpPr/>
            <p:nvPr/>
          </p:nvSpPr>
          <p:spPr>
            <a:xfrm>
              <a:off x="6968066" y="5969000"/>
              <a:ext cx="1168400" cy="110067"/>
            </a:xfrm>
            <a:prstGeom prst="rect">
              <a:avLst/>
            </a:prstGeom>
            <a:solidFill>
              <a:srgbClr val="880F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B064639-12E6-4EEF-943F-2AAD6205B385}"/>
                </a:ext>
              </a:extLst>
            </p:cNvPr>
            <p:cNvSpPr/>
            <p:nvPr/>
          </p:nvSpPr>
          <p:spPr>
            <a:xfrm>
              <a:off x="8077199" y="5969000"/>
              <a:ext cx="1168400" cy="110067"/>
            </a:xfrm>
            <a:prstGeom prst="rect">
              <a:avLst/>
            </a:prstGeom>
            <a:solidFill>
              <a:srgbClr val="02B0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72C5F33-817E-4D7F-98FC-49801F507A49}"/>
                </a:ext>
              </a:extLst>
            </p:cNvPr>
            <p:cNvSpPr/>
            <p:nvPr/>
          </p:nvSpPr>
          <p:spPr>
            <a:xfrm>
              <a:off x="9245599" y="5969000"/>
              <a:ext cx="1168400" cy="110067"/>
            </a:xfrm>
            <a:prstGeom prst="rect">
              <a:avLst/>
            </a:prstGeom>
            <a:solidFill>
              <a:srgbClr val="1344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75F5118-EADD-4A54-A08F-B66A0A3FA175}"/>
                </a:ext>
              </a:extLst>
            </p:cNvPr>
            <p:cNvSpPr/>
            <p:nvPr/>
          </p:nvSpPr>
          <p:spPr>
            <a:xfrm>
              <a:off x="10413999" y="5969000"/>
              <a:ext cx="1168400" cy="110067"/>
            </a:xfrm>
            <a:prstGeom prst="rect">
              <a:avLst/>
            </a:prstGeom>
            <a:solidFill>
              <a:srgbClr val="01DB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586879C-A198-4A46-853F-EAB409BD35D1}"/>
                </a:ext>
              </a:extLst>
            </p:cNvPr>
            <p:cNvSpPr/>
            <p:nvPr/>
          </p:nvSpPr>
          <p:spPr>
            <a:xfrm>
              <a:off x="11523133" y="5969000"/>
              <a:ext cx="1168400" cy="110067"/>
            </a:xfrm>
            <a:prstGeom prst="rect">
              <a:avLst/>
            </a:prstGeom>
            <a:solidFill>
              <a:srgbClr val="00F1A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9083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C5152-66A1-460F-A388-53EA16C49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68CF6-E4FE-4AD8-8935-22B14DBCD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AC2062-90DD-4B42-BBBC-0BD0F503A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AF952-D943-4655-B079-B62DF233E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58EE-3DBE-4305-881A-913B9A6AAECB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6A378-12DD-4ABF-B19F-4515C6C1E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1E319-69FA-441A-BFAF-0987361B0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4F25-66D6-47A5-A91B-82BC2750A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009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D0B2E-AEDF-456B-9C29-78B7104C4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32E868-5841-47F2-8BF3-E07C7A6640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121BDC-026A-4920-A0F1-408CE3738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ADAC-6103-45DE-87C3-C74AAF106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58EE-3DBE-4305-881A-913B9A6AAECB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6D768-6AC8-4B67-B4F4-FB28FC8F2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B2DB7-CDF1-4DAC-8AF6-3218D5E4A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4F25-66D6-47A5-A91B-82BC2750A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60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62374-2DC8-4D6C-9E55-C8EBF65BB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6DEDE-5E58-425B-8BA5-C1C4C934B2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A6147-3684-4E52-A6C6-FCB89E0B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58EE-3DBE-4305-881A-913B9A6AAECB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221B0-D806-4288-8EA7-64A0F545D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FA208-24AD-4FE9-837D-358624B20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4F25-66D6-47A5-A91B-82BC2750A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101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CE529F-49A6-4B99-A743-A99C86F61C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92D3DC-0FF8-4C8F-A35F-07C86881C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BC340-19E1-468F-84EE-E80905D4F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58EE-3DBE-4305-881A-913B9A6AAECB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009F0-5983-41AE-B65B-4CCFD09BD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FA00B-CA27-4B6C-9238-C4DEF0F13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4F25-66D6-47A5-A91B-82BC2750A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9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A26F3F-9937-41CF-87A7-E3869E9CB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8ECE9-FCE5-41EC-B76D-F07047853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F3E0B-78A9-40BA-9397-E6BC0038A7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058EE-3DBE-4305-881A-913B9A6AAECB}" type="datetimeFigureOut">
              <a:rPr lang="en-US" smtClean="0"/>
              <a:t>10/29/2019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F7C6F-99FF-44EB-A0A1-0E645BAB0C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97B3E-18E1-4022-B2D2-E6EB9C04F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34F25-66D6-47A5-A91B-82BC2750A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699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942A09D8-60A5-4F8A-AD27-1CB2C158AFEC}"/>
              </a:ext>
            </a:extLst>
          </p:cNvPr>
          <p:cNvSpPr/>
          <p:nvPr/>
        </p:nvSpPr>
        <p:spPr>
          <a:xfrm>
            <a:off x="8347007" y="5324670"/>
            <a:ext cx="1193263" cy="266330"/>
          </a:xfrm>
          <a:prstGeom prst="roundRect">
            <a:avLst>
              <a:gd name="adj" fmla="val 43418"/>
            </a:avLst>
          </a:prstGeom>
          <a:gradFill>
            <a:gsLst>
              <a:gs pos="0">
                <a:srgbClr val="01DBFD"/>
              </a:gs>
              <a:gs pos="100000">
                <a:srgbClr val="00F1AF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704AD87A-C555-4CEA-A133-63112B18752B}"/>
              </a:ext>
            </a:extLst>
          </p:cNvPr>
          <p:cNvSpPr/>
          <p:nvPr/>
        </p:nvSpPr>
        <p:spPr>
          <a:xfrm>
            <a:off x="8184958" y="3861622"/>
            <a:ext cx="1517362" cy="1651247"/>
          </a:xfrm>
          <a:custGeom>
            <a:avLst/>
            <a:gdLst>
              <a:gd name="connsiteX0" fmla="*/ 0 w 1811045"/>
              <a:gd name="connsiteY0" fmla="*/ 0 h 1970843"/>
              <a:gd name="connsiteX1" fmla="*/ 1811045 w 1811045"/>
              <a:gd name="connsiteY1" fmla="*/ 0 h 1970843"/>
              <a:gd name="connsiteX2" fmla="*/ 1811045 w 1811045"/>
              <a:gd name="connsiteY2" fmla="*/ 1784414 h 1970843"/>
              <a:gd name="connsiteX3" fmla="*/ 1624616 w 1811045"/>
              <a:gd name="connsiteY3" fmla="*/ 1970843 h 1970843"/>
              <a:gd name="connsiteX4" fmla="*/ 186429 w 1811045"/>
              <a:gd name="connsiteY4" fmla="*/ 1970843 h 1970843"/>
              <a:gd name="connsiteX5" fmla="*/ 0 w 1811045"/>
              <a:gd name="connsiteY5" fmla="*/ 1784414 h 1970843"/>
              <a:gd name="connsiteX6" fmla="*/ 0 w 1811045"/>
              <a:gd name="connsiteY6" fmla="*/ 0 h 1970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11045" h="1970843">
                <a:moveTo>
                  <a:pt x="0" y="0"/>
                </a:moveTo>
                <a:lnTo>
                  <a:pt x="1811045" y="0"/>
                </a:lnTo>
                <a:lnTo>
                  <a:pt x="1811045" y="1784414"/>
                </a:lnTo>
                <a:cubicBezTo>
                  <a:pt x="1811045" y="1887376"/>
                  <a:pt x="1727578" y="1970843"/>
                  <a:pt x="1624616" y="1970843"/>
                </a:cubicBezTo>
                <a:lnTo>
                  <a:pt x="186429" y="1970843"/>
                </a:lnTo>
                <a:cubicBezTo>
                  <a:pt x="83467" y="1970843"/>
                  <a:pt x="0" y="1887376"/>
                  <a:pt x="0" y="178441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6B722B3B-8E91-4DCF-9DF2-86A31AAD82D0}"/>
              </a:ext>
            </a:extLst>
          </p:cNvPr>
          <p:cNvSpPr/>
          <p:nvPr/>
        </p:nvSpPr>
        <p:spPr>
          <a:xfrm flipV="1">
            <a:off x="6933546" y="1857036"/>
            <a:ext cx="1193263" cy="266330"/>
          </a:xfrm>
          <a:prstGeom prst="roundRect">
            <a:avLst>
              <a:gd name="adj" fmla="val 43418"/>
            </a:avLst>
          </a:prstGeom>
          <a:gradFill>
            <a:gsLst>
              <a:gs pos="0">
                <a:srgbClr val="02B0FE"/>
              </a:gs>
              <a:gs pos="100000">
                <a:srgbClr val="1344CA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B91627E1-1A38-4FB8-B322-5C749D795598}"/>
              </a:ext>
            </a:extLst>
          </p:cNvPr>
          <p:cNvSpPr/>
          <p:nvPr/>
        </p:nvSpPr>
        <p:spPr>
          <a:xfrm flipV="1">
            <a:off x="6771497" y="1935167"/>
            <a:ext cx="1517362" cy="1651247"/>
          </a:xfrm>
          <a:custGeom>
            <a:avLst/>
            <a:gdLst>
              <a:gd name="connsiteX0" fmla="*/ 0 w 1811045"/>
              <a:gd name="connsiteY0" fmla="*/ 0 h 1970843"/>
              <a:gd name="connsiteX1" fmla="*/ 1811045 w 1811045"/>
              <a:gd name="connsiteY1" fmla="*/ 0 h 1970843"/>
              <a:gd name="connsiteX2" fmla="*/ 1811045 w 1811045"/>
              <a:gd name="connsiteY2" fmla="*/ 1784414 h 1970843"/>
              <a:gd name="connsiteX3" fmla="*/ 1624616 w 1811045"/>
              <a:gd name="connsiteY3" fmla="*/ 1970843 h 1970843"/>
              <a:gd name="connsiteX4" fmla="*/ 186429 w 1811045"/>
              <a:gd name="connsiteY4" fmla="*/ 1970843 h 1970843"/>
              <a:gd name="connsiteX5" fmla="*/ 0 w 1811045"/>
              <a:gd name="connsiteY5" fmla="*/ 1784414 h 1970843"/>
              <a:gd name="connsiteX6" fmla="*/ 0 w 1811045"/>
              <a:gd name="connsiteY6" fmla="*/ 0 h 1970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11045" h="1970843">
                <a:moveTo>
                  <a:pt x="0" y="0"/>
                </a:moveTo>
                <a:lnTo>
                  <a:pt x="1811045" y="0"/>
                </a:lnTo>
                <a:lnTo>
                  <a:pt x="1811045" y="1784414"/>
                </a:lnTo>
                <a:cubicBezTo>
                  <a:pt x="1811045" y="1887376"/>
                  <a:pt x="1727578" y="1970843"/>
                  <a:pt x="1624616" y="1970843"/>
                </a:cubicBezTo>
                <a:lnTo>
                  <a:pt x="186429" y="1970843"/>
                </a:lnTo>
                <a:cubicBezTo>
                  <a:pt x="83467" y="1970843"/>
                  <a:pt x="0" y="1887376"/>
                  <a:pt x="0" y="178441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7B97BA72-CBAA-4FBD-8F2E-E714514200AD}"/>
              </a:ext>
            </a:extLst>
          </p:cNvPr>
          <p:cNvSpPr/>
          <p:nvPr/>
        </p:nvSpPr>
        <p:spPr>
          <a:xfrm>
            <a:off x="5517846" y="5324670"/>
            <a:ext cx="1193263" cy="266330"/>
          </a:xfrm>
          <a:prstGeom prst="roundRect">
            <a:avLst>
              <a:gd name="adj" fmla="val 43418"/>
            </a:avLst>
          </a:prstGeom>
          <a:gradFill>
            <a:gsLst>
              <a:gs pos="0">
                <a:srgbClr val="AA08AA"/>
              </a:gs>
              <a:gs pos="100000">
                <a:srgbClr val="880FB6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26BE0EB5-A328-4C5B-8B0D-305A217181AC}"/>
              </a:ext>
            </a:extLst>
          </p:cNvPr>
          <p:cNvSpPr/>
          <p:nvPr/>
        </p:nvSpPr>
        <p:spPr>
          <a:xfrm>
            <a:off x="5355797" y="3861622"/>
            <a:ext cx="1517362" cy="1651247"/>
          </a:xfrm>
          <a:custGeom>
            <a:avLst/>
            <a:gdLst>
              <a:gd name="connsiteX0" fmla="*/ 0 w 1811045"/>
              <a:gd name="connsiteY0" fmla="*/ 0 h 1970843"/>
              <a:gd name="connsiteX1" fmla="*/ 1811045 w 1811045"/>
              <a:gd name="connsiteY1" fmla="*/ 0 h 1970843"/>
              <a:gd name="connsiteX2" fmla="*/ 1811045 w 1811045"/>
              <a:gd name="connsiteY2" fmla="*/ 1784414 h 1970843"/>
              <a:gd name="connsiteX3" fmla="*/ 1624616 w 1811045"/>
              <a:gd name="connsiteY3" fmla="*/ 1970843 h 1970843"/>
              <a:gd name="connsiteX4" fmla="*/ 186429 w 1811045"/>
              <a:gd name="connsiteY4" fmla="*/ 1970843 h 1970843"/>
              <a:gd name="connsiteX5" fmla="*/ 0 w 1811045"/>
              <a:gd name="connsiteY5" fmla="*/ 1784414 h 1970843"/>
              <a:gd name="connsiteX6" fmla="*/ 0 w 1811045"/>
              <a:gd name="connsiteY6" fmla="*/ 0 h 1970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11045" h="1970843">
                <a:moveTo>
                  <a:pt x="0" y="0"/>
                </a:moveTo>
                <a:lnTo>
                  <a:pt x="1811045" y="0"/>
                </a:lnTo>
                <a:lnTo>
                  <a:pt x="1811045" y="1784414"/>
                </a:lnTo>
                <a:cubicBezTo>
                  <a:pt x="1811045" y="1887376"/>
                  <a:pt x="1727578" y="1970843"/>
                  <a:pt x="1624616" y="1970843"/>
                </a:cubicBezTo>
                <a:lnTo>
                  <a:pt x="186429" y="1970843"/>
                </a:lnTo>
                <a:cubicBezTo>
                  <a:pt x="83467" y="1970843"/>
                  <a:pt x="0" y="1887376"/>
                  <a:pt x="0" y="178441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BB4A3183-D5A7-49CB-BE6F-47218901F491}"/>
              </a:ext>
            </a:extLst>
          </p:cNvPr>
          <p:cNvSpPr/>
          <p:nvPr/>
        </p:nvSpPr>
        <p:spPr>
          <a:xfrm flipV="1">
            <a:off x="4094798" y="1857036"/>
            <a:ext cx="1193263" cy="266330"/>
          </a:xfrm>
          <a:prstGeom prst="roundRect">
            <a:avLst>
              <a:gd name="adj" fmla="val 43418"/>
            </a:avLst>
          </a:prstGeom>
          <a:gradFill>
            <a:gsLst>
              <a:gs pos="0">
                <a:srgbClr val="FE1452"/>
              </a:gs>
              <a:gs pos="100000">
                <a:srgbClr val="D90F8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45F6A862-EB70-4030-AAFA-C9008B0217BF}"/>
              </a:ext>
            </a:extLst>
          </p:cNvPr>
          <p:cNvSpPr/>
          <p:nvPr/>
        </p:nvSpPr>
        <p:spPr>
          <a:xfrm flipV="1">
            <a:off x="3932749" y="1935167"/>
            <a:ext cx="1517362" cy="1651247"/>
          </a:xfrm>
          <a:custGeom>
            <a:avLst/>
            <a:gdLst>
              <a:gd name="connsiteX0" fmla="*/ 0 w 1811045"/>
              <a:gd name="connsiteY0" fmla="*/ 0 h 1970843"/>
              <a:gd name="connsiteX1" fmla="*/ 1811045 w 1811045"/>
              <a:gd name="connsiteY1" fmla="*/ 0 h 1970843"/>
              <a:gd name="connsiteX2" fmla="*/ 1811045 w 1811045"/>
              <a:gd name="connsiteY2" fmla="*/ 1784414 h 1970843"/>
              <a:gd name="connsiteX3" fmla="*/ 1624616 w 1811045"/>
              <a:gd name="connsiteY3" fmla="*/ 1970843 h 1970843"/>
              <a:gd name="connsiteX4" fmla="*/ 186429 w 1811045"/>
              <a:gd name="connsiteY4" fmla="*/ 1970843 h 1970843"/>
              <a:gd name="connsiteX5" fmla="*/ 0 w 1811045"/>
              <a:gd name="connsiteY5" fmla="*/ 1784414 h 1970843"/>
              <a:gd name="connsiteX6" fmla="*/ 0 w 1811045"/>
              <a:gd name="connsiteY6" fmla="*/ 0 h 1970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11045" h="1970843">
                <a:moveTo>
                  <a:pt x="0" y="0"/>
                </a:moveTo>
                <a:lnTo>
                  <a:pt x="1811045" y="0"/>
                </a:lnTo>
                <a:lnTo>
                  <a:pt x="1811045" y="1784414"/>
                </a:lnTo>
                <a:cubicBezTo>
                  <a:pt x="1811045" y="1887376"/>
                  <a:pt x="1727578" y="1970843"/>
                  <a:pt x="1624616" y="1970843"/>
                </a:cubicBezTo>
                <a:lnTo>
                  <a:pt x="186429" y="1970843"/>
                </a:lnTo>
                <a:cubicBezTo>
                  <a:pt x="83467" y="1970843"/>
                  <a:pt x="0" y="1887376"/>
                  <a:pt x="0" y="178441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A6DAEE-7320-449E-A9E8-4FD1F6EF12C4}"/>
              </a:ext>
            </a:extLst>
          </p:cNvPr>
          <p:cNvSpPr txBox="1"/>
          <p:nvPr/>
        </p:nvSpPr>
        <p:spPr>
          <a:xfrm>
            <a:off x="4780576" y="238214"/>
            <a:ext cx="263084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spc="300" dirty="0">
                <a:solidFill>
                  <a:srgbClr val="FFFF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STEP BY STEP</a:t>
            </a:r>
          </a:p>
          <a:p>
            <a:pPr algn="ctr"/>
            <a:r>
              <a:rPr lang="en-US" spc="300" dirty="0">
                <a:solidFill>
                  <a:srgbClr val="F4C13D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INFOGRAPHIC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2CD6080-2134-4363-93F2-AAF0057704C3}"/>
              </a:ext>
            </a:extLst>
          </p:cNvPr>
          <p:cNvSpPr/>
          <p:nvPr/>
        </p:nvSpPr>
        <p:spPr>
          <a:xfrm>
            <a:off x="2688684" y="5324670"/>
            <a:ext cx="1193263" cy="266330"/>
          </a:xfrm>
          <a:prstGeom prst="roundRect">
            <a:avLst>
              <a:gd name="adj" fmla="val 43418"/>
            </a:avLst>
          </a:prstGeom>
          <a:gradFill>
            <a:gsLst>
              <a:gs pos="0">
                <a:srgbClr val="FFB121"/>
              </a:gs>
              <a:gs pos="94000">
                <a:srgbClr val="FB5C1B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2B0D5E02-F513-4C01-A1B1-58DECF201A12}"/>
              </a:ext>
            </a:extLst>
          </p:cNvPr>
          <p:cNvSpPr/>
          <p:nvPr/>
        </p:nvSpPr>
        <p:spPr>
          <a:xfrm>
            <a:off x="2526635" y="3861622"/>
            <a:ext cx="1517362" cy="1651247"/>
          </a:xfrm>
          <a:custGeom>
            <a:avLst/>
            <a:gdLst>
              <a:gd name="connsiteX0" fmla="*/ 0 w 1811045"/>
              <a:gd name="connsiteY0" fmla="*/ 0 h 1970843"/>
              <a:gd name="connsiteX1" fmla="*/ 1811045 w 1811045"/>
              <a:gd name="connsiteY1" fmla="*/ 0 h 1970843"/>
              <a:gd name="connsiteX2" fmla="*/ 1811045 w 1811045"/>
              <a:gd name="connsiteY2" fmla="*/ 1784414 h 1970843"/>
              <a:gd name="connsiteX3" fmla="*/ 1624616 w 1811045"/>
              <a:gd name="connsiteY3" fmla="*/ 1970843 h 1970843"/>
              <a:gd name="connsiteX4" fmla="*/ 186429 w 1811045"/>
              <a:gd name="connsiteY4" fmla="*/ 1970843 h 1970843"/>
              <a:gd name="connsiteX5" fmla="*/ 0 w 1811045"/>
              <a:gd name="connsiteY5" fmla="*/ 1784414 h 1970843"/>
              <a:gd name="connsiteX6" fmla="*/ 0 w 1811045"/>
              <a:gd name="connsiteY6" fmla="*/ 0 h 1970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11045" h="1970843">
                <a:moveTo>
                  <a:pt x="0" y="0"/>
                </a:moveTo>
                <a:lnTo>
                  <a:pt x="1811045" y="0"/>
                </a:lnTo>
                <a:lnTo>
                  <a:pt x="1811045" y="1784414"/>
                </a:lnTo>
                <a:cubicBezTo>
                  <a:pt x="1811045" y="1887376"/>
                  <a:pt x="1727578" y="1970843"/>
                  <a:pt x="1624616" y="1970843"/>
                </a:cubicBezTo>
                <a:lnTo>
                  <a:pt x="186429" y="1970843"/>
                </a:lnTo>
                <a:cubicBezTo>
                  <a:pt x="83467" y="1970843"/>
                  <a:pt x="0" y="1887376"/>
                  <a:pt x="0" y="178441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C9B9FF2F-9769-45AC-A02B-E47AC539ED44}"/>
              </a:ext>
            </a:extLst>
          </p:cNvPr>
          <p:cNvSpPr/>
          <p:nvPr/>
        </p:nvSpPr>
        <p:spPr>
          <a:xfrm rot="16200000">
            <a:off x="2832555" y="2650180"/>
            <a:ext cx="905522" cy="1517362"/>
          </a:xfrm>
          <a:custGeom>
            <a:avLst/>
            <a:gdLst>
              <a:gd name="connsiteX0" fmla="*/ 905522 w 905522"/>
              <a:gd name="connsiteY0" fmla="*/ 758681 h 1517362"/>
              <a:gd name="connsiteX1" fmla="*/ 146841 w 905522"/>
              <a:gd name="connsiteY1" fmla="*/ 1517362 h 1517362"/>
              <a:gd name="connsiteX2" fmla="*/ 0 w 905522"/>
              <a:gd name="connsiteY2" fmla="*/ 1517362 h 1517362"/>
              <a:gd name="connsiteX3" fmla="*/ 0 w 905522"/>
              <a:gd name="connsiteY3" fmla="*/ 0 h 1517362"/>
              <a:gd name="connsiteX4" fmla="*/ 146841 w 905522"/>
              <a:gd name="connsiteY4" fmla="*/ 0 h 1517362"/>
              <a:gd name="connsiteX5" fmla="*/ 905522 w 905522"/>
              <a:gd name="connsiteY5" fmla="*/ 758681 h 151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5522" h="1517362">
                <a:moveTo>
                  <a:pt x="905522" y="758681"/>
                </a:moveTo>
                <a:cubicBezTo>
                  <a:pt x="905522" y="1177689"/>
                  <a:pt x="565849" y="1517362"/>
                  <a:pt x="146841" y="1517362"/>
                </a:cubicBezTo>
                <a:lnTo>
                  <a:pt x="0" y="1517362"/>
                </a:lnTo>
                <a:lnTo>
                  <a:pt x="0" y="0"/>
                </a:lnTo>
                <a:lnTo>
                  <a:pt x="146841" y="0"/>
                </a:lnTo>
                <a:cubicBezTo>
                  <a:pt x="565849" y="0"/>
                  <a:pt x="905522" y="339673"/>
                  <a:pt x="905522" y="758681"/>
                </a:cubicBezTo>
                <a:close/>
              </a:path>
            </a:pathLst>
          </a:custGeom>
          <a:gradFill>
            <a:gsLst>
              <a:gs pos="0">
                <a:srgbClr val="FFB121"/>
              </a:gs>
              <a:gs pos="94000">
                <a:srgbClr val="FB5C1B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63B547B9-0EF4-4F0D-80A3-FDBC48EC90F7}"/>
              </a:ext>
            </a:extLst>
          </p:cNvPr>
          <p:cNvSpPr/>
          <p:nvPr/>
        </p:nvSpPr>
        <p:spPr>
          <a:xfrm rot="5400000" flipV="1">
            <a:off x="4247136" y="3280494"/>
            <a:ext cx="905522" cy="1517362"/>
          </a:xfrm>
          <a:custGeom>
            <a:avLst/>
            <a:gdLst>
              <a:gd name="connsiteX0" fmla="*/ 905522 w 905522"/>
              <a:gd name="connsiteY0" fmla="*/ 758681 h 1517362"/>
              <a:gd name="connsiteX1" fmla="*/ 146841 w 905522"/>
              <a:gd name="connsiteY1" fmla="*/ 1517362 h 1517362"/>
              <a:gd name="connsiteX2" fmla="*/ 0 w 905522"/>
              <a:gd name="connsiteY2" fmla="*/ 1517362 h 1517362"/>
              <a:gd name="connsiteX3" fmla="*/ 0 w 905522"/>
              <a:gd name="connsiteY3" fmla="*/ 0 h 1517362"/>
              <a:gd name="connsiteX4" fmla="*/ 146841 w 905522"/>
              <a:gd name="connsiteY4" fmla="*/ 0 h 1517362"/>
              <a:gd name="connsiteX5" fmla="*/ 905522 w 905522"/>
              <a:gd name="connsiteY5" fmla="*/ 758681 h 151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5522" h="1517362">
                <a:moveTo>
                  <a:pt x="905522" y="758681"/>
                </a:moveTo>
                <a:cubicBezTo>
                  <a:pt x="905522" y="1177689"/>
                  <a:pt x="565849" y="1517362"/>
                  <a:pt x="146841" y="1517362"/>
                </a:cubicBezTo>
                <a:lnTo>
                  <a:pt x="0" y="1517362"/>
                </a:lnTo>
                <a:lnTo>
                  <a:pt x="0" y="0"/>
                </a:lnTo>
                <a:lnTo>
                  <a:pt x="146841" y="0"/>
                </a:lnTo>
                <a:cubicBezTo>
                  <a:pt x="565849" y="0"/>
                  <a:pt x="905522" y="339673"/>
                  <a:pt x="905522" y="758681"/>
                </a:cubicBezTo>
                <a:close/>
              </a:path>
            </a:pathLst>
          </a:custGeom>
          <a:gradFill>
            <a:gsLst>
              <a:gs pos="0">
                <a:srgbClr val="FE1452"/>
              </a:gs>
              <a:gs pos="100000">
                <a:srgbClr val="D90F8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AD7D1FA1-143E-4196-AE3E-69C144D819A7}"/>
              </a:ext>
            </a:extLst>
          </p:cNvPr>
          <p:cNvSpPr/>
          <p:nvPr/>
        </p:nvSpPr>
        <p:spPr>
          <a:xfrm rot="16200000">
            <a:off x="5661717" y="2650180"/>
            <a:ext cx="905522" cy="1517362"/>
          </a:xfrm>
          <a:custGeom>
            <a:avLst/>
            <a:gdLst>
              <a:gd name="connsiteX0" fmla="*/ 905522 w 905522"/>
              <a:gd name="connsiteY0" fmla="*/ 758681 h 1517362"/>
              <a:gd name="connsiteX1" fmla="*/ 146841 w 905522"/>
              <a:gd name="connsiteY1" fmla="*/ 1517362 h 1517362"/>
              <a:gd name="connsiteX2" fmla="*/ 0 w 905522"/>
              <a:gd name="connsiteY2" fmla="*/ 1517362 h 1517362"/>
              <a:gd name="connsiteX3" fmla="*/ 0 w 905522"/>
              <a:gd name="connsiteY3" fmla="*/ 0 h 1517362"/>
              <a:gd name="connsiteX4" fmla="*/ 146841 w 905522"/>
              <a:gd name="connsiteY4" fmla="*/ 0 h 1517362"/>
              <a:gd name="connsiteX5" fmla="*/ 905522 w 905522"/>
              <a:gd name="connsiteY5" fmla="*/ 758681 h 151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5522" h="1517362">
                <a:moveTo>
                  <a:pt x="905522" y="758681"/>
                </a:moveTo>
                <a:cubicBezTo>
                  <a:pt x="905522" y="1177689"/>
                  <a:pt x="565849" y="1517362"/>
                  <a:pt x="146841" y="1517362"/>
                </a:cubicBezTo>
                <a:lnTo>
                  <a:pt x="0" y="1517362"/>
                </a:lnTo>
                <a:lnTo>
                  <a:pt x="0" y="0"/>
                </a:lnTo>
                <a:lnTo>
                  <a:pt x="146841" y="0"/>
                </a:lnTo>
                <a:cubicBezTo>
                  <a:pt x="565849" y="0"/>
                  <a:pt x="905522" y="339673"/>
                  <a:pt x="905522" y="758681"/>
                </a:cubicBezTo>
                <a:close/>
              </a:path>
            </a:pathLst>
          </a:custGeom>
          <a:gradFill>
            <a:gsLst>
              <a:gs pos="0">
                <a:srgbClr val="AA08AA"/>
              </a:gs>
              <a:gs pos="100000">
                <a:srgbClr val="880FB6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A6D93EE9-E7C1-4E03-A108-0820AF8B4D97}"/>
              </a:ext>
            </a:extLst>
          </p:cNvPr>
          <p:cNvSpPr/>
          <p:nvPr/>
        </p:nvSpPr>
        <p:spPr>
          <a:xfrm rot="5400000" flipV="1">
            <a:off x="7076298" y="3280494"/>
            <a:ext cx="905522" cy="1517362"/>
          </a:xfrm>
          <a:custGeom>
            <a:avLst/>
            <a:gdLst>
              <a:gd name="connsiteX0" fmla="*/ 905522 w 905522"/>
              <a:gd name="connsiteY0" fmla="*/ 758681 h 1517362"/>
              <a:gd name="connsiteX1" fmla="*/ 146841 w 905522"/>
              <a:gd name="connsiteY1" fmla="*/ 1517362 h 1517362"/>
              <a:gd name="connsiteX2" fmla="*/ 0 w 905522"/>
              <a:gd name="connsiteY2" fmla="*/ 1517362 h 1517362"/>
              <a:gd name="connsiteX3" fmla="*/ 0 w 905522"/>
              <a:gd name="connsiteY3" fmla="*/ 0 h 1517362"/>
              <a:gd name="connsiteX4" fmla="*/ 146841 w 905522"/>
              <a:gd name="connsiteY4" fmla="*/ 0 h 1517362"/>
              <a:gd name="connsiteX5" fmla="*/ 905522 w 905522"/>
              <a:gd name="connsiteY5" fmla="*/ 758681 h 151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5522" h="1517362">
                <a:moveTo>
                  <a:pt x="905522" y="758681"/>
                </a:moveTo>
                <a:cubicBezTo>
                  <a:pt x="905522" y="1177689"/>
                  <a:pt x="565849" y="1517362"/>
                  <a:pt x="146841" y="1517362"/>
                </a:cubicBezTo>
                <a:lnTo>
                  <a:pt x="0" y="1517362"/>
                </a:lnTo>
                <a:lnTo>
                  <a:pt x="0" y="0"/>
                </a:lnTo>
                <a:lnTo>
                  <a:pt x="146841" y="0"/>
                </a:lnTo>
                <a:cubicBezTo>
                  <a:pt x="565849" y="0"/>
                  <a:pt x="905522" y="339673"/>
                  <a:pt x="905522" y="758681"/>
                </a:cubicBezTo>
                <a:close/>
              </a:path>
            </a:pathLst>
          </a:custGeom>
          <a:gradFill>
            <a:gsLst>
              <a:gs pos="0">
                <a:srgbClr val="02B0FE"/>
              </a:gs>
              <a:gs pos="100000">
                <a:srgbClr val="1344CA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B78D9278-95CD-44C6-AF8B-1FE5F1D06E84}"/>
              </a:ext>
            </a:extLst>
          </p:cNvPr>
          <p:cNvSpPr/>
          <p:nvPr/>
        </p:nvSpPr>
        <p:spPr>
          <a:xfrm rot="16200000">
            <a:off x="8490878" y="2650180"/>
            <a:ext cx="905522" cy="1517362"/>
          </a:xfrm>
          <a:custGeom>
            <a:avLst/>
            <a:gdLst>
              <a:gd name="connsiteX0" fmla="*/ 905522 w 905522"/>
              <a:gd name="connsiteY0" fmla="*/ 758681 h 1517362"/>
              <a:gd name="connsiteX1" fmla="*/ 146841 w 905522"/>
              <a:gd name="connsiteY1" fmla="*/ 1517362 h 1517362"/>
              <a:gd name="connsiteX2" fmla="*/ 0 w 905522"/>
              <a:gd name="connsiteY2" fmla="*/ 1517362 h 1517362"/>
              <a:gd name="connsiteX3" fmla="*/ 0 w 905522"/>
              <a:gd name="connsiteY3" fmla="*/ 0 h 1517362"/>
              <a:gd name="connsiteX4" fmla="*/ 146841 w 905522"/>
              <a:gd name="connsiteY4" fmla="*/ 0 h 1517362"/>
              <a:gd name="connsiteX5" fmla="*/ 905522 w 905522"/>
              <a:gd name="connsiteY5" fmla="*/ 758681 h 151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5522" h="1517362">
                <a:moveTo>
                  <a:pt x="905522" y="758681"/>
                </a:moveTo>
                <a:cubicBezTo>
                  <a:pt x="905522" y="1177689"/>
                  <a:pt x="565849" y="1517362"/>
                  <a:pt x="146841" y="1517362"/>
                </a:cubicBezTo>
                <a:lnTo>
                  <a:pt x="0" y="1517362"/>
                </a:lnTo>
                <a:lnTo>
                  <a:pt x="0" y="0"/>
                </a:lnTo>
                <a:lnTo>
                  <a:pt x="146841" y="0"/>
                </a:lnTo>
                <a:cubicBezTo>
                  <a:pt x="565849" y="0"/>
                  <a:pt x="905522" y="339673"/>
                  <a:pt x="905522" y="758681"/>
                </a:cubicBezTo>
                <a:close/>
              </a:path>
            </a:pathLst>
          </a:custGeom>
          <a:gradFill>
            <a:gsLst>
              <a:gs pos="0">
                <a:srgbClr val="01DBFD"/>
              </a:gs>
              <a:gs pos="100000">
                <a:srgbClr val="00F1AF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Freeform: Shape 153">
            <a:extLst>
              <a:ext uri="{FF2B5EF4-FFF2-40B4-BE49-F238E27FC236}">
                <a16:creationId xmlns:a16="http://schemas.microsoft.com/office/drawing/2014/main" id="{27F67F9E-1299-4829-82CE-51E41617CE5C}"/>
              </a:ext>
            </a:extLst>
          </p:cNvPr>
          <p:cNvSpPr/>
          <p:nvPr/>
        </p:nvSpPr>
        <p:spPr>
          <a:xfrm flipV="1">
            <a:off x="2398450" y="2827380"/>
            <a:ext cx="7377343" cy="1794700"/>
          </a:xfrm>
          <a:custGeom>
            <a:avLst/>
            <a:gdLst>
              <a:gd name="connsiteX0" fmla="*/ 2088767 w 6681789"/>
              <a:gd name="connsiteY0" fmla="*/ 1625492 h 1625492"/>
              <a:gd name="connsiteX1" fmla="*/ 2910257 w 6681789"/>
              <a:gd name="connsiteY1" fmla="*/ 955958 h 1625492"/>
              <a:gd name="connsiteX2" fmla="*/ 2924694 w 6681789"/>
              <a:gd name="connsiteY2" fmla="*/ 812746 h 1625492"/>
              <a:gd name="connsiteX3" fmla="*/ 2924468 w 6681789"/>
              <a:gd name="connsiteY3" fmla="*/ 812746 h 1625492"/>
              <a:gd name="connsiteX4" fmla="*/ 2930387 w 6681789"/>
              <a:gd name="connsiteY4" fmla="*/ 754030 h 1625492"/>
              <a:gd name="connsiteX5" fmla="*/ 3341132 w 6681789"/>
              <a:gd name="connsiteY5" fmla="*/ 419263 h 1625492"/>
              <a:gd name="connsiteX6" fmla="*/ 3751877 w 6681789"/>
              <a:gd name="connsiteY6" fmla="*/ 754030 h 1625492"/>
              <a:gd name="connsiteX7" fmla="*/ 3757796 w 6681789"/>
              <a:gd name="connsiteY7" fmla="*/ 812746 h 1625492"/>
              <a:gd name="connsiteX8" fmla="*/ 3757570 w 6681789"/>
              <a:gd name="connsiteY8" fmla="*/ 812746 h 1625492"/>
              <a:gd name="connsiteX9" fmla="*/ 3772007 w 6681789"/>
              <a:gd name="connsiteY9" fmla="*/ 955958 h 1625492"/>
              <a:gd name="connsiteX10" fmla="*/ 4593497 w 6681789"/>
              <a:gd name="connsiteY10" fmla="*/ 1625492 h 1625492"/>
              <a:gd name="connsiteX11" fmla="*/ 5414987 w 6681789"/>
              <a:gd name="connsiteY11" fmla="*/ 955958 h 1625492"/>
              <a:gd name="connsiteX12" fmla="*/ 5429424 w 6681789"/>
              <a:gd name="connsiteY12" fmla="*/ 812746 h 1625492"/>
              <a:gd name="connsiteX13" fmla="*/ 5429198 w 6681789"/>
              <a:gd name="connsiteY13" fmla="*/ 812746 h 1625492"/>
              <a:gd name="connsiteX14" fmla="*/ 5435117 w 6681789"/>
              <a:gd name="connsiteY14" fmla="*/ 754030 h 1625492"/>
              <a:gd name="connsiteX15" fmla="*/ 5845862 w 6681789"/>
              <a:gd name="connsiteY15" fmla="*/ 419263 h 1625492"/>
              <a:gd name="connsiteX16" fmla="*/ 6256607 w 6681789"/>
              <a:gd name="connsiteY16" fmla="*/ 754030 h 1625492"/>
              <a:gd name="connsiteX17" fmla="*/ 6262526 w 6681789"/>
              <a:gd name="connsiteY17" fmla="*/ 812746 h 1625492"/>
              <a:gd name="connsiteX18" fmla="*/ 6681789 w 6681789"/>
              <a:gd name="connsiteY18" fmla="*/ 812746 h 1625492"/>
              <a:gd name="connsiteX19" fmla="*/ 6667352 w 6681789"/>
              <a:gd name="connsiteY19" fmla="*/ 669534 h 1625492"/>
              <a:gd name="connsiteX20" fmla="*/ 5845862 w 6681789"/>
              <a:gd name="connsiteY20" fmla="*/ 0 h 1625492"/>
              <a:gd name="connsiteX21" fmla="*/ 5024372 w 6681789"/>
              <a:gd name="connsiteY21" fmla="*/ 669534 h 1625492"/>
              <a:gd name="connsiteX22" fmla="*/ 5009935 w 6681789"/>
              <a:gd name="connsiteY22" fmla="*/ 812746 h 1625492"/>
              <a:gd name="connsiteX23" fmla="*/ 5010161 w 6681789"/>
              <a:gd name="connsiteY23" fmla="*/ 812746 h 1625492"/>
              <a:gd name="connsiteX24" fmla="*/ 5004242 w 6681789"/>
              <a:gd name="connsiteY24" fmla="*/ 871462 h 1625492"/>
              <a:gd name="connsiteX25" fmla="*/ 4593497 w 6681789"/>
              <a:gd name="connsiteY25" fmla="*/ 1206229 h 1625492"/>
              <a:gd name="connsiteX26" fmla="*/ 4182752 w 6681789"/>
              <a:gd name="connsiteY26" fmla="*/ 871462 h 1625492"/>
              <a:gd name="connsiteX27" fmla="*/ 4176833 w 6681789"/>
              <a:gd name="connsiteY27" fmla="*/ 812746 h 1625492"/>
              <a:gd name="connsiteX28" fmla="*/ 4177059 w 6681789"/>
              <a:gd name="connsiteY28" fmla="*/ 812746 h 1625492"/>
              <a:gd name="connsiteX29" fmla="*/ 4162622 w 6681789"/>
              <a:gd name="connsiteY29" fmla="*/ 669534 h 1625492"/>
              <a:gd name="connsiteX30" fmla="*/ 3341132 w 6681789"/>
              <a:gd name="connsiteY30" fmla="*/ 0 h 1625492"/>
              <a:gd name="connsiteX31" fmla="*/ 2519642 w 6681789"/>
              <a:gd name="connsiteY31" fmla="*/ 669534 h 1625492"/>
              <a:gd name="connsiteX32" fmla="*/ 2505205 w 6681789"/>
              <a:gd name="connsiteY32" fmla="*/ 812746 h 1625492"/>
              <a:gd name="connsiteX33" fmla="*/ 2505431 w 6681789"/>
              <a:gd name="connsiteY33" fmla="*/ 812746 h 1625492"/>
              <a:gd name="connsiteX34" fmla="*/ 2499512 w 6681789"/>
              <a:gd name="connsiteY34" fmla="*/ 871462 h 1625492"/>
              <a:gd name="connsiteX35" fmla="*/ 2088767 w 6681789"/>
              <a:gd name="connsiteY35" fmla="*/ 1206229 h 1625492"/>
              <a:gd name="connsiteX36" fmla="*/ 1678022 w 6681789"/>
              <a:gd name="connsiteY36" fmla="*/ 871462 h 1625492"/>
              <a:gd name="connsiteX37" fmla="*/ 1672103 w 6681789"/>
              <a:gd name="connsiteY37" fmla="*/ 812746 h 1625492"/>
              <a:gd name="connsiteX38" fmla="*/ 1671854 w 6681789"/>
              <a:gd name="connsiteY38" fmla="*/ 812746 h 1625492"/>
              <a:gd name="connsiteX39" fmla="*/ 1657417 w 6681789"/>
              <a:gd name="connsiteY39" fmla="*/ 669534 h 1625492"/>
              <a:gd name="connsiteX40" fmla="*/ 835927 w 6681789"/>
              <a:gd name="connsiteY40" fmla="*/ 0 h 1625492"/>
              <a:gd name="connsiteX41" fmla="*/ 14437 w 6681789"/>
              <a:gd name="connsiteY41" fmla="*/ 669534 h 1625492"/>
              <a:gd name="connsiteX42" fmla="*/ 0 w 6681789"/>
              <a:gd name="connsiteY42" fmla="*/ 812746 h 1625492"/>
              <a:gd name="connsiteX43" fmla="*/ 419263 w 6681789"/>
              <a:gd name="connsiteY43" fmla="*/ 812746 h 1625492"/>
              <a:gd name="connsiteX44" fmla="*/ 425182 w 6681789"/>
              <a:gd name="connsiteY44" fmla="*/ 754030 h 1625492"/>
              <a:gd name="connsiteX45" fmla="*/ 835927 w 6681789"/>
              <a:gd name="connsiteY45" fmla="*/ 419263 h 1625492"/>
              <a:gd name="connsiteX46" fmla="*/ 1246672 w 6681789"/>
              <a:gd name="connsiteY46" fmla="*/ 754030 h 1625492"/>
              <a:gd name="connsiteX47" fmla="*/ 1252591 w 6681789"/>
              <a:gd name="connsiteY47" fmla="*/ 812746 h 1625492"/>
              <a:gd name="connsiteX48" fmla="*/ 1252840 w 6681789"/>
              <a:gd name="connsiteY48" fmla="*/ 812746 h 1625492"/>
              <a:gd name="connsiteX49" fmla="*/ 1267277 w 6681789"/>
              <a:gd name="connsiteY49" fmla="*/ 955958 h 1625492"/>
              <a:gd name="connsiteX50" fmla="*/ 2088767 w 6681789"/>
              <a:gd name="connsiteY50" fmla="*/ 1625492 h 1625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6681789" h="1625492">
                <a:moveTo>
                  <a:pt x="2088767" y="1625492"/>
                </a:moveTo>
                <a:cubicBezTo>
                  <a:pt x="2493984" y="1625492"/>
                  <a:pt x="2832068" y="1338060"/>
                  <a:pt x="2910257" y="955958"/>
                </a:cubicBezTo>
                <a:lnTo>
                  <a:pt x="2924694" y="812746"/>
                </a:lnTo>
                <a:lnTo>
                  <a:pt x="2924468" y="812746"/>
                </a:lnTo>
                <a:lnTo>
                  <a:pt x="2930387" y="754030"/>
                </a:lnTo>
                <a:cubicBezTo>
                  <a:pt x="2969482" y="562979"/>
                  <a:pt x="3138523" y="419263"/>
                  <a:pt x="3341132" y="419263"/>
                </a:cubicBezTo>
                <a:cubicBezTo>
                  <a:pt x="3543741" y="419263"/>
                  <a:pt x="3712782" y="562979"/>
                  <a:pt x="3751877" y="754030"/>
                </a:cubicBezTo>
                <a:lnTo>
                  <a:pt x="3757796" y="812746"/>
                </a:lnTo>
                <a:lnTo>
                  <a:pt x="3757570" y="812746"/>
                </a:lnTo>
                <a:lnTo>
                  <a:pt x="3772007" y="955958"/>
                </a:lnTo>
                <a:cubicBezTo>
                  <a:pt x="3850196" y="1338060"/>
                  <a:pt x="4188280" y="1625492"/>
                  <a:pt x="4593497" y="1625492"/>
                </a:cubicBezTo>
                <a:cubicBezTo>
                  <a:pt x="4998714" y="1625492"/>
                  <a:pt x="5336798" y="1338060"/>
                  <a:pt x="5414987" y="955958"/>
                </a:cubicBezTo>
                <a:lnTo>
                  <a:pt x="5429424" y="812746"/>
                </a:lnTo>
                <a:lnTo>
                  <a:pt x="5429198" y="812746"/>
                </a:lnTo>
                <a:lnTo>
                  <a:pt x="5435117" y="754030"/>
                </a:lnTo>
                <a:cubicBezTo>
                  <a:pt x="5474212" y="562979"/>
                  <a:pt x="5643253" y="419263"/>
                  <a:pt x="5845862" y="419263"/>
                </a:cubicBezTo>
                <a:cubicBezTo>
                  <a:pt x="6048471" y="419263"/>
                  <a:pt x="6217512" y="562979"/>
                  <a:pt x="6256607" y="754030"/>
                </a:cubicBezTo>
                <a:lnTo>
                  <a:pt x="6262526" y="812746"/>
                </a:lnTo>
                <a:lnTo>
                  <a:pt x="6681789" y="812746"/>
                </a:lnTo>
                <a:lnTo>
                  <a:pt x="6667352" y="669534"/>
                </a:lnTo>
                <a:cubicBezTo>
                  <a:pt x="6589163" y="287432"/>
                  <a:pt x="6251079" y="0"/>
                  <a:pt x="5845862" y="0"/>
                </a:cubicBezTo>
                <a:cubicBezTo>
                  <a:pt x="5440645" y="0"/>
                  <a:pt x="5102561" y="287432"/>
                  <a:pt x="5024372" y="669534"/>
                </a:cubicBezTo>
                <a:lnTo>
                  <a:pt x="5009935" y="812746"/>
                </a:lnTo>
                <a:lnTo>
                  <a:pt x="5010161" y="812746"/>
                </a:lnTo>
                <a:lnTo>
                  <a:pt x="5004242" y="871462"/>
                </a:lnTo>
                <a:cubicBezTo>
                  <a:pt x="4965147" y="1062513"/>
                  <a:pt x="4796106" y="1206229"/>
                  <a:pt x="4593497" y="1206229"/>
                </a:cubicBezTo>
                <a:cubicBezTo>
                  <a:pt x="4390888" y="1206229"/>
                  <a:pt x="4221847" y="1062513"/>
                  <a:pt x="4182752" y="871462"/>
                </a:cubicBezTo>
                <a:lnTo>
                  <a:pt x="4176833" y="812746"/>
                </a:lnTo>
                <a:lnTo>
                  <a:pt x="4177059" y="812746"/>
                </a:lnTo>
                <a:lnTo>
                  <a:pt x="4162622" y="669534"/>
                </a:lnTo>
                <a:cubicBezTo>
                  <a:pt x="4084433" y="287432"/>
                  <a:pt x="3746349" y="0"/>
                  <a:pt x="3341132" y="0"/>
                </a:cubicBezTo>
                <a:cubicBezTo>
                  <a:pt x="2935915" y="0"/>
                  <a:pt x="2597831" y="287432"/>
                  <a:pt x="2519642" y="669534"/>
                </a:cubicBezTo>
                <a:lnTo>
                  <a:pt x="2505205" y="812746"/>
                </a:lnTo>
                <a:lnTo>
                  <a:pt x="2505431" y="812746"/>
                </a:lnTo>
                <a:lnTo>
                  <a:pt x="2499512" y="871462"/>
                </a:lnTo>
                <a:cubicBezTo>
                  <a:pt x="2460417" y="1062513"/>
                  <a:pt x="2291376" y="1206229"/>
                  <a:pt x="2088767" y="1206229"/>
                </a:cubicBezTo>
                <a:cubicBezTo>
                  <a:pt x="1886158" y="1206229"/>
                  <a:pt x="1717117" y="1062513"/>
                  <a:pt x="1678022" y="871462"/>
                </a:cubicBezTo>
                <a:lnTo>
                  <a:pt x="1672103" y="812746"/>
                </a:lnTo>
                <a:lnTo>
                  <a:pt x="1671854" y="812746"/>
                </a:lnTo>
                <a:lnTo>
                  <a:pt x="1657417" y="669534"/>
                </a:lnTo>
                <a:cubicBezTo>
                  <a:pt x="1579228" y="287432"/>
                  <a:pt x="1241144" y="0"/>
                  <a:pt x="835927" y="0"/>
                </a:cubicBezTo>
                <a:cubicBezTo>
                  <a:pt x="430710" y="0"/>
                  <a:pt x="92626" y="287432"/>
                  <a:pt x="14437" y="669534"/>
                </a:cubicBezTo>
                <a:lnTo>
                  <a:pt x="0" y="812746"/>
                </a:lnTo>
                <a:lnTo>
                  <a:pt x="419263" y="812746"/>
                </a:lnTo>
                <a:lnTo>
                  <a:pt x="425182" y="754030"/>
                </a:lnTo>
                <a:cubicBezTo>
                  <a:pt x="464277" y="562979"/>
                  <a:pt x="633318" y="419263"/>
                  <a:pt x="835927" y="419263"/>
                </a:cubicBezTo>
                <a:cubicBezTo>
                  <a:pt x="1038536" y="419263"/>
                  <a:pt x="1207577" y="562979"/>
                  <a:pt x="1246672" y="754030"/>
                </a:cubicBezTo>
                <a:lnTo>
                  <a:pt x="1252591" y="812746"/>
                </a:lnTo>
                <a:lnTo>
                  <a:pt x="1252840" y="812746"/>
                </a:lnTo>
                <a:lnTo>
                  <a:pt x="1267277" y="955958"/>
                </a:lnTo>
                <a:cubicBezTo>
                  <a:pt x="1345466" y="1338060"/>
                  <a:pt x="1683550" y="1625492"/>
                  <a:pt x="2088767" y="1625492"/>
                </a:cubicBezTo>
                <a:close/>
              </a:path>
            </a:pathLst>
          </a:custGeom>
          <a:solidFill>
            <a:srgbClr val="2026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46F6FD3-6EA8-434A-B8B4-EE4F23BAFF0B}"/>
              </a:ext>
            </a:extLst>
          </p:cNvPr>
          <p:cNvSpPr/>
          <p:nvPr/>
        </p:nvSpPr>
        <p:spPr>
          <a:xfrm>
            <a:off x="2725455" y="3148730"/>
            <a:ext cx="1110959" cy="1110959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dist="1270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91162F8B-CF8F-4062-85AB-6BAB83F684CB}"/>
              </a:ext>
            </a:extLst>
          </p:cNvPr>
          <p:cNvSpPr/>
          <p:nvPr/>
        </p:nvSpPr>
        <p:spPr>
          <a:xfrm>
            <a:off x="4131569" y="3148730"/>
            <a:ext cx="1110959" cy="1110959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dist="1270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29569C4D-753C-4796-8BAE-01B79A3602E3}"/>
              </a:ext>
            </a:extLst>
          </p:cNvPr>
          <p:cNvSpPr/>
          <p:nvPr/>
        </p:nvSpPr>
        <p:spPr>
          <a:xfrm>
            <a:off x="5558997" y="3148730"/>
            <a:ext cx="1110959" cy="1110959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dist="1270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FD1C0282-1187-4C49-ABE5-E3A82EF023CF}"/>
              </a:ext>
            </a:extLst>
          </p:cNvPr>
          <p:cNvSpPr/>
          <p:nvPr/>
        </p:nvSpPr>
        <p:spPr>
          <a:xfrm>
            <a:off x="6968786" y="3148730"/>
            <a:ext cx="1110959" cy="1110959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dist="1270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59D1F435-AF85-4231-877E-E92900C5C728}"/>
              </a:ext>
            </a:extLst>
          </p:cNvPr>
          <p:cNvSpPr/>
          <p:nvPr/>
        </p:nvSpPr>
        <p:spPr>
          <a:xfrm>
            <a:off x="8383367" y="3148730"/>
            <a:ext cx="1110959" cy="1110959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dist="1270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112D4323-DC36-4C59-8020-BCD05877B1C3}"/>
              </a:ext>
            </a:extLst>
          </p:cNvPr>
          <p:cNvSpPr/>
          <p:nvPr/>
        </p:nvSpPr>
        <p:spPr>
          <a:xfrm>
            <a:off x="2876864" y="3300139"/>
            <a:ext cx="808140" cy="808140"/>
          </a:xfrm>
          <a:prstGeom prst="ellipse">
            <a:avLst/>
          </a:prstGeom>
          <a:gradFill>
            <a:gsLst>
              <a:gs pos="0">
                <a:srgbClr val="FFB121"/>
              </a:gs>
              <a:gs pos="94000">
                <a:srgbClr val="FB5C1B"/>
              </a:gs>
            </a:gsLst>
            <a:lin ang="7200000" scaled="0"/>
          </a:gradFill>
          <a:ln>
            <a:noFill/>
          </a:ln>
          <a:effectLst>
            <a:outerShdw blurRad="63500" dist="25400" dir="2700000" algn="tl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92487947-01DE-427E-8107-12E560535ED1}"/>
              </a:ext>
            </a:extLst>
          </p:cNvPr>
          <p:cNvSpPr/>
          <p:nvPr/>
        </p:nvSpPr>
        <p:spPr>
          <a:xfrm>
            <a:off x="4282978" y="3300139"/>
            <a:ext cx="808140" cy="808140"/>
          </a:xfrm>
          <a:prstGeom prst="ellipse">
            <a:avLst/>
          </a:prstGeom>
          <a:gradFill>
            <a:gsLst>
              <a:gs pos="0">
                <a:srgbClr val="FE1452"/>
              </a:gs>
              <a:gs pos="100000">
                <a:srgbClr val="D90F82"/>
              </a:gs>
            </a:gsLst>
            <a:lin ang="7200000" scaled="0"/>
          </a:gradFill>
          <a:ln>
            <a:noFill/>
          </a:ln>
          <a:effectLst>
            <a:outerShdw blurRad="63500" dist="25400" dir="2700000" algn="tl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5ADDB6E3-964E-42A8-A171-C02F7D667E1E}"/>
              </a:ext>
            </a:extLst>
          </p:cNvPr>
          <p:cNvSpPr/>
          <p:nvPr/>
        </p:nvSpPr>
        <p:spPr>
          <a:xfrm>
            <a:off x="5710406" y="3300139"/>
            <a:ext cx="808140" cy="808140"/>
          </a:xfrm>
          <a:prstGeom prst="ellipse">
            <a:avLst/>
          </a:prstGeom>
          <a:gradFill>
            <a:gsLst>
              <a:gs pos="0">
                <a:srgbClr val="AA08AA"/>
              </a:gs>
              <a:gs pos="100000">
                <a:srgbClr val="880FB6"/>
              </a:gs>
            </a:gsLst>
            <a:lin ang="7200000" scaled="0"/>
          </a:gradFill>
          <a:ln>
            <a:noFill/>
          </a:ln>
          <a:effectLst>
            <a:outerShdw blurRad="63500" dist="25400" dir="2700000" algn="tl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F19630A6-EE12-4457-9C8F-031BE418816B}"/>
              </a:ext>
            </a:extLst>
          </p:cNvPr>
          <p:cNvSpPr/>
          <p:nvPr/>
        </p:nvSpPr>
        <p:spPr>
          <a:xfrm>
            <a:off x="7120195" y="3300139"/>
            <a:ext cx="808140" cy="808140"/>
          </a:xfrm>
          <a:prstGeom prst="ellipse">
            <a:avLst/>
          </a:prstGeom>
          <a:gradFill>
            <a:gsLst>
              <a:gs pos="0">
                <a:srgbClr val="02B0FE"/>
              </a:gs>
              <a:gs pos="100000">
                <a:srgbClr val="1344CA"/>
              </a:gs>
            </a:gsLst>
            <a:lin ang="7200000" scaled="0"/>
          </a:gradFill>
          <a:ln>
            <a:noFill/>
          </a:ln>
          <a:effectLst>
            <a:outerShdw blurRad="63500" dist="25400" dir="2700000" algn="tl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9C4F03F6-7672-433A-8708-BAADA21E9198}"/>
              </a:ext>
            </a:extLst>
          </p:cNvPr>
          <p:cNvSpPr/>
          <p:nvPr/>
        </p:nvSpPr>
        <p:spPr>
          <a:xfrm>
            <a:off x="8534776" y="3300139"/>
            <a:ext cx="808140" cy="808140"/>
          </a:xfrm>
          <a:prstGeom prst="ellipse">
            <a:avLst/>
          </a:prstGeom>
          <a:gradFill>
            <a:gsLst>
              <a:gs pos="0">
                <a:srgbClr val="01DBFD"/>
              </a:gs>
              <a:gs pos="100000">
                <a:srgbClr val="00F1AF"/>
              </a:gs>
            </a:gsLst>
            <a:lin ang="7200000" scaled="0"/>
          </a:gradFill>
          <a:ln>
            <a:noFill/>
          </a:ln>
          <a:effectLst>
            <a:outerShdw blurRad="63500" dist="25400" dir="2700000" algn="tl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4FF50030-3258-42C1-B7A3-FBE15C711AAE}"/>
              </a:ext>
            </a:extLst>
          </p:cNvPr>
          <p:cNvSpPr/>
          <p:nvPr/>
        </p:nvSpPr>
        <p:spPr>
          <a:xfrm>
            <a:off x="3009865" y="3417744"/>
            <a:ext cx="5421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STEP</a:t>
            </a:r>
          </a:p>
          <a:p>
            <a:pPr algn="ctr"/>
            <a:r>
              <a:rPr lang="en-US" sz="24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01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8E7C3526-C873-4251-B5D9-EE608EE5E0BA}"/>
              </a:ext>
            </a:extLst>
          </p:cNvPr>
          <p:cNvSpPr/>
          <p:nvPr/>
        </p:nvSpPr>
        <p:spPr>
          <a:xfrm>
            <a:off x="4430817" y="3417744"/>
            <a:ext cx="5421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STEP</a:t>
            </a:r>
          </a:p>
          <a:p>
            <a:pPr algn="ctr"/>
            <a:r>
              <a:rPr lang="en-US" sz="24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r>
              <a:rPr lang="en-US" sz="24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  <a:endParaRPr lang="en-US" sz="2400" b="1" i="0" dirty="0">
              <a:solidFill>
                <a:schemeClr val="bg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29FA9776-B232-4BB2-96C6-56CBB0AB12A6}"/>
              </a:ext>
            </a:extLst>
          </p:cNvPr>
          <p:cNvSpPr/>
          <p:nvPr/>
        </p:nvSpPr>
        <p:spPr>
          <a:xfrm>
            <a:off x="5843408" y="3417744"/>
            <a:ext cx="5421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STEP</a:t>
            </a:r>
          </a:p>
          <a:p>
            <a:pPr algn="ctr"/>
            <a:r>
              <a:rPr lang="en-US" sz="24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03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971EA3C6-D7F3-4A18-9190-10DF7695A3D2}"/>
              </a:ext>
            </a:extLst>
          </p:cNvPr>
          <p:cNvSpPr/>
          <p:nvPr/>
        </p:nvSpPr>
        <p:spPr>
          <a:xfrm>
            <a:off x="7253197" y="3417744"/>
            <a:ext cx="5421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STEP</a:t>
            </a:r>
          </a:p>
          <a:p>
            <a:pPr algn="ctr"/>
            <a:r>
              <a:rPr lang="en-US" sz="24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04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7FDB54AE-0998-43DF-8AB2-84BC63574F3C}"/>
              </a:ext>
            </a:extLst>
          </p:cNvPr>
          <p:cNvSpPr/>
          <p:nvPr/>
        </p:nvSpPr>
        <p:spPr>
          <a:xfrm>
            <a:off x="8667778" y="3417744"/>
            <a:ext cx="5421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STEP</a:t>
            </a:r>
          </a:p>
          <a:p>
            <a:pPr algn="ctr"/>
            <a:r>
              <a:rPr lang="en-US" sz="24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r>
              <a:rPr lang="en-US" sz="24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</a:t>
            </a:r>
            <a:endParaRPr lang="en-US" sz="2400" b="1" i="0" dirty="0">
              <a:solidFill>
                <a:schemeClr val="bg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7AFAFEE4-C5DF-4628-AAC8-5D2E29B6DC99}"/>
              </a:ext>
            </a:extLst>
          </p:cNvPr>
          <p:cNvSpPr/>
          <p:nvPr/>
        </p:nvSpPr>
        <p:spPr>
          <a:xfrm>
            <a:off x="2699755" y="4701230"/>
            <a:ext cx="11112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</a:t>
            </a:r>
            <a:endParaRPr lang="en-US" sz="1100" b="1" i="0" dirty="0"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C96E8F94-B00B-4E37-A687-CF5A433469C7}"/>
              </a:ext>
            </a:extLst>
          </p:cNvPr>
          <p:cNvSpPr/>
          <p:nvPr/>
        </p:nvSpPr>
        <p:spPr>
          <a:xfrm>
            <a:off x="5558754" y="4701230"/>
            <a:ext cx="11112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</a:t>
            </a:r>
            <a:endParaRPr lang="en-US" sz="1100" b="1" i="0" dirty="0"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AC126BAE-CE89-4F27-801E-E6596AA5FDDD}"/>
              </a:ext>
            </a:extLst>
          </p:cNvPr>
          <p:cNvSpPr/>
          <p:nvPr/>
        </p:nvSpPr>
        <p:spPr>
          <a:xfrm>
            <a:off x="8429068" y="4701230"/>
            <a:ext cx="11112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</a:t>
            </a:r>
            <a:endParaRPr lang="en-US" sz="1100" b="1" i="0" dirty="0"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3F318E7E-1372-4E28-A27A-E833AB77156D}"/>
              </a:ext>
            </a:extLst>
          </p:cNvPr>
          <p:cNvSpPr/>
          <p:nvPr/>
        </p:nvSpPr>
        <p:spPr>
          <a:xfrm>
            <a:off x="7015607" y="2024575"/>
            <a:ext cx="11112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</a:t>
            </a:r>
            <a:endParaRPr lang="en-US" sz="1100" b="1" i="0" dirty="0"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D3375003-B8C6-4A2F-A69E-B8D11879ABF9}"/>
              </a:ext>
            </a:extLst>
          </p:cNvPr>
          <p:cNvSpPr/>
          <p:nvPr/>
        </p:nvSpPr>
        <p:spPr>
          <a:xfrm>
            <a:off x="4131326" y="2024575"/>
            <a:ext cx="11112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</a:t>
            </a:r>
            <a:endParaRPr lang="en-US" sz="1100" b="1" i="0" dirty="0"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2DDBD455-30B1-45CF-A0B3-D8CC5A7456D1}"/>
              </a:ext>
            </a:extLst>
          </p:cNvPr>
          <p:cNvSpPr/>
          <p:nvPr/>
        </p:nvSpPr>
        <p:spPr>
          <a:xfrm>
            <a:off x="2651730" y="4932442"/>
            <a:ext cx="11932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000000"/>
                </a:solidFill>
                <a:latin typeface="Open Sans" panose="020B0606030504020204" pitchFamily="34" charset="0"/>
              </a:rPr>
              <a:t>Lorem Ipsum is simply dummy text of the printing</a:t>
            </a:r>
            <a:endParaRPr lang="en-US" sz="800" dirty="0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93178E52-48D1-443D-998C-7D811A5B0285}"/>
              </a:ext>
            </a:extLst>
          </p:cNvPr>
          <p:cNvSpPr/>
          <p:nvPr/>
        </p:nvSpPr>
        <p:spPr>
          <a:xfrm>
            <a:off x="5485982" y="4932442"/>
            <a:ext cx="11932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000000"/>
                </a:solidFill>
                <a:latin typeface="Open Sans" panose="020B0606030504020204" pitchFamily="34" charset="0"/>
              </a:rPr>
              <a:t>Lorem Ipsum is simply dummy text of the printing</a:t>
            </a:r>
            <a:endParaRPr lang="en-US" sz="800" dirty="0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BA78571C-9658-456E-9026-5AEC49176314}"/>
              </a:ext>
            </a:extLst>
          </p:cNvPr>
          <p:cNvSpPr/>
          <p:nvPr/>
        </p:nvSpPr>
        <p:spPr>
          <a:xfrm>
            <a:off x="8347007" y="4932442"/>
            <a:ext cx="11932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000000"/>
                </a:solidFill>
                <a:latin typeface="Open Sans" panose="020B0606030504020204" pitchFamily="34" charset="0"/>
              </a:rPr>
              <a:t>Lorem Ipsum is simply dummy text of the printing</a:t>
            </a:r>
            <a:endParaRPr lang="en-US" sz="800" dirty="0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717724EE-20BE-44A7-BA88-02EA4DD516B7}"/>
              </a:ext>
            </a:extLst>
          </p:cNvPr>
          <p:cNvSpPr/>
          <p:nvPr/>
        </p:nvSpPr>
        <p:spPr>
          <a:xfrm>
            <a:off x="6954801" y="2246102"/>
            <a:ext cx="11932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000000"/>
                </a:solidFill>
                <a:latin typeface="Open Sans" panose="020B0606030504020204" pitchFamily="34" charset="0"/>
              </a:rPr>
              <a:t>Lorem Ipsum is simply dummy text of the printing</a:t>
            </a:r>
            <a:endParaRPr lang="en-US" sz="800" dirty="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A4838F7A-BCCB-4441-BCD8-21B61E861D2F}"/>
              </a:ext>
            </a:extLst>
          </p:cNvPr>
          <p:cNvSpPr/>
          <p:nvPr/>
        </p:nvSpPr>
        <p:spPr>
          <a:xfrm>
            <a:off x="4094798" y="2246102"/>
            <a:ext cx="11932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000000"/>
                </a:solidFill>
                <a:latin typeface="Open Sans" panose="020B0606030504020204" pitchFamily="34" charset="0"/>
              </a:rPr>
              <a:t>Lorem Ipsum is simply dummy text of the printing</a:t>
            </a:r>
            <a:endParaRPr lang="en-US" sz="800" dirty="0"/>
          </a:p>
        </p:txBody>
      </p:sp>
      <p:pic>
        <p:nvPicPr>
          <p:cNvPr id="172" name="Graphic 171" descr="Lightbulb">
            <a:extLst>
              <a:ext uri="{FF2B5EF4-FFF2-40B4-BE49-F238E27FC236}">
                <a16:creationId xmlns:a16="http://schemas.microsoft.com/office/drawing/2014/main" id="{8FA0C03F-9B44-416C-923F-B1AD14A76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74248" y="2184952"/>
            <a:ext cx="516156" cy="516156"/>
          </a:xfrm>
          <a:prstGeom prst="rect">
            <a:avLst/>
          </a:prstGeom>
        </p:spPr>
      </p:pic>
      <p:pic>
        <p:nvPicPr>
          <p:cNvPr id="174" name="Graphic 173" descr="Bullseye">
            <a:extLst>
              <a:ext uri="{FF2B5EF4-FFF2-40B4-BE49-F238E27FC236}">
                <a16:creationId xmlns:a16="http://schemas.microsoft.com/office/drawing/2014/main" id="{B32B8635-B6F6-4D7F-BC4C-44A3A019CB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87321" y="4666100"/>
            <a:ext cx="567772" cy="567772"/>
          </a:xfrm>
          <a:prstGeom prst="rect">
            <a:avLst/>
          </a:prstGeom>
        </p:spPr>
      </p:pic>
      <p:pic>
        <p:nvPicPr>
          <p:cNvPr id="176" name="Graphic 175" descr="Gears">
            <a:extLst>
              <a:ext uri="{FF2B5EF4-FFF2-40B4-BE49-F238E27FC236}">
                <a16:creationId xmlns:a16="http://schemas.microsoft.com/office/drawing/2014/main" id="{C472BD13-08C4-46AB-82A1-82A973F9B1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74652" y="4669813"/>
            <a:ext cx="624549" cy="624549"/>
          </a:xfrm>
          <a:prstGeom prst="rect">
            <a:avLst/>
          </a:prstGeom>
        </p:spPr>
      </p:pic>
      <p:pic>
        <p:nvPicPr>
          <p:cNvPr id="178" name="Graphic 177" descr="Bar chart">
            <a:extLst>
              <a:ext uri="{FF2B5EF4-FFF2-40B4-BE49-F238E27FC236}">
                <a16:creationId xmlns:a16="http://schemas.microsoft.com/office/drawing/2014/main" id="{FFE02165-1EB6-48AB-B009-EFF0C12681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54477" y="2132220"/>
            <a:ext cx="516156" cy="516156"/>
          </a:xfrm>
          <a:prstGeom prst="rect">
            <a:avLst/>
          </a:prstGeom>
        </p:spPr>
      </p:pic>
      <p:pic>
        <p:nvPicPr>
          <p:cNvPr id="180" name="Graphic 179" descr="Gauge">
            <a:extLst>
              <a:ext uri="{FF2B5EF4-FFF2-40B4-BE49-F238E27FC236}">
                <a16:creationId xmlns:a16="http://schemas.microsoft.com/office/drawing/2014/main" id="{8D60EE6A-10D4-4907-A6E6-9CD1C2E1ABF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12113" y="2102479"/>
            <a:ext cx="567772" cy="567772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1CCD9327-43BE-490F-953D-A0029E2F4B2E}"/>
              </a:ext>
            </a:extLst>
          </p:cNvPr>
          <p:cNvSpPr txBox="1"/>
          <p:nvPr/>
        </p:nvSpPr>
        <p:spPr>
          <a:xfrm>
            <a:off x="3700783" y="6215459"/>
            <a:ext cx="71048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spc="300" dirty="0">
                <a:solidFill>
                  <a:srgbClr val="F4C13D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Subscribe for more Templates: https://bit.ly/2Wcw6KC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7BDBA94-EE17-485B-A609-FD6424681414}"/>
              </a:ext>
            </a:extLst>
          </p:cNvPr>
          <p:cNvSpPr txBox="1"/>
          <p:nvPr/>
        </p:nvSpPr>
        <p:spPr>
          <a:xfrm>
            <a:off x="1481377" y="6215459"/>
            <a:ext cx="23407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spc="300" dirty="0">
                <a:solidFill>
                  <a:srgbClr val="FFFF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Powerpoint Show</a:t>
            </a:r>
          </a:p>
        </p:txBody>
      </p:sp>
    </p:spTree>
    <p:extLst>
      <p:ext uri="{BB962C8B-B14F-4D97-AF65-F5344CB8AC3E}">
        <p14:creationId xmlns:p14="http://schemas.microsoft.com/office/powerpoint/2010/main" val="1480584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3530</TotalTime>
  <Words>48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Open Sans</vt:lpstr>
      <vt:lpstr>Roboto Light</vt:lpstr>
      <vt:lpstr>Roboto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Ganesh  Musuku</dc:creator>
  <cp:lastModifiedBy>Ganesh  Musuku</cp:lastModifiedBy>
  <cp:revision>367</cp:revision>
  <dcterms:created xsi:type="dcterms:W3CDTF">2019-10-17T10:39:01Z</dcterms:created>
  <dcterms:modified xsi:type="dcterms:W3CDTF">2019-10-29T09:35:52Z</dcterms:modified>
</cp:coreProperties>
</file>