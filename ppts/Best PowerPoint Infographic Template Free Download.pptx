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2"/>
  </p:notesMasterIdLst>
  <p:sldIdLst>
    <p:sldId id="2685" r:id="rId2"/>
    <p:sldId id="2686" r:id="rId3"/>
    <p:sldId id="2687" r:id="rId4"/>
    <p:sldId id="2688" r:id="rId5"/>
    <p:sldId id="2689" r:id="rId6"/>
    <p:sldId id="2690" r:id="rId7"/>
    <p:sldId id="2691" r:id="rId8"/>
    <p:sldId id="2692" r:id="rId9"/>
    <p:sldId id="2693" r:id="rId10"/>
    <p:sldId id="2694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ED7D31"/>
    <a:srgbClr val="BCBCBC"/>
    <a:srgbClr val="FFC000"/>
    <a:srgbClr val="C9C9C9"/>
    <a:srgbClr val="8497B0"/>
    <a:srgbClr val="A5A5A5"/>
    <a:srgbClr val="FBBD00"/>
    <a:srgbClr val="A2A2A2"/>
    <a:srgbClr val="E77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17" autoAdjust="0"/>
  </p:normalViewPr>
  <p:slideViewPr>
    <p:cSldViewPr snapToGrid="0">
      <p:cViewPr varScale="1">
        <p:scale>
          <a:sx n="120" d="100"/>
          <a:sy n="120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BEC05AD-854B-4652-977D-263B103BEC79}" type="datetimeFigureOut">
              <a:rPr lang="en-IN" smtClean="0"/>
              <a:t>28-07-2020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9943F43-9C8C-401E-937D-E93A1A7E2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2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216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D9585E-0BCB-4A95-AAB0-9396B6485F3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7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">
            <a:extLst>
              <a:ext uri="{FF2B5EF4-FFF2-40B4-BE49-F238E27FC236}">
                <a16:creationId xmlns:a16="http://schemas.microsoft.com/office/drawing/2014/main" id="{3F52F2F5-6C79-4522-9B5A-32D1230BA0D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4918939"/>
            <a:ext cx="12191287" cy="19390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804BF99-7215-4572-8FEC-6DFBA5AF60A3}"/>
              </a:ext>
            </a:extLst>
          </p:cNvPr>
          <p:cNvGrpSpPr/>
          <p:nvPr/>
        </p:nvGrpSpPr>
        <p:grpSpPr>
          <a:xfrm>
            <a:off x="1916086" y="4052960"/>
            <a:ext cx="1896741" cy="865981"/>
            <a:chOff x="1555750" y="2401559"/>
            <a:chExt cx="1425575" cy="1190625"/>
          </a:xfrm>
        </p:grpSpPr>
        <p:sp>
          <p:nvSpPr>
            <p:cNvPr id="86" name="Freeform 19">
              <a:extLst>
                <a:ext uri="{FF2B5EF4-FFF2-40B4-BE49-F238E27FC236}">
                  <a16:creationId xmlns:a16="http://schemas.microsoft.com/office/drawing/2014/main" id="{6A16D64F-8EDE-4990-9E7B-12F15260C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5750" y="2401559"/>
              <a:ext cx="1425575" cy="1190625"/>
            </a:xfrm>
            <a:custGeom>
              <a:avLst/>
              <a:gdLst>
                <a:gd name="T0" fmla="*/ 449 w 898"/>
                <a:gd name="T1" fmla="*/ 0 h 750"/>
                <a:gd name="T2" fmla="*/ 0 w 898"/>
                <a:gd name="T3" fmla="*/ 750 h 750"/>
                <a:gd name="T4" fmla="*/ 449 w 898"/>
                <a:gd name="T5" fmla="*/ 750 h 750"/>
                <a:gd name="T6" fmla="*/ 898 w 898"/>
                <a:gd name="T7" fmla="*/ 750 h 750"/>
                <a:gd name="T8" fmla="*/ 449 w 898"/>
                <a:gd name="T9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8" h="750">
                  <a:moveTo>
                    <a:pt x="449" y="0"/>
                  </a:moveTo>
                  <a:lnTo>
                    <a:pt x="0" y="750"/>
                  </a:lnTo>
                  <a:lnTo>
                    <a:pt x="449" y="750"/>
                  </a:lnTo>
                  <a:lnTo>
                    <a:pt x="898" y="7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  <a:extLst/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04697AA0-1D61-4209-BCE8-6DF2A5824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088" y="2401559"/>
              <a:ext cx="295275" cy="347663"/>
            </a:xfrm>
            <a:custGeom>
              <a:avLst/>
              <a:gdLst>
                <a:gd name="T0" fmla="*/ 108 w 186"/>
                <a:gd name="T1" fmla="*/ 0 h 219"/>
                <a:gd name="T2" fmla="*/ 0 w 186"/>
                <a:gd name="T3" fmla="*/ 180 h 219"/>
                <a:gd name="T4" fmla="*/ 44 w 186"/>
                <a:gd name="T5" fmla="*/ 151 h 219"/>
                <a:gd name="T6" fmla="*/ 62 w 186"/>
                <a:gd name="T7" fmla="*/ 219 h 219"/>
                <a:gd name="T8" fmla="*/ 97 w 186"/>
                <a:gd name="T9" fmla="*/ 171 h 219"/>
                <a:gd name="T10" fmla="*/ 119 w 186"/>
                <a:gd name="T11" fmla="*/ 219 h 219"/>
                <a:gd name="T12" fmla="*/ 133 w 186"/>
                <a:gd name="T13" fmla="*/ 157 h 219"/>
                <a:gd name="T14" fmla="*/ 174 w 186"/>
                <a:gd name="T15" fmla="*/ 208 h 219"/>
                <a:gd name="T16" fmla="*/ 186 w 186"/>
                <a:gd name="T17" fmla="*/ 129 h 219"/>
                <a:gd name="T18" fmla="*/ 108 w 186"/>
                <a:gd name="T19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6" h="219">
                  <a:moveTo>
                    <a:pt x="108" y="0"/>
                  </a:moveTo>
                  <a:lnTo>
                    <a:pt x="0" y="180"/>
                  </a:lnTo>
                  <a:lnTo>
                    <a:pt x="44" y="151"/>
                  </a:lnTo>
                  <a:lnTo>
                    <a:pt x="62" y="219"/>
                  </a:lnTo>
                  <a:lnTo>
                    <a:pt x="97" y="171"/>
                  </a:lnTo>
                  <a:lnTo>
                    <a:pt x="119" y="219"/>
                  </a:lnTo>
                  <a:lnTo>
                    <a:pt x="133" y="157"/>
                  </a:lnTo>
                  <a:lnTo>
                    <a:pt x="174" y="208"/>
                  </a:lnTo>
                  <a:lnTo>
                    <a:pt x="186" y="129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F4EB374-AF00-4B23-8B46-F11512CF6590}"/>
              </a:ext>
            </a:extLst>
          </p:cNvPr>
          <p:cNvGrpSpPr/>
          <p:nvPr/>
        </p:nvGrpSpPr>
        <p:grpSpPr>
          <a:xfrm>
            <a:off x="3251514" y="3586590"/>
            <a:ext cx="1896741" cy="1332351"/>
            <a:chOff x="2559447" y="2401559"/>
            <a:chExt cx="1425575" cy="1190625"/>
          </a:xfrm>
        </p:grpSpPr>
        <p:sp>
          <p:nvSpPr>
            <p:cNvPr id="84" name="Freeform 19">
              <a:extLst>
                <a:ext uri="{FF2B5EF4-FFF2-40B4-BE49-F238E27FC236}">
                  <a16:creationId xmlns:a16="http://schemas.microsoft.com/office/drawing/2014/main" id="{3CD0FA73-3629-45C4-B39A-ED1E6EADF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9447" y="2401559"/>
              <a:ext cx="1425575" cy="1190625"/>
            </a:xfrm>
            <a:custGeom>
              <a:avLst/>
              <a:gdLst>
                <a:gd name="T0" fmla="*/ 449 w 898"/>
                <a:gd name="T1" fmla="*/ 0 h 750"/>
                <a:gd name="T2" fmla="*/ 0 w 898"/>
                <a:gd name="T3" fmla="*/ 750 h 750"/>
                <a:gd name="T4" fmla="*/ 449 w 898"/>
                <a:gd name="T5" fmla="*/ 750 h 750"/>
                <a:gd name="T6" fmla="*/ 898 w 898"/>
                <a:gd name="T7" fmla="*/ 750 h 750"/>
                <a:gd name="T8" fmla="*/ 449 w 898"/>
                <a:gd name="T9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8" h="750">
                  <a:moveTo>
                    <a:pt x="449" y="0"/>
                  </a:moveTo>
                  <a:lnTo>
                    <a:pt x="0" y="750"/>
                  </a:lnTo>
                  <a:lnTo>
                    <a:pt x="449" y="750"/>
                  </a:lnTo>
                  <a:lnTo>
                    <a:pt x="898" y="7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accent2">
                <a:alpha val="90000"/>
              </a:schemeClr>
            </a:solidFill>
            <a:ln>
              <a:noFill/>
            </a:ln>
            <a:extLst/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85" name="Freeform 21">
              <a:extLst>
                <a:ext uri="{FF2B5EF4-FFF2-40B4-BE49-F238E27FC236}">
                  <a16:creationId xmlns:a16="http://schemas.microsoft.com/office/drawing/2014/main" id="{E809CF8C-8F00-4D00-AD8E-C91185907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785" y="2401559"/>
              <a:ext cx="295275" cy="347663"/>
            </a:xfrm>
            <a:custGeom>
              <a:avLst/>
              <a:gdLst>
                <a:gd name="T0" fmla="*/ 108 w 186"/>
                <a:gd name="T1" fmla="*/ 0 h 219"/>
                <a:gd name="T2" fmla="*/ 0 w 186"/>
                <a:gd name="T3" fmla="*/ 180 h 219"/>
                <a:gd name="T4" fmla="*/ 44 w 186"/>
                <a:gd name="T5" fmla="*/ 151 h 219"/>
                <a:gd name="T6" fmla="*/ 62 w 186"/>
                <a:gd name="T7" fmla="*/ 219 h 219"/>
                <a:gd name="T8" fmla="*/ 97 w 186"/>
                <a:gd name="T9" fmla="*/ 171 h 219"/>
                <a:gd name="T10" fmla="*/ 119 w 186"/>
                <a:gd name="T11" fmla="*/ 219 h 219"/>
                <a:gd name="T12" fmla="*/ 133 w 186"/>
                <a:gd name="T13" fmla="*/ 157 h 219"/>
                <a:gd name="T14" fmla="*/ 174 w 186"/>
                <a:gd name="T15" fmla="*/ 208 h 219"/>
                <a:gd name="T16" fmla="*/ 186 w 186"/>
                <a:gd name="T17" fmla="*/ 129 h 219"/>
                <a:gd name="T18" fmla="*/ 108 w 186"/>
                <a:gd name="T19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6" h="219">
                  <a:moveTo>
                    <a:pt x="108" y="0"/>
                  </a:moveTo>
                  <a:lnTo>
                    <a:pt x="0" y="180"/>
                  </a:lnTo>
                  <a:lnTo>
                    <a:pt x="44" y="151"/>
                  </a:lnTo>
                  <a:lnTo>
                    <a:pt x="62" y="219"/>
                  </a:lnTo>
                  <a:lnTo>
                    <a:pt x="97" y="171"/>
                  </a:lnTo>
                  <a:lnTo>
                    <a:pt x="119" y="219"/>
                  </a:lnTo>
                  <a:lnTo>
                    <a:pt x="133" y="157"/>
                  </a:lnTo>
                  <a:lnTo>
                    <a:pt x="174" y="208"/>
                  </a:lnTo>
                  <a:lnTo>
                    <a:pt x="186" y="129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9A280F4-3B3A-4C86-96B9-EC7FD3520C2B}"/>
              </a:ext>
            </a:extLst>
          </p:cNvPr>
          <p:cNvGrpSpPr/>
          <p:nvPr/>
        </p:nvGrpSpPr>
        <p:grpSpPr>
          <a:xfrm>
            <a:off x="4586943" y="3351147"/>
            <a:ext cx="1896741" cy="1567794"/>
            <a:chOff x="3563144" y="2401559"/>
            <a:chExt cx="1425575" cy="1190625"/>
          </a:xfrm>
        </p:grpSpPr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5D07A9AD-08E4-4C7A-AF51-822800D80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144" y="2401559"/>
              <a:ext cx="1425575" cy="1190625"/>
            </a:xfrm>
            <a:custGeom>
              <a:avLst/>
              <a:gdLst>
                <a:gd name="T0" fmla="*/ 449 w 898"/>
                <a:gd name="T1" fmla="*/ 0 h 750"/>
                <a:gd name="T2" fmla="*/ 0 w 898"/>
                <a:gd name="T3" fmla="*/ 750 h 750"/>
                <a:gd name="T4" fmla="*/ 449 w 898"/>
                <a:gd name="T5" fmla="*/ 750 h 750"/>
                <a:gd name="T6" fmla="*/ 898 w 898"/>
                <a:gd name="T7" fmla="*/ 750 h 750"/>
                <a:gd name="T8" fmla="*/ 449 w 898"/>
                <a:gd name="T9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8" h="750">
                  <a:moveTo>
                    <a:pt x="449" y="0"/>
                  </a:moveTo>
                  <a:lnTo>
                    <a:pt x="0" y="750"/>
                  </a:lnTo>
                  <a:lnTo>
                    <a:pt x="449" y="750"/>
                  </a:lnTo>
                  <a:lnTo>
                    <a:pt x="898" y="7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accent3">
                <a:alpha val="90000"/>
              </a:schemeClr>
            </a:solidFill>
            <a:ln>
              <a:noFill/>
            </a:ln>
            <a:extLst/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83" name="Freeform 21">
              <a:extLst>
                <a:ext uri="{FF2B5EF4-FFF2-40B4-BE49-F238E27FC236}">
                  <a16:creationId xmlns:a16="http://schemas.microsoft.com/office/drawing/2014/main" id="{C321ED7E-3441-424C-97D5-4011BC4A1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482" y="2401559"/>
              <a:ext cx="295275" cy="347663"/>
            </a:xfrm>
            <a:custGeom>
              <a:avLst/>
              <a:gdLst>
                <a:gd name="T0" fmla="*/ 108 w 186"/>
                <a:gd name="T1" fmla="*/ 0 h 219"/>
                <a:gd name="T2" fmla="*/ 0 w 186"/>
                <a:gd name="T3" fmla="*/ 180 h 219"/>
                <a:gd name="T4" fmla="*/ 44 w 186"/>
                <a:gd name="T5" fmla="*/ 151 h 219"/>
                <a:gd name="T6" fmla="*/ 62 w 186"/>
                <a:gd name="T7" fmla="*/ 219 h 219"/>
                <a:gd name="T8" fmla="*/ 97 w 186"/>
                <a:gd name="T9" fmla="*/ 171 h 219"/>
                <a:gd name="T10" fmla="*/ 119 w 186"/>
                <a:gd name="T11" fmla="*/ 219 h 219"/>
                <a:gd name="T12" fmla="*/ 133 w 186"/>
                <a:gd name="T13" fmla="*/ 157 h 219"/>
                <a:gd name="T14" fmla="*/ 174 w 186"/>
                <a:gd name="T15" fmla="*/ 208 h 219"/>
                <a:gd name="T16" fmla="*/ 186 w 186"/>
                <a:gd name="T17" fmla="*/ 129 h 219"/>
                <a:gd name="T18" fmla="*/ 108 w 186"/>
                <a:gd name="T19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6" h="219">
                  <a:moveTo>
                    <a:pt x="108" y="0"/>
                  </a:moveTo>
                  <a:lnTo>
                    <a:pt x="0" y="180"/>
                  </a:lnTo>
                  <a:lnTo>
                    <a:pt x="44" y="151"/>
                  </a:lnTo>
                  <a:lnTo>
                    <a:pt x="62" y="219"/>
                  </a:lnTo>
                  <a:lnTo>
                    <a:pt x="97" y="171"/>
                  </a:lnTo>
                  <a:lnTo>
                    <a:pt x="119" y="219"/>
                  </a:lnTo>
                  <a:lnTo>
                    <a:pt x="133" y="157"/>
                  </a:lnTo>
                  <a:lnTo>
                    <a:pt x="174" y="208"/>
                  </a:lnTo>
                  <a:lnTo>
                    <a:pt x="186" y="129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291DC56-AEAA-4E04-946A-7E958EC482C3}"/>
              </a:ext>
            </a:extLst>
          </p:cNvPr>
          <p:cNvGrpSpPr/>
          <p:nvPr/>
        </p:nvGrpSpPr>
        <p:grpSpPr>
          <a:xfrm>
            <a:off x="5922372" y="3133942"/>
            <a:ext cx="1896741" cy="1784997"/>
            <a:chOff x="4566841" y="2401559"/>
            <a:chExt cx="1425575" cy="1190625"/>
          </a:xfrm>
        </p:grpSpPr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3ACC56DD-8020-4094-AC8E-4DED3EB65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841" y="2401559"/>
              <a:ext cx="1425575" cy="1190625"/>
            </a:xfrm>
            <a:custGeom>
              <a:avLst/>
              <a:gdLst>
                <a:gd name="T0" fmla="*/ 449 w 898"/>
                <a:gd name="T1" fmla="*/ 0 h 750"/>
                <a:gd name="T2" fmla="*/ 0 w 898"/>
                <a:gd name="T3" fmla="*/ 750 h 750"/>
                <a:gd name="T4" fmla="*/ 449 w 898"/>
                <a:gd name="T5" fmla="*/ 750 h 750"/>
                <a:gd name="T6" fmla="*/ 898 w 898"/>
                <a:gd name="T7" fmla="*/ 750 h 750"/>
                <a:gd name="T8" fmla="*/ 449 w 898"/>
                <a:gd name="T9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8" h="750">
                  <a:moveTo>
                    <a:pt x="449" y="0"/>
                  </a:moveTo>
                  <a:lnTo>
                    <a:pt x="0" y="750"/>
                  </a:lnTo>
                  <a:lnTo>
                    <a:pt x="449" y="750"/>
                  </a:lnTo>
                  <a:lnTo>
                    <a:pt x="898" y="7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accent4">
                <a:alpha val="90000"/>
              </a:schemeClr>
            </a:solidFill>
            <a:ln>
              <a:noFill/>
            </a:ln>
            <a:extLst/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81" name="Freeform 21">
              <a:extLst>
                <a:ext uri="{FF2B5EF4-FFF2-40B4-BE49-F238E27FC236}">
                  <a16:creationId xmlns:a16="http://schemas.microsoft.com/office/drawing/2014/main" id="{56BD3924-07E7-49AB-AFAD-545B4EE81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179" y="2401559"/>
              <a:ext cx="295275" cy="347663"/>
            </a:xfrm>
            <a:custGeom>
              <a:avLst/>
              <a:gdLst>
                <a:gd name="T0" fmla="*/ 108 w 186"/>
                <a:gd name="T1" fmla="*/ 0 h 219"/>
                <a:gd name="T2" fmla="*/ 0 w 186"/>
                <a:gd name="T3" fmla="*/ 180 h 219"/>
                <a:gd name="T4" fmla="*/ 44 w 186"/>
                <a:gd name="T5" fmla="*/ 151 h 219"/>
                <a:gd name="T6" fmla="*/ 62 w 186"/>
                <a:gd name="T7" fmla="*/ 219 h 219"/>
                <a:gd name="T8" fmla="*/ 97 w 186"/>
                <a:gd name="T9" fmla="*/ 171 h 219"/>
                <a:gd name="T10" fmla="*/ 119 w 186"/>
                <a:gd name="T11" fmla="*/ 219 h 219"/>
                <a:gd name="T12" fmla="*/ 133 w 186"/>
                <a:gd name="T13" fmla="*/ 157 h 219"/>
                <a:gd name="T14" fmla="*/ 174 w 186"/>
                <a:gd name="T15" fmla="*/ 208 h 219"/>
                <a:gd name="T16" fmla="*/ 186 w 186"/>
                <a:gd name="T17" fmla="*/ 129 h 219"/>
                <a:gd name="T18" fmla="*/ 108 w 186"/>
                <a:gd name="T19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6" h="219">
                  <a:moveTo>
                    <a:pt x="108" y="0"/>
                  </a:moveTo>
                  <a:lnTo>
                    <a:pt x="0" y="180"/>
                  </a:lnTo>
                  <a:lnTo>
                    <a:pt x="44" y="151"/>
                  </a:lnTo>
                  <a:lnTo>
                    <a:pt x="62" y="219"/>
                  </a:lnTo>
                  <a:lnTo>
                    <a:pt x="97" y="171"/>
                  </a:lnTo>
                  <a:lnTo>
                    <a:pt x="119" y="219"/>
                  </a:lnTo>
                  <a:lnTo>
                    <a:pt x="133" y="157"/>
                  </a:lnTo>
                  <a:lnTo>
                    <a:pt x="174" y="208"/>
                  </a:lnTo>
                  <a:lnTo>
                    <a:pt x="186" y="129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E56E696-E3A5-4B92-B712-1C95712ACFC7}"/>
              </a:ext>
            </a:extLst>
          </p:cNvPr>
          <p:cNvGrpSpPr/>
          <p:nvPr/>
        </p:nvGrpSpPr>
        <p:grpSpPr>
          <a:xfrm>
            <a:off x="7257799" y="2885896"/>
            <a:ext cx="1896741" cy="2033044"/>
            <a:chOff x="5570537" y="2401559"/>
            <a:chExt cx="1425575" cy="1190625"/>
          </a:xfrm>
        </p:grpSpPr>
        <p:sp>
          <p:nvSpPr>
            <p:cNvPr id="78" name="Freeform 19">
              <a:extLst>
                <a:ext uri="{FF2B5EF4-FFF2-40B4-BE49-F238E27FC236}">
                  <a16:creationId xmlns:a16="http://schemas.microsoft.com/office/drawing/2014/main" id="{9403C225-B132-4B33-AF53-4BFF4E77E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0537" y="2401559"/>
              <a:ext cx="1425575" cy="1190625"/>
            </a:xfrm>
            <a:custGeom>
              <a:avLst/>
              <a:gdLst>
                <a:gd name="T0" fmla="*/ 449 w 898"/>
                <a:gd name="T1" fmla="*/ 0 h 750"/>
                <a:gd name="T2" fmla="*/ 0 w 898"/>
                <a:gd name="T3" fmla="*/ 750 h 750"/>
                <a:gd name="T4" fmla="*/ 449 w 898"/>
                <a:gd name="T5" fmla="*/ 750 h 750"/>
                <a:gd name="T6" fmla="*/ 898 w 898"/>
                <a:gd name="T7" fmla="*/ 750 h 750"/>
                <a:gd name="T8" fmla="*/ 449 w 898"/>
                <a:gd name="T9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8" h="750">
                  <a:moveTo>
                    <a:pt x="449" y="0"/>
                  </a:moveTo>
                  <a:lnTo>
                    <a:pt x="0" y="750"/>
                  </a:lnTo>
                  <a:lnTo>
                    <a:pt x="449" y="750"/>
                  </a:lnTo>
                  <a:lnTo>
                    <a:pt x="898" y="7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accent5">
                <a:alpha val="90000"/>
              </a:schemeClr>
            </a:solidFill>
            <a:ln>
              <a:noFill/>
            </a:ln>
            <a:extLst/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79" name="Freeform 21">
              <a:extLst>
                <a:ext uri="{FF2B5EF4-FFF2-40B4-BE49-F238E27FC236}">
                  <a16:creationId xmlns:a16="http://schemas.microsoft.com/office/drawing/2014/main" id="{DD9C5700-A55D-41FA-87B2-8F8A839E4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1875" y="2401559"/>
              <a:ext cx="295275" cy="347663"/>
            </a:xfrm>
            <a:custGeom>
              <a:avLst/>
              <a:gdLst>
                <a:gd name="T0" fmla="*/ 108 w 186"/>
                <a:gd name="T1" fmla="*/ 0 h 219"/>
                <a:gd name="T2" fmla="*/ 0 w 186"/>
                <a:gd name="T3" fmla="*/ 180 h 219"/>
                <a:gd name="T4" fmla="*/ 44 w 186"/>
                <a:gd name="T5" fmla="*/ 151 h 219"/>
                <a:gd name="T6" fmla="*/ 62 w 186"/>
                <a:gd name="T7" fmla="*/ 219 h 219"/>
                <a:gd name="T8" fmla="*/ 97 w 186"/>
                <a:gd name="T9" fmla="*/ 171 h 219"/>
                <a:gd name="T10" fmla="*/ 119 w 186"/>
                <a:gd name="T11" fmla="*/ 219 h 219"/>
                <a:gd name="T12" fmla="*/ 133 w 186"/>
                <a:gd name="T13" fmla="*/ 157 h 219"/>
                <a:gd name="T14" fmla="*/ 174 w 186"/>
                <a:gd name="T15" fmla="*/ 208 h 219"/>
                <a:gd name="T16" fmla="*/ 186 w 186"/>
                <a:gd name="T17" fmla="*/ 129 h 219"/>
                <a:gd name="T18" fmla="*/ 108 w 186"/>
                <a:gd name="T19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6" h="219">
                  <a:moveTo>
                    <a:pt x="108" y="0"/>
                  </a:moveTo>
                  <a:lnTo>
                    <a:pt x="0" y="180"/>
                  </a:lnTo>
                  <a:lnTo>
                    <a:pt x="44" y="151"/>
                  </a:lnTo>
                  <a:lnTo>
                    <a:pt x="62" y="219"/>
                  </a:lnTo>
                  <a:lnTo>
                    <a:pt x="97" y="171"/>
                  </a:lnTo>
                  <a:lnTo>
                    <a:pt x="119" y="219"/>
                  </a:lnTo>
                  <a:lnTo>
                    <a:pt x="133" y="157"/>
                  </a:lnTo>
                  <a:lnTo>
                    <a:pt x="174" y="208"/>
                  </a:lnTo>
                  <a:lnTo>
                    <a:pt x="186" y="129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ADB50DF-C0F7-42FE-9F89-023CB18EDD84}"/>
              </a:ext>
            </a:extLst>
          </p:cNvPr>
          <p:cNvSpPr txBox="1"/>
          <p:nvPr/>
        </p:nvSpPr>
        <p:spPr>
          <a:xfrm>
            <a:off x="2496348" y="2014965"/>
            <a:ext cx="7427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Roboto" pitchFamily="2" charset="0"/>
                <a:ea typeface="Roboto" pitchFamily="2" charset="0"/>
              </a:rPr>
              <a:t>10%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858AF7-46C9-447B-9510-7880EBC0A928}"/>
              </a:ext>
            </a:extLst>
          </p:cNvPr>
          <p:cNvSpPr txBox="1"/>
          <p:nvPr/>
        </p:nvSpPr>
        <p:spPr>
          <a:xfrm>
            <a:off x="3831776" y="2014965"/>
            <a:ext cx="7427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  <a:latin typeface="Roboto" pitchFamily="2" charset="0"/>
                <a:ea typeface="Roboto" pitchFamily="2" charset="0"/>
              </a:rPr>
              <a:t>20%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7F3F63-9E7F-411C-B879-25F71A1CB91A}"/>
              </a:ext>
            </a:extLst>
          </p:cNvPr>
          <p:cNvSpPr txBox="1"/>
          <p:nvPr/>
        </p:nvSpPr>
        <p:spPr>
          <a:xfrm>
            <a:off x="5167732" y="2014965"/>
            <a:ext cx="7427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/>
                </a:solidFill>
                <a:latin typeface="Roboto" pitchFamily="2" charset="0"/>
                <a:ea typeface="Roboto" pitchFamily="2" charset="0"/>
              </a:rPr>
              <a:t>30%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F1C55B-A00C-446E-ADDE-A0800285FB45}"/>
              </a:ext>
            </a:extLst>
          </p:cNvPr>
          <p:cNvSpPr txBox="1"/>
          <p:nvPr/>
        </p:nvSpPr>
        <p:spPr>
          <a:xfrm>
            <a:off x="6504323" y="2014965"/>
            <a:ext cx="7427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/>
                </a:solidFill>
                <a:latin typeface="Roboto" pitchFamily="2" charset="0"/>
                <a:ea typeface="Roboto" pitchFamily="2" charset="0"/>
              </a:rPr>
              <a:t>40%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B6787D-7774-4FFA-B261-086106D1D30B}"/>
              </a:ext>
            </a:extLst>
          </p:cNvPr>
          <p:cNvSpPr txBox="1"/>
          <p:nvPr/>
        </p:nvSpPr>
        <p:spPr>
          <a:xfrm>
            <a:off x="7842498" y="2014965"/>
            <a:ext cx="7427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5"/>
                </a:solidFill>
                <a:latin typeface="Roboto" pitchFamily="2" charset="0"/>
                <a:ea typeface="Roboto" pitchFamily="2" charset="0"/>
              </a:rPr>
              <a:t>50%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731B013-6782-4BCB-8B72-920F8917C785}"/>
              </a:ext>
            </a:extLst>
          </p:cNvPr>
          <p:cNvGrpSpPr/>
          <p:nvPr/>
        </p:nvGrpSpPr>
        <p:grpSpPr>
          <a:xfrm>
            <a:off x="8372084" y="2712613"/>
            <a:ext cx="1896741" cy="2206328"/>
            <a:chOff x="5570537" y="2401559"/>
            <a:chExt cx="1425575" cy="1190625"/>
          </a:xfrm>
        </p:grpSpPr>
        <p:sp>
          <p:nvSpPr>
            <p:cNvPr id="76" name="Freeform 19">
              <a:extLst>
                <a:ext uri="{FF2B5EF4-FFF2-40B4-BE49-F238E27FC236}">
                  <a16:creationId xmlns:a16="http://schemas.microsoft.com/office/drawing/2014/main" id="{87551D94-9A9D-4008-A4E6-6394BA4ED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0537" y="2401559"/>
              <a:ext cx="1425575" cy="1190625"/>
            </a:xfrm>
            <a:custGeom>
              <a:avLst/>
              <a:gdLst>
                <a:gd name="T0" fmla="*/ 449 w 898"/>
                <a:gd name="T1" fmla="*/ 0 h 750"/>
                <a:gd name="T2" fmla="*/ 0 w 898"/>
                <a:gd name="T3" fmla="*/ 750 h 750"/>
                <a:gd name="T4" fmla="*/ 449 w 898"/>
                <a:gd name="T5" fmla="*/ 750 h 750"/>
                <a:gd name="T6" fmla="*/ 898 w 898"/>
                <a:gd name="T7" fmla="*/ 750 h 750"/>
                <a:gd name="T8" fmla="*/ 449 w 898"/>
                <a:gd name="T9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8" h="750">
                  <a:moveTo>
                    <a:pt x="449" y="0"/>
                  </a:moveTo>
                  <a:lnTo>
                    <a:pt x="0" y="750"/>
                  </a:lnTo>
                  <a:lnTo>
                    <a:pt x="449" y="750"/>
                  </a:lnTo>
                  <a:lnTo>
                    <a:pt x="898" y="7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accent6">
                <a:alpha val="90000"/>
              </a:schemeClr>
            </a:solidFill>
            <a:ln>
              <a:noFill/>
            </a:ln>
            <a:extLst/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77" name="Freeform 21">
              <a:extLst>
                <a:ext uri="{FF2B5EF4-FFF2-40B4-BE49-F238E27FC236}">
                  <a16:creationId xmlns:a16="http://schemas.microsoft.com/office/drawing/2014/main" id="{779AF386-F9C8-479B-B907-B45B9E30D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1875" y="2401559"/>
              <a:ext cx="295275" cy="347663"/>
            </a:xfrm>
            <a:custGeom>
              <a:avLst/>
              <a:gdLst>
                <a:gd name="T0" fmla="*/ 108 w 186"/>
                <a:gd name="T1" fmla="*/ 0 h 219"/>
                <a:gd name="T2" fmla="*/ 0 w 186"/>
                <a:gd name="T3" fmla="*/ 180 h 219"/>
                <a:gd name="T4" fmla="*/ 44 w 186"/>
                <a:gd name="T5" fmla="*/ 151 h 219"/>
                <a:gd name="T6" fmla="*/ 62 w 186"/>
                <a:gd name="T7" fmla="*/ 219 h 219"/>
                <a:gd name="T8" fmla="*/ 97 w 186"/>
                <a:gd name="T9" fmla="*/ 171 h 219"/>
                <a:gd name="T10" fmla="*/ 119 w 186"/>
                <a:gd name="T11" fmla="*/ 219 h 219"/>
                <a:gd name="T12" fmla="*/ 133 w 186"/>
                <a:gd name="T13" fmla="*/ 157 h 219"/>
                <a:gd name="T14" fmla="*/ 174 w 186"/>
                <a:gd name="T15" fmla="*/ 208 h 219"/>
                <a:gd name="T16" fmla="*/ 186 w 186"/>
                <a:gd name="T17" fmla="*/ 129 h 219"/>
                <a:gd name="T18" fmla="*/ 108 w 186"/>
                <a:gd name="T19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6" h="219">
                  <a:moveTo>
                    <a:pt x="108" y="0"/>
                  </a:moveTo>
                  <a:lnTo>
                    <a:pt x="0" y="180"/>
                  </a:lnTo>
                  <a:lnTo>
                    <a:pt x="44" y="151"/>
                  </a:lnTo>
                  <a:lnTo>
                    <a:pt x="62" y="219"/>
                  </a:lnTo>
                  <a:lnTo>
                    <a:pt x="97" y="171"/>
                  </a:lnTo>
                  <a:lnTo>
                    <a:pt x="119" y="219"/>
                  </a:lnTo>
                  <a:lnTo>
                    <a:pt x="133" y="157"/>
                  </a:lnTo>
                  <a:lnTo>
                    <a:pt x="174" y="208"/>
                  </a:lnTo>
                  <a:lnTo>
                    <a:pt x="186" y="129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E686FD61-6D98-4B8F-A121-1D3E39C78D82}"/>
              </a:ext>
            </a:extLst>
          </p:cNvPr>
          <p:cNvSpPr txBox="1"/>
          <p:nvPr/>
        </p:nvSpPr>
        <p:spPr>
          <a:xfrm>
            <a:off x="8948542" y="2014965"/>
            <a:ext cx="7427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Roboto" pitchFamily="2" charset="0"/>
                <a:ea typeface="Roboto" pitchFamily="2" charset="0"/>
              </a:rPr>
              <a:t>60%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1F667D1-C8E5-4E4C-94F9-58E698257682}"/>
              </a:ext>
            </a:extLst>
          </p:cNvPr>
          <p:cNvCxnSpPr/>
          <p:nvPr/>
        </p:nvCxnSpPr>
        <p:spPr>
          <a:xfrm>
            <a:off x="2863931" y="2485095"/>
            <a:ext cx="0" cy="1490542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1013D84-6015-4EB4-93E8-FB8F92F37C11}"/>
              </a:ext>
            </a:extLst>
          </p:cNvPr>
          <p:cNvCxnSpPr/>
          <p:nvPr/>
        </p:nvCxnSpPr>
        <p:spPr>
          <a:xfrm>
            <a:off x="4199886" y="2485095"/>
            <a:ext cx="0" cy="1029114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1A56867-2F3F-4791-AF47-C3376747E747}"/>
              </a:ext>
            </a:extLst>
          </p:cNvPr>
          <p:cNvCxnSpPr/>
          <p:nvPr/>
        </p:nvCxnSpPr>
        <p:spPr>
          <a:xfrm>
            <a:off x="5540014" y="2485095"/>
            <a:ext cx="0" cy="795717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7F5377E-14CC-4025-AE54-4319F491A609}"/>
              </a:ext>
            </a:extLst>
          </p:cNvPr>
          <p:cNvCxnSpPr/>
          <p:nvPr/>
        </p:nvCxnSpPr>
        <p:spPr>
          <a:xfrm>
            <a:off x="6875441" y="2485095"/>
            <a:ext cx="0" cy="549641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2C38B26-4BF9-4C61-A42B-749524151B12}"/>
              </a:ext>
            </a:extLst>
          </p:cNvPr>
          <p:cNvCxnSpPr/>
          <p:nvPr/>
        </p:nvCxnSpPr>
        <p:spPr>
          <a:xfrm>
            <a:off x="8214508" y="2485095"/>
            <a:ext cx="0" cy="310971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636C04B-FD17-4F67-BA5A-4087D9EA1AFD}"/>
              </a:ext>
            </a:extLst>
          </p:cNvPr>
          <p:cNvCxnSpPr/>
          <p:nvPr/>
        </p:nvCxnSpPr>
        <p:spPr>
          <a:xfrm>
            <a:off x="9325270" y="2485095"/>
            <a:ext cx="0" cy="155485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4952E5C-EE96-4FDD-A51C-C7E25BE73095}"/>
              </a:ext>
            </a:extLst>
          </p:cNvPr>
          <p:cNvCxnSpPr>
            <a:stCxn id="90" idx="6"/>
            <a:endCxn id="100" idx="2"/>
          </p:cNvCxnSpPr>
          <p:nvPr/>
        </p:nvCxnSpPr>
        <p:spPr>
          <a:xfrm>
            <a:off x="2928878" y="5200568"/>
            <a:ext cx="6323350" cy="0"/>
          </a:xfrm>
          <a:prstGeom prst="line">
            <a:avLst/>
          </a:prstGeom>
          <a:ln w="952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6B83E1AE-0C52-4E57-A124-0916323856C3}"/>
              </a:ext>
            </a:extLst>
          </p:cNvPr>
          <p:cNvSpPr/>
          <p:nvPr/>
        </p:nvSpPr>
        <p:spPr>
          <a:xfrm>
            <a:off x="2800034" y="5136146"/>
            <a:ext cx="128844" cy="128844"/>
          </a:xfrm>
          <a:prstGeom prst="ellipse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34">
              <a:latin typeface="Roboto" pitchFamily="2" charset="0"/>
              <a:ea typeface="Roboto" pitchFamily="2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8F7D787-3102-4332-B989-5E37B9DD7E4E}"/>
              </a:ext>
            </a:extLst>
          </p:cNvPr>
          <p:cNvSpPr/>
          <p:nvPr/>
        </p:nvSpPr>
        <p:spPr>
          <a:xfrm>
            <a:off x="8110066" y="5136146"/>
            <a:ext cx="128844" cy="128844"/>
          </a:xfrm>
          <a:prstGeom prst="ellipse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34">
              <a:latin typeface="Roboto" pitchFamily="2" charset="0"/>
              <a:ea typeface="Roboto" pitchFamily="2" charset="0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413D657-5C9E-4FDB-852D-30B7C5E9A976}"/>
              </a:ext>
            </a:extLst>
          </p:cNvPr>
          <p:cNvSpPr/>
          <p:nvPr/>
        </p:nvSpPr>
        <p:spPr>
          <a:xfrm>
            <a:off x="6806321" y="5136146"/>
            <a:ext cx="128844" cy="128844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34">
              <a:latin typeface="Roboto" pitchFamily="2" charset="0"/>
              <a:ea typeface="Roboto" pitchFamily="2" charset="0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D5BCC56-DAF5-4F8B-B789-173787FD4345}"/>
              </a:ext>
            </a:extLst>
          </p:cNvPr>
          <p:cNvSpPr/>
          <p:nvPr/>
        </p:nvSpPr>
        <p:spPr>
          <a:xfrm>
            <a:off x="5470892" y="5136146"/>
            <a:ext cx="128844" cy="128844"/>
          </a:xfrm>
          <a:prstGeom prst="ellipse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34">
              <a:latin typeface="Roboto" pitchFamily="2" charset="0"/>
              <a:ea typeface="Roboto" pitchFamily="2" charset="0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8F1BC7F-A249-4726-853C-FD6E94DA97F5}"/>
              </a:ext>
            </a:extLst>
          </p:cNvPr>
          <p:cNvSpPr/>
          <p:nvPr/>
        </p:nvSpPr>
        <p:spPr>
          <a:xfrm>
            <a:off x="4135463" y="5136146"/>
            <a:ext cx="128844" cy="128844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34">
              <a:latin typeface="Roboto" pitchFamily="2" charset="0"/>
              <a:ea typeface="Roboto" pitchFamily="2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1248F76-0EA3-4E38-9F60-7F1AA1558A14}"/>
              </a:ext>
            </a:extLst>
          </p:cNvPr>
          <p:cNvSpPr txBox="1"/>
          <p:nvPr/>
        </p:nvSpPr>
        <p:spPr>
          <a:xfrm>
            <a:off x="2579259" y="5329412"/>
            <a:ext cx="57039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2015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D6CEFA4-F729-483D-A6C2-01C3A14CD4A6}"/>
              </a:ext>
            </a:extLst>
          </p:cNvPr>
          <p:cNvSpPr txBox="1"/>
          <p:nvPr/>
        </p:nvSpPr>
        <p:spPr>
          <a:xfrm>
            <a:off x="3914688" y="5329412"/>
            <a:ext cx="57039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2016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120EE3F-DC1D-4603-8097-5D0A8AFD7693}"/>
              </a:ext>
            </a:extLst>
          </p:cNvPr>
          <p:cNvSpPr txBox="1"/>
          <p:nvPr/>
        </p:nvSpPr>
        <p:spPr>
          <a:xfrm>
            <a:off x="5250116" y="5329412"/>
            <a:ext cx="57039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2017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82805EA-6784-4CF4-85AC-8B922989F4CD}"/>
              </a:ext>
            </a:extLst>
          </p:cNvPr>
          <p:cNvSpPr txBox="1"/>
          <p:nvPr/>
        </p:nvSpPr>
        <p:spPr>
          <a:xfrm>
            <a:off x="6585545" y="5329412"/>
            <a:ext cx="57039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2018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1A2E826-D14A-465F-8172-B6D9129210A5}"/>
              </a:ext>
            </a:extLst>
          </p:cNvPr>
          <p:cNvSpPr txBox="1"/>
          <p:nvPr/>
        </p:nvSpPr>
        <p:spPr>
          <a:xfrm>
            <a:off x="7889291" y="5329412"/>
            <a:ext cx="57039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2019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F1F117B-ECF0-4664-BE66-7386E73D169E}"/>
              </a:ext>
            </a:extLst>
          </p:cNvPr>
          <p:cNvSpPr/>
          <p:nvPr/>
        </p:nvSpPr>
        <p:spPr>
          <a:xfrm>
            <a:off x="9252229" y="5136146"/>
            <a:ext cx="128844" cy="128844"/>
          </a:xfrm>
          <a:prstGeom prst="ellipse">
            <a:avLst/>
          </a:prstGeom>
          <a:solidFill>
            <a:schemeClr val="accent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34">
              <a:latin typeface="Roboto" pitchFamily="2" charset="0"/>
              <a:ea typeface="Roboto" pitchFamily="2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FE32576-6A45-438F-BE8F-186820DDB120}"/>
              </a:ext>
            </a:extLst>
          </p:cNvPr>
          <p:cNvSpPr txBox="1"/>
          <p:nvPr/>
        </p:nvSpPr>
        <p:spPr>
          <a:xfrm>
            <a:off x="9031453" y="5329412"/>
            <a:ext cx="57039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102" name="Title 4">
            <a:extLst>
              <a:ext uri="{FF2B5EF4-FFF2-40B4-BE49-F238E27FC236}">
                <a16:creationId xmlns:a16="http://schemas.microsoft.com/office/drawing/2014/main" id="{BF6EC59F-818F-400A-8657-BAC36AD3543C}"/>
              </a:ext>
            </a:extLst>
          </p:cNvPr>
          <p:cNvSpPr txBox="1">
            <a:spLocks/>
          </p:cNvSpPr>
          <p:nvPr/>
        </p:nvSpPr>
        <p:spPr>
          <a:xfrm>
            <a:off x="592436" y="580809"/>
            <a:ext cx="11000037" cy="587039"/>
          </a:xfrm>
          <a:prstGeom prst="rect">
            <a:avLst/>
          </a:prstGeom>
        </p:spPr>
        <p:txBody>
          <a:bodyPr/>
          <a:lstStyle>
            <a:lvl1pPr algn="l" defTabSz="14607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2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Infographic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9BE7F95-3C36-4205-80C5-08522099EA6D}"/>
              </a:ext>
            </a:extLst>
          </p:cNvPr>
          <p:cNvGrpSpPr/>
          <p:nvPr/>
        </p:nvGrpSpPr>
        <p:grpSpPr>
          <a:xfrm>
            <a:off x="5738496" y="1183554"/>
            <a:ext cx="707917" cy="130783"/>
            <a:chOff x="1110190" y="3155259"/>
            <a:chExt cx="1133316" cy="209373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BB02D2E3-9C58-46AA-89B4-A27894A31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90" y="3155259"/>
              <a:ext cx="202111" cy="2093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6" name="Freeform 5">
              <a:extLst>
                <a:ext uri="{FF2B5EF4-FFF2-40B4-BE49-F238E27FC236}">
                  <a16:creationId xmlns:a16="http://schemas.microsoft.com/office/drawing/2014/main" id="{E6FE7608-9EEC-4B14-B67F-C73AFCB77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53" y="3155259"/>
              <a:ext cx="202111" cy="209373"/>
            </a:xfrm>
            <a:prstGeom prst="ellipse">
              <a:avLst/>
            </a:prstGeom>
            <a:solidFill>
              <a:schemeClr val="bg1">
                <a:lumMod val="85000"/>
                <a:alpha val="98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7" name="Freeform 5">
              <a:extLst>
                <a:ext uri="{FF2B5EF4-FFF2-40B4-BE49-F238E27FC236}">
                  <a16:creationId xmlns:a16="http://schemas.microsoft.com/office/drawing/2014/main" id="{7788DB01-F4A6-4D76-B6A3-4DE413C10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115" y="3155259"/>
              <a:ext cx="202111" cy="20937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B5E48C15-43C5-493A-942B-C132BC3E9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395" y="3155259"/>
              <a:ext cx="202111" cy="2093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12098F0-7477-4B52-B401-D9414E5B20FD}"/>
              </a:ext>
            </a:extLst>
          </p:cNvPr>
          <p:cNvSpPr/>
          <p:nvPr/>
        </p:nvSpPr>
        <p:spPr>
          <a:xfrm>
            <a:off x="1454087" y="5789088"/>
            <a:ext cx="9283113" cy="516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Segoe UI Light" panose="020B0502040204020203" pitchFamily="34" charset="0"/>
              </a:rPr>
              <a:t>Lorem Ipsum is simply dummy text of the printing and typesetting industry. Lorem Ipsum has been the industry's standard dummy text ever since the 1500s, when an unknown printer took a galley of type and scrambled it</a:t>
            </a:r>
            <a:endParaRPr lang="id-ID" sz="1200" dirty="0">
              <a:solidFill>
                <a:schemeClr val="bg1"/>
              </a:solidFill>
              <a:latin typeface="Roboto" pitchFamily="2" charset="0"/>
              <a:ea typeface="Roboto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55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5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25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7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75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25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75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4750"/>
                            </p:stCondLst>
                            <p:childTnLst>
                              <p:par>
                                <p:cTn id="1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5250"/>
                            </p:stCondLst>
                            <p:childTnLst>
                              <p:par>
                                <p:cTn id="1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5750"/>
                            </p:stCondLst>
                            <p:childTnLst>
                              <p:par>
                                <p:cTn id="1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625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675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5" grpId="0"/>
      <p:bldP spid="66" grpId="0"/>
      <p:bldP spid="67" grpId="0"/>
      <p:bldP spid="69" grpId="0"/>
      <p:bldP spid="90" grpId="0" animBg="1"/>
      <p:bldP spid="91" grpId="0" animBg="1"/>
      <p:bldP spid="92" grpId="0" animBg="1"/>
      <p:bldP spid="93" grpId="0" animBg="1"/>
      <p:bldP spid="94" grpId="0" animBg="1"/>
      <p:bldP spid="95" grpId="0"/>
      <p:bldP spid="96" grpId="0"/>
      <p:bldP spid="97" grpId="0"/>
      <p:bldP spid="98" grpId="0"/>
      <p:bldP spid="99" grpId="0"/>
      <p:bldP spid="100" grpId="0" animBg="1"/>
      <p:bldP spid="101" grpId="0"/>
      <p:bldP spid="10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4">
            <a:extLst>
              <a:ext uri="{FF2B5EF4-FFF2-40B4-BE49-F238E27FC236}">
                <a16:creationId xmlns:a16="http://schemas.microsoft.com/office/drawing/2014/main" id="{BF6EC59F-818F-400A-8657-BAC36AD3543C}"/>
              </a:ext>
            </a:extLst>
          </p:cNvPr>
          <p:cNvSpPr txBox="1">
            <a:spLocks/>
          </p:cNvSpPr>
          <p:nvPr/>
        </p:nvSpPr>
        <p:spPr>
          <a:xfrm>
            <a:off x="592436" y="580809"/>
            <a:ext cx="11000037" cy="587039"/>
          </a:xfrm>
          <a:prstGeom prst="rect">
            <a:avLst/>
          </a:prstGeom>
        </p:spPr>
        <p:txBody>
          <a:bodyPr/>
          <a:lstStyle>
            <a:lvl1pPr algn="l" defTabSz="14607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2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Infographic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9BE7F95-3C36-4205-80C5-08522099EA6D}"/>
              </a:ext>
            </a:extLst>
          </p:cNvPr>
          <p:cNvGrpSpPr/>
          <p:nvPr/>
        </p:nvGrpSpPr>
        <p:grpSpPr>
          <a:xfrm>
            <a:off x="5738496" y="1183554"/>
            <a:ext cx="707917" cy="130783"/>
            <a:chOff x="1110190" y="3155259"/>
            <a:chExt cx="1133316" cy="209373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BB02D2E3-9C58-46AA-89B4-A27894A31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90" y="3155259"/>
              <a:ext cx="202111" cy="2093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6" name="Freeform 5">
              <a:extLst>
                <a:ext uri="{FF2B5EF4-FFF2-40B4-BE49-F238E27FC236}">
                  <a16:creationId xmlns:a16="http://schemas.microsoft.com/office/drawing/2014/main" id="{E6FE7608-9EEC-4B14-B67F-C73AFCB77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53" y="3155259"/>
              <a:ext cx="202111" cy="209373"/>
            </a:xfrm>
            <a:prstGeom prst="ellipse">
              <a:avLst/>
            </a:prstGeom>
            <a:solidFill>
              <a:schemeClr val="bg1">
                <a:lumMod val="85000"/>
                <a:alpha val="98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7" name="Freeform 5">
              <a:extLst>
                <a:ext uri="{FF2B5EF4-FFF2-40B4-BE49-F238E27FC236}">
                  <a16:creationId xmlns:a16="http://schemas.microsoft.com/office/drawing/2014/main" id="{7788DB01-F4A6-4D76-B6A3-4DE413C10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115" y="3155259"/>
              <a:ext cx="202111" cy="20937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B5E48C15-43C5-493A-942B-C132BC3E9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395" y="3155259"/>
              <a:ext cx="202111" cy="2093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</p:grpSp>
      <p:sp>
        <p:nvSpPr>
          <p:cNvPr id="152" name="Rectangle 5">
            <a:extLst>
              <a:ext uri="{FF2B5EF4-FFF2-40B4-BE49-F238E27FC236}">
                <a16:creationId xmlns:a16="http://schemas.microsoft.com/office/drawing/2014/main" id="{CD4F626C-A974-4D43-B0AF-65B1E93E154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68" y="5501257"/>
            <a:ext cx="12185632" cy="135674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2A772718-EDD7-4426-9B5C-6278B9F8FF27}"/>
              </a:ext>
            </a:extLst>
          </p:cNvPr>
          <p:cNvGrpSpPr/>
          <p:nvPr/>
        </p:nvGrpSpPr>
        <p:grpSpPr>
          <a:xfrm>
            <a:off x="1403186" y="4044678"/>
            <a:ext cx="1860101" cy="1460369"/>
            <a:chOff x="6576101" y="3549380"/>
            <a:chExt cx="1601896" cy="1247694"/>
          </a:xfrm>
        </p:grpSpPr>
        <p:sp>
          <p:nvSpPr>
            <p:cNvPr id="188" name="Freeform 5">
              <a:extLst>
                <a:ext uri="{FF2B5EF4-FFF2-40B4-BE49-F238E27FC236}">
                  <a16:creationId xmlns:a16="http://schemas.microsoft.com/office/drawing/2014/main" id="{C463D659-FCB6-4A97-997D-8594CB16D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5640" y="3551259"/>
              <a:ext cx="802357" cy="1245815"/>
            </a:xfrm>
            <a:custGeom>
              <a:avLst/>
              <a:gdLst>
                <a:gd name="T0" fmla="*/ 0 w 361"/>
                <a:gd name="T1" fmla="*/ 0 h 559"/>
                <a:gd name="T2" fmla="*/ 0 w 361"/>
                <a:gd name="T3" fmla="*/ 559 h 559"/>
                <a:gd name="T4" fmla="*/ 361 w 361"/>
                <a:gd name="T5" fmla="*/ 559 h 559"/>
                <a:gd name="T6" fmla="*/ 0 w 361"/>
                <a:gd name="T7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1" h="559">
                  <a:moveTo>
                    <a:pt x="0" y="0"/>
                  </a:moveTo>
                  <a:cubicBezTo>
                    <a:pt x="0" y="559"/>
                    <a:pt x="0" y="559"/>
                    <a:pt x="0" y="559"/>
                  </a:cubicBezTo>
                  <a:cubicBezTo>
                    <a:pt x="361" y="559"/>
                    <a:pt x="361" y="559"/>
                    <a:pt x="361" y="559"/>
                  </a:cubicBezTo>
                  <a:cubicBezTo>
                    <a:pt x="241" y="373"/>
                    <a:pt x="285" y="1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89" name="Freeform 6">
              <a:extLst>
                <a:ext uri="{FF2B5EF4-FFF2-40B4-BE49-F238E27FC236}">
                  <a16:creationId xmlns:a16="http://schemas.microsoft.com/office/drawing/2014/main" id="{AF2CC209-F9FE-4755-9600-40471548B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6101" y="3549380"/>
              <a:ext cx="799539" cy="1247694"/>
            </a:xfrm>
            <a:custGeom>
              <a:avLst/>
              <a:gdLst>
                <a:gd name="T0" fmla="*/ 0 w 360"/>
                <a:gd name="T1" fmla="*/ 560 h 560"/>
                <a:gd name="T2" fmla="*/ 360 w 360"/>
                <a:gd name="T3" fmla="*/ 560 h 560"/>
                <a:gd name="T4" fmla="*/ 360 w 360"/>
                <a:gd name="T5" fmla="*/ 1 h 560"/>
                <a:gd name="T6" fmla="*/ 0 w 360"/>
                <a:gd name="T7" fmla="*/ 56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560">
                  <a:moveTo>
                    <a:pt x="0" y="560"/>
                  </a:moveTo>
                  <a:cubicBezTo>
                    <a:pt x="360" y="560"/>
                    <a:pt x="360" y="560"/>
                    <a:pt x="360" y="560"/>
                  </a:cubicBezTo>
                  <a:cubicBezTo>
                    <a:pt x="360" y="1"/>
                    <a:pt x="360" y="1"/>
                    <a:pt x="360" y="1"/>
                  </a:cubicBezTo>
                  <a:cubicBezTo>
                    <a:pt x="75" y="0"/>
                    <a:pt x="120" y="374"/>
                    <a:pt x="0" y="560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CB1BEED-6DF9-42FA-B9F2-824C53693202}"/>
              </a:ext>
            </a:extLst>
          </p:cNvPr>
          <p:cNvGrpSpPr/>
          <p:nvPr/>
        </p:nvGrpSpPr>
        <p:grpSpPr>
          <a:xfrm>
            <a:off x="2531247" y="3348441"/>
            <a:ext cx="1857920" cy="2156605"/>
            <a:chOff x="7547573" y="3727890"/>
            <a:chExt cx="1600018" cy="1069183"/>
          </a:xfrm>
        </p:grpSpPr>
        <p:sp>
          <p:nvSpPr>
            <p:cNvPr id="186" name="Freeform 7">
              <a:extLst>
                <a:ext uri="{FF2B5EF4-FFF2-40B4-BE49-F238E27FC236}">
                  <a16:creationId xmlns:a16="http://schemas.microsoft.com/office/drawing/2014/main" id="{3F18C609-7EAB-4C29-AEE6-1FD121AD1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7573" y="3727890"/>
              <a:ext cx="799539" cy="1069183"/>
            </a:xfrm>
            <a:custGeom>
              <a:avLst/>
              <a:gdLst>
                <a:gd name="T0" fmla="*/ 0 w 360"/>
                <a:gd name="T1" fmla="*/ 480 h 480"/>
                <a:gd name="T2" fmla="*/ 360 w 360"/>
                <a:gd name="T3" fmla="*/ 480 h 480"/>
                <a:gd name="T4" fmla="*/ 360 w 360"/>
                <a:gd name="T5" fmla="*/ 1 h 480"/>
                <a:gd name="T6" fmla="*/ 0 w 360"/>
                <a:gd name="T7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480">
                  <a:moveTo>
                    <a:pt x="0" y="480"/>
                  </a:moveTo>
                  <a:cubicBezTo>
                    <a:pt x="360" y="480"/>
                    <a:pt x="360" y="480"/>
                    <a:pt x="360" y="480"/>
                  </a:cubicBezTo>
                  <a:cubicBezTo>
                    <a:pt x="360" y="1"/>
                    <a:pt x="360" y="1"/>
                    <a:pt x="360" y="1"/>
                  </a:cubicBezTo>
                  <a:cubicBezTo>
                    <a:pt x="75" y="0"/>
                    <a:pt x="120" y="321"/>
                    <a:pt x="0" y="48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87" name="Freeform 8">
              <a:extLst>
                <a:ext uri="{FF2B5EF4-FFF2-40B4-BE49-F238E27FC236}">
                  <a16:creationId xmlns:a16="http://schemas.microsoft.com/office/drawing/2014/main" id="{34F857DB-AC0F-4B10-9150-E0D67BE1C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7113" y="3729769"/>
              <a:ext cx="800478" cy="1067304"/>
            </a:xfrm>
            <a:custGeom>
              <a:avLst/>
              <a:gdLst>
                <a:gd name="T0" fmla="*/ 0 w 360"/>
                <a:gd name="T1" fmla="*/ 0 h 479"/>
                <a:gd name="T2" fmla="*/ 0 w 360"/>
                <a:gd name="T3" fmla="*/ 479 h 479"/>
                <a:gd name="T4" fmla="*/ 360 w 360"/>
                <a:gd name="T5" fmla="*/ 479 h 479"/>
                <a:gd name="T6" fmla="*/ 0 w 360"/>
                <a:gd name="T7" fmla="*/ 0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479">
                  <a:moveTo>
                    <a:pt x="0" y="0"/>
                  </a:moveTo>
                  <a:cubicBezTo>
                    <a:pt x="0" y="479"/>
                    <a:pt x="0" y="479"/>
                    <a:pt x="0" y="479"/>
                  </a:cubicBezTo>
                  <a:cubicBezTo>
                    <a:pt x="360" y="479"/>
                    <a:pt x="360" y="479"/>
                    <a:pt x="360" y="479"/>
                  </a:cubicBezTo>
                  <a:cubicBezTo>
                    <a:pt x="240" y="320"/>
                    <a:pt x="285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 dirty="0"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B8294A4-4884-4FF8-8175-FEF736F0CAB4}"/>
              </a:ext>
            </a:extLst>
          </p:cNvPr>
          <p:cNvGrpSpPr/>
          <p:nvPr/>
        </p:nvGrpSpPr>
        <p:grpSpPr>
          <a:xfrm>
            <a:off x="3960416" y="3545126"/>
            <a:ext cx="1711729" cy="1959921"/>
            <a:chOff x="8778356" y="3041095"/>
            <a:chExt cx="1474120" cy="1755979"/>
          </a:xfrm>
        </p:grpSpPr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2A4C1A72-4B4C-4D10-A700-A8A237BD5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356" y="3041095"/>
              <a:ext cx="738469" cy="1755979"/>
            </a:xfrm>
            <a:custGeom>
              <a:avLst/>
              <a:gdLst>
                <a:gd name="T0" fmla="*/ 0 w 332"/>
                <a:gd name="T1" fmla="*/ 788 h 788"/>
                <a:gd name="T2" fmla="*/ 332 w 332"/>
                <a:gd name="T3" fmla="*/ 788 h 788"/>
                <a:gd name="T4" fmla="*/ 332 w 332"/>
                <a:gd name="T5" fmla="*/ 1 h 788"/>
                <a:gd name="T6" fmla="*/ 0 w 332"/>
                <a:gd name="T7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2" h="788">
                  <a:moveTo>
                    <a:pt x="0" y="788"/>
                  </a:moveTo>
                  <a:cubicBezTo>
                    <a:pt x="332" y="788"/>
                    <a:pt x="332" y="788"/>
                    <a:pt x="332" y="788"/>
                  </a:cubicBezTo>
                  <a:cubicBezTo>
                    <a:pt x="332" y="1"/>
                    <a:pt x="332" y="1"/>
                    <a:pt x="332" y="1"/>
                  </a:cubicBezTo>
                  <a:cubicBezTo>
                    <a:pt x="70" y="0"/>
                    <a:pt x="111" y="526"/>
                    <a:pt x="0" y="788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85" name="Freeform 10">
              <a:extLst>
                <a:ext uri="{FF2B5EF4-FFF2-40B4-BE49-F238E27FC236}">
                  <a16:creationId xmlns:a16="http://schemas.microsoft.com/office/drawing/2014/main" id="{576E2AEE-E199-4F13-90A4-B33276489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6825" y="3043913"/>
              <a:ext cx="735651" cy="1753160"/>
            </a:xfrm>
            <a:custGeom>
              <a:avLst/>
              <a:gdLst>
                <a:gd name="T0" fmla="*/ 0 w 331"/>
                <a:gd name="T1" fmla="*/ 0 h 787"/>
                <a:gd name="T2" fmla="*/ 0 w 331"/>
                <a:gd name="T3" fmla="*/ 787 h 787"/>
                <a:gd name="T4" fmla="*/ 331 w 331"/>
                <a:gd name="T5" fmla="*/ 787 h 787"/>
                <a:gd name="T6" fmla="*/ 0 w 331"/>
                <a:gd name="T7" fmla="*/ 0 h 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1" h="787">
                  <a:moveTo>
                    <a:pt x="0" y="0"/>
                  </a:moveTo>
                  <a:cubicBezTo>
                    <a:pt x="0" y="787"/>
                    <a:pt x="0" y="787"/>
                    <a:pt x="0" y="787"/>
                  </a:cubicBezTo>
                  <a:cubicBezTo>
                    <a:pt x="331" y="787"/>
                    <a:pt x="331" y="787"/>
                    <a:pt x="331" y="787"/>
                  </a:cubicBezTo>
                  <a:cubicBezTo>
                    <a:pt x="221" y="525"/>
                    <a:pt x="262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2D53899-87BA-4F0C-82D3-C2C2F9538E4C}"/>
              </a:ext>
            </a:extLst>
          </p:cNvPr>
          <p:cNvGrpSpPr/>
          <p:nvPr/>
        </p:nvGrpSpPr>
        <p:grpSpPr>
          <a:xfrm>
            <a:off x="5251031" y="3877527"/>
            <a:ext cx="1594995" cy="1627520"/>
            <a:chOff x="9889818" y="3406571"/>
            <a:chExt cx="1373591" cy="1390503"/>
          </a:xfrm>
        </p:grpSpPr>
        <p:sp>
          <p:nvSpPr>
            <p:cNvPr id="182" name="Freeform 11">
              <a:extLst>
                <a:ext uri="{FF2B5EF4-FFF2-40B4-BE49-F238E27FC236}">
                  <a16:creationId xmlns:a16="http://schemas.microsoft.com/office/drawing/2014/main" id="{8DF10F8C-EBDC-4B2C-A856-CA57A266E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9818" y="3406571"/>
              <a:ext cx="686796" cy="1390502"/>
            </a:xfrm>
            <a:custGeom>
              <a:avLst/>
              <a:gdLst>
                <a:gd name="T0" fmla="*/ 0 w 309"/>
                <a:gd name="T1" fmla="*/ 624 h 624"/>
                <a:gd name="T2" fmla="*/ 309 w 309"/>
                <a:gd name="T3" fmla="*/ 624 h 624"/>
                <a:gd name="T4" fmla="*/ 309 w 309"/>
                <a:gd name="T5" fmla="*/ 1 h 624"/>
                <a:gd name="T6" fmla="*/ 0 w 309"/>
                <a:gd name="T7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9" h="624">
                  <a:moveTo>
                    <a:pt x="0" y="624"/>
                  </a:moveTo>
                  <a:cubicBezTo>
                    <a:pt x="309" y="624"/>
                    <a:pt x="309" y="624"/>
                    <a:pt x="309" y="624"/>
                  </a:cubicBezTo>
                  <a:cubicBezTo>
                    <a:pt x="309" y="1"/>
                    <a:pt x="309" y="1"/>
                    <a:pt x="309" y="1"/>
                  </a:cubicBezTo>
                  <a:cubicBezTo>
                    <a:pt x="64" y="0"/>
                    <a:pt x="103" y="417"/>
                    <a:pt x="0" y="624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 dirty="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83" name="Freeform 12">
              <a:extLst>
                <a:ext uri="{FF2B5EF4-FFF2-40B4-BE49-F238E27FC236}">
                  <a16:creationId xmlns:a16="http://schemas.microsoft.com/office/drawing/2014/main" id="{9C32B1B9-BEAD-49EE-B962-8B5358E3B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6613" y="3409390"/>
              <a:ext cx="686796" cy="1387684"/>
            </a:xfrm>
            <a:custGeom>
              <a:avLst/>
              <a:gdLst>
                <a:gd name="T0" fmla="*/ 0 w 309"/>
                <a:gd name="T1" fmla="*/ 0 h 623"/>
                <a:gd name="T2" fmla="*/ 0 w 309"/>
                <a:gd name="T3" fmla="*/ 623 h 623"/>
                <a:gd name="T4" fmla="*/ 309 w 309"/>
                <a:gd name="T5" fmla="*/ 623 h 623"/>
                <a:gd name="T6" fmla="*/ 0 w 309"/>
                <a:gd name="T7" fmla="*/ 0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9" h="623">
                  <a:moveTo>
                    <a:pt x="0" y="0"/>
                  </a:moveTo>
                  <a:cubicBezTo>
                    <a:pt x="0" y="623"/>
                    <a:pt x="0" y="623"/>
                    <a:pt x="0" y="623"/>
                  </a:cubicBezTo>
                  <a:cubicBezTo>
                    <a:pt x="309" y="623"/>
                    <a:pt x="309" y="623"/>
                    <a:pt x="309" y="623"/>
                  </a:cubicBezTo>
                  <a:cubicBezTo>
                    <a:pt x="206" y="416"/>
                    <a:pt x="244" y="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43F80620-3864-482F-B9EE-AB27D3092DD7}"/>
              </a:ext>
            </a:extLst>
          </p:cNvPr>
          <p:cNvGrpSpPr/>
          <p:nvPr/>
        </p:nvGrpSpPr>
        <p:grpSpPr>
          <a:xfrm>
            <a:off x="6474924" y="2723507"/>
            <a:ext cx="1860101" cy="2781541"/>
            <a:chOff x="4751866" y="3424136"/>
            <a:chExt cx="1601896" cy="1985781"/>
          </a:xfrm>
        </p:grpSpPr>
        <p:sp>
          <p:nvSpPr>
            <p:cNvPr id="180" name="Freeform 5">
              <a:extLst>
                <a:ext uri="{FF2B5EF4-FFF2-40B4-BE49-F238E27FC236}">
                  <a16:creationId xmlns:a16="http://schemas.microsoft.com/office/drawing/2014/main" id="{9A387D53-0A62-4D02-B16E-4B0810707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1405" y="3427127"/>
              <a:ext cx="802357" cy="1982790"/>
            </a:xfrm>
            <a:custGeom>
              <a:avLst/>
              <a:gdLst>
                <a:gd name="T0" fmla="*/ 0 w 361"/>
                <a:gd name="T1" fmla="*/ 0 h 559"/>
                <a:gd name="T2" fmla="*/ 0 w 361"/>
                <a:gd name="T3" fmla="*/ 559 h 559"/>
                <a:gd name="T4" fmla="*/ 361 w 361"/>
                <a:gd name="T5" fmla="*/ 559 h 559"/>
                <a:gd name="T6" fmla="*/ 0 w 361"/>
                <a:gd name="T7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1" h="559">
                  <a:moveTo>
                    <a:pt x="0" y="0"/>
                  </a:moveTo>
                  <a:cubicBezTo>
                    <a:pt x="0" y="559"/>
                    <a:pt x="0" y="559"/>
                    <a:pt x="0" y="559"/>
                  </a:cubicBezTo>
                  <a:cubicBezTo>
                    <a:pt x="361" y="559"/>
                    <a:pt x="361" y="559"/>
                    <a:pt x="361" y="559"/>
                  </a:cubicBezTo>
                  <a:cubicBezTo>
                    <a:pt x="241" y="373"/>
                    <a:pt x="285" y="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81" name="Freeform 6">
              <a:extLst>
                <a:ext uri="{FF2B5EF4-FFF2-40B4-BE49-F238E27FC236}">
                  <a16:creationId xmlns:a16="http://schemas.microsoft.com/office/drawing/2014/main" id="{6E4F72E5-01B4-4F30-951C-AA4762532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866" y="3424136"/>
              <a:ext cx="799539" cy="1985781"/>
            </a:xfrm>
            <a:custGeom>
              <a:avLst/>
              <a:gdLst>
                <a:gd name="T0" fmla="*/ 0 w 360"/>
                <a:gd name="T1" fmla="*/ 560 h 560"/>
                <a:gd name="T2" fmla="*/ 360 w 360"/>
                <a:gd name="T3" fmla="*/ 560 h 560"/>
                <a:gd name="T4" fmla="*/ 360 w 360"/>
                <a:gd name="T5" fmla="*/ 1 h 560"/>
                <a:gd name="T6" fmla="*/ 0 w 360"/>
                <a:gd name="T7" fmla="*/ 56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560">
                  <a:moveTo>
                    <a:pt x="0" y="560"/>
                  </a:moveTo>
                  <a:cubicBezTo>
                    <a:pt x="360" y="560"/>
                    <a:pt x="360" y="560"/>
                    <a:pt x="360" y="560"/>
                  </a:cubicBezTo>
                  <a:cubicBezTo>
                    <a:pt x="360" y="1"/>
                    <a:pt x="360" y="1"/>
                    <a:pt x="360" y="1"/>
                  </a:cubicBezTo>
                  <a:cubicBezTo>
                    <a:pt x="75" y="0"/>
                    <a:pt x="120" y="374"/>
                    <a:pt x="0" y="560"/>
                  </a:cubicBezTo>
                  <a:close/>
                </a:path>
              </a:pathLst>
            </a:custGeom>
            <a:solidFill>
              <a:schemeClr val="accent4">
                <a:alpha val="8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 dirty="0"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9A2D1D49-5B17-46F5-B186-813AC7631D48}"/>
              </a:ext>
            </a:extLst>
          </p:cNvPr>
          <p:cNvGrpSpPr/>
          <p:nvPr/>
        </p:nvGrpSpPr>
        <p:grpSpPr>
          <a:xfrm>
            <a:off x="7602985" y="3348441"/>
            <a:ext cx="1857920" cy="2156605"/>
            <a:chOff x="7547573" y="3727890"/>
            <a:chExt cx="1600018" cy="1069183"/>
          </a:xfrm>
        </p:grpSpPr>
        <p:sp>
          <p:nvSpPr>
            <p:cNvPr id="178" name="Freeform 7">
              <a:extLst>
                <a:ext uri="{FF2B5EF4-FFF2-40B4-BE49-F238E27FC236}">
                  <a16:creationId xmlns:a16="http://schemas.microsoft.com/office/drawing/2014/main" id="{6709F092-4B6E-48E8-8735-EF20CDB95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7573" y="3727890"/>
              <a:ext cx="799539" cy="1069183"/>
            </a:xfrm>
            <a:custGeom>
              <a:avLst/>
              <a:gdLst>
                <a:gd name="T0" fmla="*/ 0 w 360"/>
                <a:gd name="T1" fmla="*/ 480 h 480"/>
                <a:gd name="T2" fmla="*/ 360 w 360"/>
                <a:gd name="T3" fmla="*/ 480 h 480"/>
                <a:gd name="T4" fmla="*/ 360 w 360"/>
                <a:gd name="T5" fmla="*/ 1 h 480"/>
                <a:gd name="T6" fmla="*/ 0 w 360"/>
                <a:gd name="T7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480">
                  <a:moveTo>
                    <a:pt x="0" y="480"/>
                  </a:moveTo>
                  <a:cubicBezTo>
                    <a:pt x="360" y="480"/>
                    <a:pt x="360" y="480"/>
                    <a:pt x="360" y="480"/>
                  </a:cubicBezTo>
                  <a:cubicBezTo>
                    <a:pt x="360" y="1"/>
                    <a:pt x="360" y="1"/>
                    <a:pt x="360" y="1"/>
                  </a:cubicBezTo>
                  <a:cubicBezTo>
                    <a:pt x="75" y="0"/>
                    <a:pt x="120" y="321"/>
                    <a:pt x="0" y="480"/>
                  </a:cubicBezTo>
                  <a:close/>
                </a:path>
              </a:pathLst>
            </a:custGeom>
            <a:solidFill>
              <a:schemeClr val="accent5">
                <a:alpha val="8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9" name="Freeform 8">
              <a:extLst>
                <a:ext uri="{FF2B5EF4-FFF2-40B4-BE49-F238E27FC236}">
                  <a16:creationId xmlns:a16="http://schemas.microsoft.com/office/drawing/2014/main" id="{BB060C56-ABCD-4118-BADC-50E540831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7113" y="3729769"/>
              <a:ext cx="800478" cy="1067304"/>
            </a:xfrm>
            <a:custGeom>
              <a:avLst/>
              <a:gdLst>
                <a:gd name="T0" fmla="*/ 0 w 360"/>
                <a:gd name="T1" fmla="*/ 0 h 479"/>
                <a:gd name="T2" fmla="*/ 0 w 360"/>
                <a:gd name="T3" fmla="*/ 479 h 479"/>
                <a:gd name="T4" fmla="*/ 360 w 360"/>
                <a:gd name="T5" fmla="*/ 479 h 479"/>
                <a:gd name="T6" fmla="*/ 0 w 360"/>
                <a:gd name="T7" fmla="*/ 0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479">
                  <a:moveTo>
                    <a:pt x="0" y="0"/>
                  </a:moveTo>
                  <a:cubicBezTo>
                    <a:pt x="0" y="479"/>
                    <a:pt x="0" y="479"/>
                    <a:pt x="0" y="479"/>
                  </a:cubicBezTo>
                  <a:cubicBezTo>
                    <a:pt x="360" y="479"/>
                    <a:pt x="360" y="479"/>
                    <a:pt x="360" y="479"/>
                  </a:cubicBezTo>
                  <a:cubicBezTo>
                    <a:pt x="240" y="320"/>
                    <a:pt x="285" y="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8C9D6E0-9543-482C-BEE2-2787E164FC71}"/>
              </a:ext>
            </a:extLst>
          </p:cNvPr>
          <p:cNvGrpSpPr/>
          <p:nvPr/>
        </p:nvGrpSpPr>
        <p:grpSpPr>
          <a:xfrm>
            <a:off x="9032154" y="3670728"/>
            <a:ext cx="1711729" cy="1834320"/>
            <a:chOff x="8778356" y="3041095"/>
            <a:chExt cx="1474120" cy="1755979"/>
          </a:xfrm>
        </p:grpSpPr>
        <p:sp>
          <p:nvSpPr>
            <p:cNvPr id="176" name="Freeform 9">
              <a:extLst>
                <a:ext uri="{FF2B5EF4-FFF2-40B4-BE49-F238E27FC236}">
                  <a16:creationId xmlns:a16="http://schemas.microsoft.com/office/drawing/2014/main" id="{B916D1F4-CE52-4C2D-8A5C-D6B772B8F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356" y="3041095"/>
              <a:ext cx="738469" cy="1755979"/>
            </a:xfrm>
            <a:custGeom>
              <a:avLst/>
              <a:gdLst>
                <a:gd name="T0" fmla="*/ 0 w 332"/>
                <a:gd name="T1" fmla="*/ 788 h 788"/>
                <a:gd name="T2" fmla="*/ 332 w 332"/>
                <a:gd name="T3" fmla="*/ 788 h 788"/>
                <a:gd name="T4" fmla="*/ 332 w 332"/>
                <a:gd name="T5" fmla="*/ 1 h 788"/>
                <a:gd name="T6" fmla="*/ 0 w 332"/>
                <a:gd name="T7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2" h="788">
                  <a:moveTo>
                    <a:pt x="0" y="788"/>
                  </a:moveTo>
                  <a:cubicBezTo>
                    <a:pt x="332" y="788"/>
                    <a:pt x="332" y="788"/>
                    <a:pt x="332" y="788"/>
                  </a:cubicBezTo>
                  <a:cubicBezTo>
                    <a:pt x="332" y="1"/>
                    <a:pt x="332" y="1"/>
                    <a:pt x="332" y="1"/>
                  </a:cubicBezTo>
                  <a:cubicBezTo>
                    <a:pt x="70" y="0"/>
                    <a:pt x="111" y="526"/>
                    <a:pt x="0" y="788"/>
                  </a:cubicBezTo>
                  <a:close/>
                </a:path>
              </a:pathLst>
            </a:custGeom>
            <a:solidFill>
              <a:schemeClr val="accent6">
                <a:alpha val="8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77" name="Freeform 10">
              <a:extLst>
                <a:ext uri="{FF2B5EF4-FFF2-40B4-BE49-F238E27FC236}">
                  <a16:creationId xmlns:a16="http://schemas.microsoft.com/office/drawing/2014/main" id="{BD80682B-FB01-420D-A7C1-223F0C0A5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6825" y="3043913"/>
              <a:ext cx="735651" cy="1753160"/>
            </a:xfrm>
            <a:custGeom>
              <a:avLst/>
              <a:gdLst>
                <a:gd name="T0" fmla="*/ 0 w 331"/>
                <a:gd name="T1" fmla="*/ 0 h 787"/>
                <a:gd name="T2" fmla="*/ 0 w 331"/>
                <a:gd name="T3" fmla="*/ 787 h 787"/>
                <a:gd name="T4" fmla="*/ 331 w 331"/>
                <a:gd name="T5" fmla="*/ 787 h 787"/>
                <a:gd name="T6" fmla="*/ 0 w 331"/>
                <a:gd name="T7" fmla="*/ 0 h 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1" h="787">
                  <a:moveTo>
                    <a:pt x="0" y="0"/>
                  </a:moveTo>
                  <a:cubicBezTo>
                    <a:pt x="0" y="787"/>
                    <a:pt x="0" y="787"/>
                    <a:pt x="0" y="787"/>
                  </a:cubicBezTo>
                  <a:cubicBezTo>
                    <a:pt x="331" y="787"/>
                    <a:pt x="331" y="787"/>
                    <a:pt x="331" y="787"/>
                  </a:cubicBezTo>
                  <a:cubicBezTo>
                    <a:pt x="221" y="525"/>
                    <a:pt x="262" y="1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id-ID" sz="2400">
                <a:latin typeface="Roboto" pitchFamily="2" charset="0"/>
                <a:ea typeface="Roboto" pitchFamily="2" charset="0"/>
              </a:endParaRPr>
            </a:p>
          </p:txBody>
        </p:sp>
      </p:grp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1CB6524D-8BD7-40C7-BECE-F72C5FDACCEC}"/>
              </a:ext>
            </a:extLst>
          </p:cNvPr>
          <p:cNvCxnSpPr/>
          <p:nvPr/>
        </p:nvCxnSpPr>
        <p:spPr>
          <a:xfrm>
            <a:off x="1319196" y="5505047"/>
            <a:ext cx="9553601" cy="0"/>
          </a:xfrm>
          <a:prstGeom prst="line">
            <a:avLst/>
          </a:prstGeom>
          <a:ln w="3810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8D7734A7-A180-43C7-A18C-E8A69BA96CA1}"/>
              </a:ext>
            </a:extLst>
          </p:cNvPr>
          <p:cNvSpPr txBox="1"/>
          <p:nvPr/>
        </p:nvSpPr>
        <p:spPr>
          <a:xfrm>
            <a:off x="7035927" y="1947574"/>
            <a:ext cx="7424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/>
                </a:solidFill>
                <a:latin typeface="Roboto" pitchFamily="2" charset="0"/>
                <a:ea typeface="Roboto" pitchFamily="2" charset="0"/>
              </a:rPr>
              <a:t>80%</a:t>
            </a: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64ED8AF-565D-4E37-8AFC-F8C44A674684}"/>
              </a:ext>
            </a:extLst>
          </p:cNvPr>
          <p:cNvCxnSpPr/>
          <p:nvPr/>
        </p:nvCxnSpPr>
        <p:spPr>
          <a:xfrm>
            <a:off x="7403339" y="2417486"/>
            <a:ext cx="0" cy="23113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2C0EB05C-D205-4F1F-93CD-B71B49925F7A}"/>
              </a:ext>
            </a:extLst>
          </p:cNvPr>
          <p:cNvSpPr txBox="1"/>
          <p:nvPr/>
        </p:nvSpPr>
        <p:spPr>
          <a:xfrm>
            <a:off x="8168717" y="1947574"/>
            <a:ext cx="7424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5"/>
                </a:solidFill>
                <a:latin typeface="Roboto" pitchFamily="2" charset="0"/>
                <a:ea typeface="Roboto" pitchFamily="2" charset="0"/>
              </a:rPr>
              <a:t>60%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9CEC191-2162-4ABF-AC71-E4BDAE190D27}"/>
              </a:ext>
            </a:extLst>
          </p:cNvPr>
          <p:cNvCxnSpPr/>
          <p:nvPr/>
        </p:nvCxnSpPr>
        <p:spPr>
          <a:xfrm>
            <a:off x="8536130" y="2417486"/>
            <a:ext cx="0" cy="83887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2E35FEFB-DEF9-4B83-8AD1-2D52C21664FC}"/>
              </a:ext>
            </a:extLst>
          </p:cNvPr>
          <p:cNvSpPr txBox="1"/>
          <p:nvPr/>
        </p:nvSpPr>
        <p:spPr>
          <a:xfrm>
            <a:off x="9516793" y="1947574"/>
            <a:ext cx="7424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Roboto" pitchFamily="2" charset="0"/>
                <a:ea typeface="Roboto" pitchFamily="2" charset="0"/>
              </a:rPr>
              <a:t>50%</a:t>
            </a: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089085B-51F3-4715-B2D7-7073C951D53A}"/>
              </a:ext>
            </a:extLst>
          </p:cNvPr>
          <p:cNvCxnSpPr/>
          <p:nvPr/>
        </p:nvCxnSpPr>
        <p:spPr>
          <a:xfrm>
            <a:off x="9884205" y="2417486"/>
            <a:ext cx="0" cy="112764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713FE063-A7B5-45C8-B21B-1D2D956BC262}"/>
              </a:ext>
            </a:extLst>
          </p:cNvPr>
          <p:cNvSpPr txBox="1"/>
          <p:nvPr/>
        </p:nvSpPr>
        <p:spPr>
          <a:xfrm>
            <a:off x="5678645" y="1947574"/>
            <a:ext cx="7424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/>
                </a:solidFill>
                <a:latin typeface="Roboto" pitchFamily="2" charset="0"/>
                <a:ea typeface="Roboto" pitchFamily="2" charset="0"/>
              </a:rPr>
              <a:t>40%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61D21911-035A-4221-A4E4-FD60E8CC2FBE}"/>
              </a:ext>
            </a:extLst>
          </p:cNvPr>
          <p:cNvCxnSpPr/>
          <p:nvPr/>
        </p:nvCxnSpPr>
        <p:spPr>
          <a:xfrm>
            <a:off x="6046057" y="2417486"/>
            <a:ext cx="0" cy="12532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B800E1BF-52D1-4F6F-B250-71C28F6AF4A2}"/>
              </a:ext>
            </a:extLst>
          </p:cNvPr>
          <p:cNvSpPr txBox="1"/>
          <p:nvPr/>
        </p:nvSpPr>
        <p:spPr>
          <a:xfrm>
            <a:off x="4452228" y="1947574"/>
            <a:ext cx="7424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  <a:latin typeface="Roboto" pitchFamily="2" charset="0"/>
                <a:ea typeface="Roboto" pitchFamily="2" charset="0"/>
              </a:rPr>
              <a:t>50%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E58A5F52-7C7E-442A-A421-6F377520B5B9}"/>
              </a:ext>
            </a:extLst>
          </p:cNvPr>
          <p:cNvCxnSpPr/>
          <p:nvPr/>
        </p:nvCxnSpPr>
        <p:spPr>
          <a:xfrm>
            <a:off x="4819640" y="2417486"/>
            <a:ext cx="0" cy="93095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F22EE4F-3B46-447B-9BEF-A23FD35D9A6E}"/>
              </a:ext>
            </a:extLst>
          </p:cNvPr>
          <p:cNvSpPr txBox="1"/>
          <p:nvPr/>
        </p:nvSpPr>
        <p:spPr>
          <a:xfrm>
            <a:off x="3088710" y="1947574"/>
            <a:ext cx="7424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Roboto" pitchFamily="2" charset="0"/>
                <a:ea typeface="Roboto" pitchFamily="2" charset="0"/>
              </a:rPr>
              <a:t>60%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6A1D930-284E-4CB5-9BA6-BAC786219B21}"/>
              </a:ext>
            </a:extLst>
          </p:cNvPr>
          <p:cNvCxnSpPr/>
          <p:nvPr/>
        </p:nvCxnSpPr>
        <p:spPr>
          <a:xfrm>
            <a:off x="3456122" y="2417486"/>
            <a:ext cx="0" cy="83887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5D1D6E8A-C5D1-465A-8463-518C3627D3F6}"/>
              </a:ext>
            </a:extLst>
          </p:cNvPr>
          <p:cNvSpPr txBox="1"/>
          <p:nvPr/>
        </p:nvSpPr>
        <p:spPr>
          <a:xfrm>
            <a:off x="1965533" y="1947574"/>
            <a:ext cx="7424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Roboto" pitchFamily="2" charset="0"/>
                <a:ea typeface="Roboto" pitchFamily="2" charset="0"/>
              </a:rPr>
              <a:t>20%</a:t>
            </a: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77C5208B-2DD3-43B2-8A6E-945A9B7ED27B}"/>
              </a:ext>
            </a:extLst>
          </p:cNvPr>
          <p:cNvCxnSpPr/>
          <p:nvPr/>
        </p:nvCxnSpPr>
        <p:spPr>
          <a:xfrm>
            <a:off x="2332945" y="2417486"/>
            <a:ext cx="0" cy="148985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C288172E-4E78-495C-8A8A-17A9471E1D0B}"/>
              </a:ext>
            </a:extLst>
          </p:cNvPr>
          <p:cNvSpPr/>
          <p:nvPr/>
        </p:nvSpPr>
        <p:spPr>
          <a:xfrm>
            <a:off x="1791262" y="5637442"/>
            <a:ext cx="10839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Segoe UI" panose="020B0502040204020203" pitchFamily="34" charset="0"/>
              </a:rPr>
              <a:t>Lorem Ipsum</a:t>
            </a:r>
            <a:endParaRPr lang="en-US" sz="12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3B3E723-080C-4A67-BD77-AA2EBAEA8E32}"/>
              </a:ext>
            </a:extLst>
          </p:cNvPr>
          <p:cNvSpPr/>
          <p:nvPr/>
        </p:nvSpPr>
        <p:spPr>
          <a:xfrm>
            <a:off x="2918231" y="5637442"/>
            <a:ext cx="10839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Segoe UI" panose="020B0502040204020203" pitchFamily="34" charset="0"/>
              </a:rPr>
              <a:t>Lorem Ipsum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273C5CA-3606-45AC-9926-E9D18BC9FC0A}"/>
              </a:ext>
            </a:extLst>
          </p:cNvPr>
          <p:cNvSpPr/>
          <p:nvPr/>
        </p:nvSpPr>
        <p:spPr>
          <a:xfrm>
            <a:off x="4274304" y="5637442"/>
            <a:ext cx="10839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Segoe UI" panose="020B0502040204020203" pitchFamily="34" charset="0"/>
              </a:rPr>
              <a:t>Lorem Ipsum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E4FA842-BC22-48C2-96B3-3CDCAB59A13D}"/>
              </a:ext>
            </a:extLst>
          </p:cNvPr>
          <p:cNvSpPr/>
          <p:nvPr/>
        </p:nvSpPr>
        <p:spPr>
          <a:xfrm>
            <a:off x="5506552" y="5637442"/>
            <a:ext cx="10839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Segoe UI" panose="020B0502040204020203" pitchFamily="34" charset="0"/>
              </a:rPr>
              <a:t>Lorem Ipsum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97088FA5-3124-480A-8192-570286F0CC1D}"/>
              </a:ext>
            </a:extLst>
          </p:cNvPr>
          <p:cNvSpPr/>
          <p:nvPr/>
        </p:nvSpPr>
        <p:spPr>
          <a:xfrm>
            <a:off x="6862999" y="5637442"/>
            <a:ext cx="10839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Segoe UI" panose="020B0502040204020203" pitchFamily="34" charset="0"/>
              </a:rPr>
              <a:t>Lorem Ipsum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5144B066-F346-4187-917E-F006A5F906E9}"/>
              </a:ext>
            </a:extLst>
          </p:cNvPr>
          <p:cNvSpPr/>
          <p:nvPr/>
        </p:nvSpPr>
        <p:spPr>
          <a:xfrm>
            <a:off x="7989968" y="5637442"/>
            <a:ext cx="10839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Segoe UI" panose="020B0502040204020203" pitchFamily="34" charset="0"/>
              </a:rPr>
              <a:t>Lorem Ipsum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ED47FF94-0BCE-418D-9FDB-031E13DC2EC5}"/>
              </a:ext>
            </a:extLst>
          </p:cNvPr>
          <p:cNvSpPr/>
          <p:nvPr/>
        </p:nvSpPr>
        <p:spPr>
          <a:xfrm>
            <a:off x="9346042" y="5637442"/>
            <a:ext cx="10839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Segoe UI" panose="020B0502040204020203" pitchFamily="34" charset="0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08828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0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5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/>
      <p:bldP spid="164" grpId="0"/>
      <p:bldP spid="166" grpId="0"/>
      <p:bldP spid="168" grpId="0"/>
      <p:bldP spid="170" grpId="0"/>
      <p:bldP spid="172" grpId="0"/>
      <p:bldP spid="174" grpId="0"/>
      <p:bldP spid="190" grpId="0"/>
      <p:bldP spid="191" grpId="0"/>
      <p:bldP spid="192" grpId="0"/>
      <p:bldP spid="193" grpId="0"/>
      <p:bldP spid="194" grpId="0"/>
      <p:bldP spid="195" grpId="0"/>
      <p:bldP spid="19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4">
            <a:extLst>
              <a:ext uri="{FF2B5EF4-FFF2-40B4-BE49-F238E27FC236}">
                <a16:creationId xmlns:a16="http://schemas.microsoft.com/office/drawing/2014/main" id="{BF6EC59F-818F-400A-8657-BAC36AD3543C}"/>
              </a:ext>
            </a:extLst>
          </p:cNvPr>
          <p:cNvSpPr txBox="1">
            <a:spLocks/>
          </p:cNvSpPr>
          <p:nvPr/>
        </p:nvSpPr>
        <p:spPr>
          <a:xfrm>
            <a:off x="592436" y="580809"/>
            <a:ext cx="11000037" cy="587039"/>
          </a:xfrm>
          <a:prstGeom prst="rect">
            <a:avLst/>
          </a:prstGeom>
        </p:spPr>
        <p:txBody>
          <a:bodyPr/>
          <a:lstStyle>
            <a:lvl1pPr algn="l" defTabSz="14607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2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Infographic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9BE7F95-3C36-4205-80C5-08522099EA6D}"/>
              </a:ext>
            </a:extLst>
          </p:cNvPr>
          <p:cNvGrpSpPr/>
          <p:nvPr/>
        </p:nvGrpSpPr>
        <p:grpSpPr>
          <a:xfrm>
            <a:off x="5738496" y="1183554"/>
            <a:ext cx="707917" cy="130783"/>
            <a:chOff x="1110190" y="3155259"/>
            <a:chExt cx="1133316" cy="209373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BB02D2E3-9C58-46AA-89B4-A27894A31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90" y="3155259"/>
              <a:ext cx="202111" cy="2093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6" name="Freeform 5">
              <a:extLst>
                <a:ext uri="{FF2B5EF4-FFF2-40B4-BE49-F238E27FC236}">
                  <a16:creationId xmlns:a16="http://schemas.microsoft.com/office/drawing/2014/main" id="{E6FE7608-9EEC-4B14-B67F-C73AFCB77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53" y="3155259"/>
              <a:ext cx="202111" cy="209373"/>
            </a:xfrm>
            <a:prstGeom prst="ellipse">
              <a:avLst/>
            </a:prstGeom>
            <a:solidFill>
              <a:schemeClr val="bg1">
                <a:lumMod val="85000"/>
                <a:alpha val="98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7" name="Freeform 5">
              <a:extLst>
                <a:ext uri="{FF2B5EF4-FFF2-40B4-BE49-F238E27FC236}">
                  <a16:creationId xmlns:a16="http://schemas.microsoft.com/office/drawing/2014/main" id="{7788DB01-F4A6-4D76-B6A3-4DE413C10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115" y="3155259"/>
              <a:ext cx="202111" cy="20937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B5E48C15-43C5-493A-942B-C132BC3E9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395" y="3155259"/>
              <a:ext cx="202111" cy="2093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</p:grpSp>
      <p:grpSp>
        <p:nvGrpSpPr>
          <p:cNvPr id="53" name="Group 9">
            <a:extLst>
              <a:ext uri="{FF2B5EF4-FFF2-40B4-BE49-F238E27FC236}">
                <a16:creationId xmlns:a16="http://schemas.microsoft.com/office/drawing/2014/main" id="{E4AFFB25-8738-431E-B4D1-2785B650EE1E}"/>
              </a:ext>
            </a:extLst>
          </p:cNvPr>
          <p:cNvGrpSpPr/>
          <p:nvPr/>
        </p:nvGrpSpPr>
        <p:grpSpPr>
          <a:xfrm>
            <a:off x="3215980" y="2600135"/>
            <a:ext cx="1451092" cy="1616842"/>
            <a:chOff x="0" y="0"/>
            <a:chExt cx="1905956" cy="2123661"/>
          </a:xfrm>
        </p:grpSpPr>
        <p:sp>
          <p:nvSpPr>
            <p:cNvPr id="54" name="Shape 7">
              <a:extLst>
                <a:ext uri="{FF2B5EF4-FFF2-40B4-BE49-F238E27FC236}">
                  <a16:creationId xmlns:a16="http://schemas.microsoft.com/office/drawing/2014/main" id="{9A6AD041-2840-4EE8-9792-CC309D41A6F3}"/>
                </a:ext>
              </a:extLst>
            </p:cNvPr>
            <p:cNvSpPr/>
            <p:nvPr/>
          </p:nvSpPr>
          <p:spPr>
            <a:xfrm>
              <a:off x="328241" y="0"/>
              <a:ext cx="1577716" cy="1779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822"/>
                  </a:moveTo>
                  <a:lnTo>
                    <a:pt x="21600" y="12821"/>
                  </a:lnTo>
                  <a:cubicBezTo>
                    <a:pt x="19269" y="11104"/>
                    <a:pt x="17179" y="9389"/>
                    <a:pt x="15381" y="7465"/>
                  </a:cubicBezTo>
                  <a:cubicBezTo>
                    <a:pt x="13583" y="5541"/>
                    <a:pt x="12078" y="3408"/>
                    <a:pt x="10919" y="854"/>
                  </a:cubicBezTo>
                  <a:lnTo>
                    <a:pt x="10528" y="0"/>
                  </a:lnTo>
                  <a:lnTo>
                    <a:pt x="0" y="3691"/>
                  </a:lnTo>
                  <a:cubicBezTo>
                    <a:pt x="892" y="7209"/>
                    <a:pt x="2613" y="10536"/>
                    <a:pt x="5035" y="13559"/>
                  </a:cubicBezTo>
                  <a:cubicBezTo>
                    <a:pt x="7457" y="16582"/>
                    <a:pt x="10580" y="19300"/>
                    <a:pt x="14274" y="21600"/>
                  </a:cubicBezTo>
                  <a:lnTo>
                    <a:pt x="14274" y="21600"/>
                  </a:lnTo>
                  <a:lnTo>
                    <a:pt x="21600" y="12822"/>
                  </a:lnTo>
                  <a:close/>
                </a:path>
              </a:pathLst>
            </a:custGeom>
            <a:solidFill>
              <a:schemeClr val="tx2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  <p:sp>
          <p:nvSpPr>
            <p:cNvPr id="55" name="Shape 8">
              <a:extLst>
                <a:ext uri="{FF2B5EF4-FFF2-40B4-BE49-F238E27FC236}">
                  <a16:creationId xmlns:a16="http://schemas.microsoft.com/office/drawing/2014/main" id="{EEA560EF-9A92-418C-805C-6DCF9FF4E900}"/>
                </a:ext>
              </a:extLst>
            </p:cNvPr>
            <p:cNvSpPr/>
            <p:nvPr/>
          </p:nvSpPr>
          <p:spPr>
            <a:xfrm>
              <a:off x="0" y="306927"/>
              <a:ext cx="1375861" cy="1816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32" y="0"/>
                  </a:moveTo>
                  <a:lnTo>
                    <a:pt x="0" y="3163"/>
                  </a:lnTo>
                  <a:cubicBezTo>
                    <a:pt x="941" y="6673"/>
                    <a:pt x="3115" y="10106"/>
                    <a:pt x="6134" y="13250"/>
                  </a:cubicBezTo>
                  <a:cubicBezTo>
                    <a:pt x="9153" y="16393"/>
                    <a:pt x="13018" y="19248"/>
                    <a:pt x="17342" y="21600"/>
                  </a:cubicBezTo>
                  <a:lnTo>
                    <a:pt x="21600" y="17544"/>
                  </a:lnTo>
                  <a:cubicBezTo>
                    <a:pt x="17364" y="15291"/>
                    <a:pt x="13783" y="12628"/>
                    <a:pt x="11006" y="9667"/>
                  </a:cubicBezTo>
                  <a:cubicBezTo>
                    <a:pt x="8228" y="6705"/>
                    <a:pt x="6254" y="3446"/>
                    <a:pt x="5232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CD49EA0D-C775-4DF5-827A-CE741221498E}"/>
              </a:ext>
            </a:extLst>
          </p:cNvPr>
          <p:cNvGrpSpPr/>
          <p:nvPr/>
        </p:nvGrpSpPr>
        <p:grpSpPr>
          <a:xfrm>
            <a:off x="7240429" y="1782263"/>
            <a:ext cx="1777005" cy="2114722"/>
            <a:chOff x="0" y="0"/>
            <a:chExt cx="2334031" cy="2777610"/>
          </a:xfrm>
        </p:grpSpPr>
        <p:sp>
          <p:nvSpPr>
            <p:cNvPr id="57" name="Shape 10">
              <a:extLst>
                <a:ext uri="{FF2B5EF4-FFF2-40B4-BE49-F238E27FC236}">
                  <a16:creationId xmlns:a16="http://schemas.microsoft.com/office/drawing/2014/main" id="{CDB3FE4F-0468-45B5-A4CE-32111317B0FD}"/>
                </a:ext>
              </a:extLst>
            </p:cNvPr>
            <p:cNvSpPr/>
            <p:nvPr/>
          </p:nvSpPr>
          <p:spPr>
            <a:xfrm>
              <a:off x="848419" y="4076"/>
              <a:ext cx="1485613" cy="27735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32" y="0"/>
                  </a:moveTo>
                  <a:cubicBezTo>
                    <a:pt x="18632" y="0"/>
                    <a:pt x="18291" y="2003"/>
                    <a:pt x="17742" y="5289"/>
                  </a:cubicBezTo>
                  <a:cubicBezTo>
                    <a:pt x="17193" y="8575"/>
                    <a:pt x="16436" y="13144"/>
                    <a:pt x="15603" y="18276"/>
                  </a:cubicBezTo>
                  <a:cubicBezTo>
                    <a:pt x="15560" y="18266"/>
                    <a:pt x="13695" y="17825"/>
                    <a:pt x="11816" y="17405"/>
                  </a:cubicBezTo>
                  <a:cubicBezTo>
                    <a:pt x="9906" y="16979"/>
                    <a:pt x="7982" y="16574"/>
                    <a:pt x="7964" y="16570"/>
                  </a:cubicBezTo>
                  <a:lnTo>
                    <a:pt x="6121" y="16135"/>
                  </a:lnTo>
                  <a:cubicBezTo>
                    <a:pt x="5317" y="16844"/>
                    <a:pt x="4405" y="17526"/>
                    <a:pt x="3388" y="18179"/>
                  </a:cubicBezTo>
                  <a:cubicBezTo>
                    <a:pt x="2362" y="18838"/>
                    <a:pt x="1231" y="19467"/>
                    <a:pt x="0" y="20065"/>
                  </a:cubicBezTo>
                  <a:lnTo>
                    <a:pt x="4199" y="21600"/>
                  </a:lnTo>
                  <a:cubicBezTo>
                    <a:pt x="5910" y="20696"/>
                    <a:pt x="7247" y="19860"/>
                    <a:pt x="8255" y="19164"/>
                  </a:cubicBezTo>
                  <a:cubicBezTo>
                    <a:pt x="9263" y="18468"/>
                    <a:pt x="9941" y="17911"/>
                    <a:pt x="10335" y="17566"/>
                  </a:cubicBezTo>
                  <a:lnTo>
                    <a:pt x="19686" y="19629"/>
                  </a:lnTo>
                  <a:lnTo>
                    <a:pt x="19702" y="19633"/>
                  </a:lnTo>
                  <a:lnTo>
                    <a:pt x="19702" y="19629"/>
                  </a:lnTo>
                  <a:lnTo>
                    <a:pt x="21600" y="1120"/>
                  </a:lnTo>
                  <a:lnTo>
                    <a:pt x="18632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  <p:sp>
          <p:nvSpPr>
            <p:cNvPr id="58" name="Shape 11">
              <a:extLst>
                <a:ext uri="{FF2B5EF4-FFF2-40B4-BE49-F238E27FC236}">
                  <a16:creationId xmlns:a16="http://schemas.microsoft.com/office/drawing/2014/main" id="{7ABD3E7E-BC08-41BA-87A5-59E3D6C3C106}"/>
                </a:ext>
              </a:extLst>
            </p:cNvPr>
            <p:cNvSpPr/>
            <p:nvPr/>
          </p:nvSpPr>
          <p:spPr>
            <a:xfrm>
              <a:off x="0" y="0"/>
              <a:ext cx="2131456" cy="25848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6503" y="3372"/>
                    <a:pt x="11103" y="6685"/>
                    <a:pt x="6977" y="9155"/>
                  </a:cubicBezTo>
                  <a:cubicBezTo>
                    <a:pt x="2851" y="11625"/>
                    <a:pt x="0" y="13252"/>
                    <a:pt x="0" y="13252"/>
                  </a:cubicBezTo>
                  <a:lnTo>
                    <a:pt x="3564" y="14397"/>
                  </a:lnTo>
                  <a:cubicBezTo>
                    <a:pt x="3078" y="14910"/>
                    <a:pt x="2566" y="15405"/>
                    <a:pt x="2031" y="15880"/>
                  </a:cubicBezTo>
                  <a:cubicBezTo>
                    <a:pt x="1495" y="16356"/>
                    <a:pt x="935" y="16811"/>
                    <a:pt x="352" y="17246"/>
                  </a:cubicBezTo>
                  <a:lnTo>
                    <a:pt x="8598" y="21600"/>
                  </a:lnTo>
                  <a:cubicBezTo>
                    <a:pt x="9435" y="20956"/>
                    <a:pt x="10209" y="20280"/>
                    <a:pt x="10914" y="19576"/>
                  </a:cubicBezTo>
                  <a:cubicBezTo>
                    <a:pt x="11619" y="18872"/>
                    <a:pt x="12256" y="18139"/>
                    <a:pt x="12818" y="17382"/>
                  </a:cubicBezTo>
                  <a:lnTo>
                    <a:pt x="19489" y="19610"/>
                  </a:lnTo>
                  <a:cubicBezTo>
                    <a:pt x="20069" y="14104"/>
                    <a:pt x="20597" y="9201"/>
                    <a:pt x="20980" y="5675"/>
                  </a:cubicBezTo>
                  <a:cubicBezTo>
                    <a:pt x="21362" y="2149"/>
                    <a:pt x="21600" y="0"/>
                    <a:pt x="21600" y="0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16">
            <a:extLst>
              <a:ext uri="{FF2B5EF4-FFF2-40B4-BE49-F238E27FC236}">
                <a16:creationId xmlns:a16="http://schemas.microsoft.com/office/drawing/2014/main" id="{38BA7CB7-5C1D-456F-9B4B-47AD0A460C2C}"/>
              </a:ext>
            </a:extLst>
          </p:cNvPr>
          <p:cNvGrpSpPr/>
          <p:nvPr/>
        </p:nvGrpSpPr>
        <p:grpSpPr>
          <a:xfrm>
            <a:off x="4176655" y="3515372"/>
            <a:ext cx="1380711" cy="1190690"/>
            <a:chOff x="0" y="0"/>
            <a:chExt cx="1813513" cy="1563926"/>
          </a:xfrm>
        </p:grpSpPr>
        <p:sp>
          <p:nvSpPr>
            <p:cNvPr id="60" name="Shape 13">
              <a:extLst>
                <a:ext uri="{FF2B5EF4-FFF2-40B4-BE49-F238E27FC236}">
                  <a16:creationId xmlns:a16="http://schemas.microsoft.com/office/drawing/2014/main" id="{1412735F-0C71-4DB6-A7C5-C6A91B2E6D9E}"/>
                </a:ext>
              </a:extLst>
            </p:cNvPr>
            <p:cNvSpPr/>
            <p:nvPr/>
          </p:nvSpPr>
          <p:spPr>
            <a:xfrm>
              <a:off x="0" y="2198"/>
              <a:ext cx="819939" cy="1027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50" y="14869"/>
                  </a:moveTo>
                  <a:lnTo>
                    <a:pt x="21600" y="0"/>
                  </a:lnTo>
                  <a:lnTo>
                    <a:pt x="17299" y="1941"/>
                  </a:lnTo>
                  <a:lnTo>
                    <a:pt x="0" y="21600"/>
                  </a:lnTo>
                  <a:lnTo>
                    <a:pt x="9047" y="14893"/>
                  </a:lnTo>
                  <a:lnTo>
                    <a:pt x="9050" y="14869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>
                <a:lnSpc>
                  <a:spcPct val="100000"/>
                </a:lnSpc>
                <a:spcBef>
                  <a:spcPts val="0"/>
                </a:spcBef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800">
                <a:solidFill>
                  <a:schemeClr val="bg1"/>
                </a:solidFill>
              </a:endParaRPr>
            </a:p>
          </p:txBody>
        </p:sp>
        <p:sp>
          <p:nvSpPr>
            <p:cNvPr id="61" name="Shape 14">
              <a:extLst>
                <a:ext uri="{FF2B5EF4-FFF2-40B4-BE49-F238E27FC236}">
                  <a16:creationId xmlns:a16="http://schemas.microsoft.com/office/drawing/2014/main" id="{D8A3C202-4606-4B59-9123-5DE441F51FDA}"/>
                </a:ext>
              </a:extLst>
            </p:cNvPr>
            <p:cNvSpPr/>
            <p:nvPr/>
          </p:nvSpPr>
          <p:spPr>
            <a:xfrm>
              <a:off x="0" y="707637"/>
              <a:ext cx="1804795" cy="856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957" y="0"/>
                  </a:moveTo>
                  <a:lnTo>
                    <a:pt x="0" y="7965"/>
                  </a:lnTo>
                  <a:cubicBezTo>
                    <a:pt x="2801" y="11506"/>
                    <a:pt x="5927" y="14488"/>
                    <a:pt x="9335" y="16798"/>
                  </a:cubicBezTo>
                  <a:cubicBezTo>
                    <a:pt x="12743" y="19108"/>
                    <a:pt x="16433" y="20746"/>
                    <a:pt x="20362" y="21600"/>
                  </a:cubicBezTo>
                  <a:lnTo>
                    <a:pt x="21600" y="12137"/>
                  </a:lnTo>
                  <a:cubicBezTo>
                    <a:pt x="18288" y="11316"/>
                    <a:pt x="15130" y="9835"/>
                    <a:pt x="12174" y="7783"/>
                  </a:cubicBezTo>
                  <a:cubicBezTo>
                    <a:pt x="9217" y="5730"/>
                    <a:pt x="6463" y="3107"/>
                    <a:pt x="3957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  <p:sp>
          <p:nvSpPr>
            <p:cNvPr id="62" name="Shape 15">
              <a:extLst>
                <a:ext uri="{FF2B5EF4-FFF2-40B4-BE49-F238E27FC236}">
                  <a16:creationId xmlns:a16="http://schemas.microsoft.com/office/drawing/2014/main" id="{31293EDC-C2AC-4E5A-8CE1-25A287D7529A}"/>
                </a:ext>
              </a:extLst>
            </p:cNvPr>
            <p:cNvSpPr/>
            <p:nvPr/>
          </p:nvSpPr>
          <p:spPr>
            <a:xfrm>
              <a:off x="333603" y="0"/>
              <a:ext cx="1479911" cy="11948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10" y="0"/>
                  </a:moveTo>
                  <a:lnTo>
                    <a:pt x="0" y="12824"/>
                  </a:lnTo>
                  <a:cubicBezTo>
                    <a:pt x="3091" y="15083"/>
                    <a:pt x="6484" y="16991"/>
                    <a:pt x="10127" y="18482"/>
                  </a:cubicBezTo>
                  <a:cubicBezTo>
                    <a:pt x="13673" y="19934"/>
                    <a:pt x="17459" y="20993"/>
                    <a:pt x="21436" y="21600"/>
                  </a:cubicBezTo>
                  <a:lnTo>
                    <a:pt x="21600" y="8005"/>
                  </a:lnTo>
                  <a:cubicBezTo>
                    <a:pt x="18998" y="7251"/>
                    <a:pt x="16451" y="6143"/>
                    <a:pt x="14010" y="4772"/>
                  </a:cubicBezTo>
                  <a:cubicBezTo>
                    <a:pt x="11588" y="3412"/>
                    <a:pt x="9270" y="1792"/>
                    <a:pt x="7110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Group 20">
            <a:extLst>
              <a:ext uri="{FF2B5EF4-FFF2-40B4-BE49-F238E27FC236}">
                <a16:creationId xmlns:a16="http://schemas.microsoft.com/office/drawing/2014/main" id="{0B1372B4-EFC4-4EEE-88BC-47A3EA961BC0}"/>
              </a:ext>
            </a:extLst>
          </p:cNvPr>
          <p:cNvGrpSpPr/>
          <p:nvPr/>
        </p:nvGrpSpPr>
        <p:grpSpPr>
          <a:xfrm>
            <a:off x="5617667" y="3807470"/>
            <a:ext cx="1201700" cy="921370"/>
            <a:chOff x="0" y="0"/>
            <a:chExt cx="1578388" cy="1210185"/>
          </a:xfrm>
        </p:grpSpPr>
        <p:sp>
          <p:nvSpPr>
            <p:cNvPr id="64" name="Shape 17">
              <a:extLst>
                <a:ext uri="{FF2B5EF4-FFF2-40B4-BE49-F238E27FC236}">
                  <a16:creationId xmlns:a16="http://schemas.microsoft.com/office/drawing/2014/main" id="{BB42D74B-2630-4EDD-B81B-C324F39D43DB}"/>
                </a:ext>
              </a:extLst>
            </p:cNvPr>
            <p:cNvSpPr/>
            <p:nvPr/>
          </p:nvSpPr>
          <p:spPr>
            <a:xfrm>
              <a:off x="0" y="85257"/>
              <a:ext cx="140225" cy="1120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312" y="0"/>
                  </a:moveTo>
                  <a:lnTo>
                    <a:pt x="0" y="3782"/>
                  </a:lnTo>
                  <a:lnTo>
                    <a:pt x="599" y="21600"/>
                  </a:lnTo>
                  <a:lnTo>
                    <a:pt x="21600" y="14378"/>
                  </a:lnTo>
                  <a:lnTo>
                    <a:pt x="13312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  <p:sp>
          <p:nvSpPr>
            <p:cNvPr id="65" name="Shape 18">
              <a:extLst>
                <a:ext uri="{FF2B5EF4-FFF2-40B4-BE49-F238E27FC236}">
                  <a16:creationId xmlns:a16="http://schemas.microsoft.com/office/drawing/2014/main" id="{FEB77EB9-6BFF-4556-838B-0CB35A502FC1}"/>
                </a:ext>
              </a:extLst>
            </p:cNvPr>
            <p:cNvSpPr/>
            <p:nvPr/>
          </p:nvSpPr>
          <p:spPr>
            <a:xfrm>
              <a:off x="85257" y="0"/>
              <a:ext cx="1411513" cy="8476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6" extrusionOk="0">
                  <a:moveTo>
                    <a:pt x="4816" y="2227"/>
                  </a:moveTo>
                  <a:cubicBezTo>
                    <a:pt x="2890" y="2289"/>
                    <a:pt x="1785" y="2439"/>
                    <a:pt x="0" y="2281"/>
                  </a:cubicBezTo>
                  <a:lnTo>
                    <a:pt x="823" y="21291"/>
                  </a:lnTo>
                  <a:cubicBezTo>
                    <a:pt x="2421" y="21489"/>
                    <a:pt x="3260" y="21600"/>
                    <a:pt x="4908" y="21596"/>
                  </a:cubicBezTo>
                  <a:cubicBezTo>
                    <a:pt x="10768" y="21583"/>
                    <a:pt x="16389" y="20263"/>
                    <a:pt x="21600" y="17861"/>
                  </a:cubicBezTo>
                  <a:lnTo>
                    <a:pt x="15056" y="0"/>
                  </a:lnTo>
                  <a:cubicBezTo>
                    <a:pt x="11785" y="1448"/>
                    <a:pt x="8354" y="2112"/>
                    <a:pt x="4816" y="2227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  <p:sp>
          <p:nvSpPr>
            <p:cNvPr id="66" name="Shape 19">
              <a:extLst>
                <a:ext uri="{FF2B5EF4-FFF2-40B4-BE49-F238E27FC236}">
                  <a16:creationId xmlns:a16="http://schemas.microsoft.com/office/drawing/2014/main" id="{67AD372D-B017-4A3D-BED9-54D50BB5B844}"/>
                </a:ext>
              </a:extLst>
            </p:cNvPr>
            <p:cNvSpPr/>
            <p:nvPr/>
          </p:nvSpPr>
          <p:spPr>
            <a:xfrm>
              <a:off x="0" y="699111"/>
              <a:ext cx="1578389" cy="5110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65" extrusionOk="0">
                  <a:moveTo>
                    <a:pt x="5519" y="5827"/>
                  </a:moveTo>
                  <a:cubicBezTo>
                    <a:pt x="4007" y="5827"/>
                    <a:pt x="3330" y="5656"/>
                    <a:pt x="1866" y="5322"/>
                  </a:cubicBezTo>
                  <a:lnTo>
                    <a:pt x="1866" y="5322"/>
                  </a:lnTo>
                  <a:lnTo>
                    <a:pt x="0" y="21317"/>
                  </a:lnTo>
                  <a:cubicBezTo>
                    <a:pt x="1449" y="21521"/>
                    <a:pt x="2922" y="21600"/>
                    <a:pt x="4419" y="21551"/>
                  </a:cubicBezTo>
                  <a:cubicBezTo>
                    <a:pt x="10462" y="21355"/>
                    <a:pt x="16246" y="19029"/>
                    <a:pt x="21600" y="14921"/>
                  </a:cubicBezTo>
                  <a:lnTo>
                    <a:pt x="20446" y="0"/>
                  </a:lnTo>
                  <a:cubicBezTo>
                    <a:pt x="15794" y="3741"/>
                    <a:pt x="10731" y="5827"/>
                    <a:pt x="5519" y="5827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Group 24">
            <a:extLst>
              <a:ext uri="{FF2B5EF4-FFF2-40B4-BE49-F238E27FC236}">
                <a16:creationId xmlns:a16="http://schemas.microsoft.com/office/drawing/2014/main" id="{A15041F2-2E6A-47C7-9DF9-1223B026761F}"/>
              </a:ext>
            </a:extLst>
          </p:cNvPr>
          <p:cNvGrpSpPr/>
          <p:nvPr/>
        </p:nvGrpSpPr>
        <p:grpSpPr>
          <a:xfrm>
            <a:off x="6565360" y="3418007"/>
            <a:ext cx="1428869" cy="1154469"/>
            <a:chOff x="0" y="0"/>
            <a:chExt cx="1876766" cy="1516351"/>
          </a:xfrm>
        </p:grpSpPr>
        <p:sp>
          <p:nvSpPr>
            <p:cNvPr id="68" name="Shape 21">
              <a:extLst>
                <a:ext uri="{FF2B5EF4-FFF2-40B4-BE49-F238E27FC236}">
                  <a16:creationId xmlns:a16="http://schemas.microsoft.com/office/drawing/2014/main" id="{6297781A-C431-4E24-A1FD-3CAB3E3BF7BC}"/>
                </a:ext>
              </a:extLst>
            </p:cNvPr>
            <p:cNvSpPr/>
            <p:nvPr/>
          </p:nvSpPr>
          <p:spPr>
            <a:xfrm>
              <a:off x="0" y="460390"/>
              <a:ext cx="546547" cy="105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6" y="3354"/>
                  </a:lnTo>
                  <a:lnTo>
                    <a:pt x="21600" y="21600"/>
                  </a:lnTo>
                  <a:lnTo>
                    <a:pt x="18943" y="14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  <p:sp>
          <p:nvSpPr>
            <p:cNvPr id="69" name="Shape 22">
              <a:extLst>
                <a:ext uri="{FF2B5EF4-FFF2-40B4-BE49-F238E27FC236}">
                  <a16:creationId xmlns:a16="http://schemas.microsoft.com/office/drawing/2014/main" id="{F02FF161-A9ED-44F7-8686-6D9053A945C3}"/>
                </a:ext>
              </a:extLst>
            </p:cNvPr>
            <p:cNvSpPr/>
            <p:nvPr/>
          </p:nvSpPr>
          <p:spPr>
            <a:xfrm>
              <a:off x="477442" y="549911"/>
              <a:ext cx="1399325" cy="9616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510"/>
                  </a:moveTo>
                  <a:lnTo>
                    <a:pt x="1038" y="21600"/>
                  </a:lnTo>
                  <a:cubicBezTo>
                    <a:pt x="5082" y="19797"/>
                    <a:pt x="8865" y="17326"/>
                    <a:pt x="12316" y="14451"/>
                  </a:cubicBezTo>
                  <a:cubicBezTo>
                    <a:pt x="15767" y="11576"/>
                    <a:pt x="18885" y="8296"/>
                    <a:pt x="21600" y="4876"/>
                  </a:cubicBezTo>
                  <a:lnTo>
                    <a:pt x="17554" y="0"/>
                  </a:lnTo>
                  <a:cubicBezTo>
                    <a:pt x="15049" y="2958"/>
                    <a:pt x="12415" y="5541"/>
                    <a:pt x="9535" y="7778"/>
                  </a:cubicBezTo>
                  <a:cubicBezTo>
                    <a:pt x="6643" y="10025"/>
                    <a:pt x="3503" y="11924"/>
                    <a:pt x="0" y="1351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  <p:sp>
          <p:nvSpPr>
            <p:cNvPr id="70" name="Shape 23">
              <a:extLst>
                <a:ext uri="{FF2B5EF4-FFF2-40B4-BE49-F238E27FC236}">
                  <a16:creationId xmlns:a16="http://schemas.microsoft.com/office/drawing/2014/main" id="{9E8018E4-BF9B-408B-9454-AD90802CC2B2}"/>
                </a:ext>
              </a:extLst>
            </p:cNvPr>
            <p:cNvSpPr/>
            <p:nvPr/>
          </p:nvSpPr>
          <p:spPr>
            <a:xfrm>
              <a:off x="0" y="0"/>
              <a:ext cx="1616530" cy="1154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88"/>
                  </a:moveTo>
                  <a:lnTo>
                    <a:pt x="6404" y="21600"/>
                  </a:lnTo>
                  <a:cubicBezTo>
                    <a:pt x="9435" y="20295"/>
                    <a:pt x="12153" y="18708"/>
                    <a:pt x="14655" y="16825"/>
                  </a:cubicBezTo>
                  <a:cubicBezTo>
                    <a:pt x="17156" y="14942"/>
                    <a:pt x="19440" y="12762"/>
                    <a:pt x="21600" y="10272"/>
                  </a:cubicBezTo>
                  <a:lnTo>
                    <a:pt x="11130" y="0"/>
                  </a:lnTo>
                  <a:cubicBezTo>
                    <a:pt x="9488" y="1876"/>
                    <a:pt x="7728" y="3548"/>
                    <a:pt x="5866" y="4988"/>
                  </a:cubicBezTo>
                  <a:cubicBezTo>
                    <a:pt x="4005" y="6428"/>
                    <a:pt x="2043" y="7637"/>
                    <a:pt x="0" y="8588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/>
              <a:endParaRPr sz="105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FBD1409-7B73-4022-AFC4-65C899C692AE}"/>
              </a:ext>
            </a:extLst>
          </p:cNvPr>
          <p:cNvGrpSpPr/>
          <p:nvPr/>
        </p:nvGrpSpPr>
        <p:grpSpPr>
          <a:xfrm>
            <a:off x="1125434" y="3949040"/>
            <a:ext cx="2197547" cy="891246"/>
            <a:chOff x="1125434" y="3949040"/>
            <a:chExt cx="2197547" cy="891246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709F413-F8FF-45AB-97FF-B39682A12107}"/>
                </a:ext>
              </a:extLst>
            </p:cNvPr>
            <p:cNvSpPr/>
            <p:nvPr/>
          </p:nvSpPr>
          <p:spPr>
            <a:xfrm>
              <a:off x="1532350" y="3949040"/>
              <a:ext cx="1548571" cy="2970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D1D3056-8C29-4D43-83D3-D60F470A1476}"/>
                </a:ext>
              </a:extLst>
            </p:cNvPr>
            <p:cNvSpPr/>
            <p:nvPr/>
          </p:nvSpPr>
          <p:spPr>
            <a:xfrm>
              <a:off x="1532351" y="4208062"/>
              <a:ext cx="1790630" cy="6322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509856E-0B47-49F5-977A-47EC9C4F69F3}"/>
                </a:ext>
              </a:extLst>
            </p:cNvPr>
            <p:cNvSpPr/>
            <p:nvPr/>
          </p:nvSpPr>
          <p:spPr>
            <a:xfrm>
              <a:off x="1125434" y="4028023"/>
              <a:ext cx="324098" cy="32409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F517422-7353-4CAB-BBD7-E415BB3FB961}"/>
              </a:ext>
            </a:extLst>
          </p:cNvPr>
          <p:cNvGrpSpPr/>
          <p:nvPr/>
        </p:nvGrpSpPr>
        <p:grpSpPr>
          <a:xfrm>
            <a:off x="2442176" y="4914302"/>
            <a:ext cx="2197547" cy="897206"/>
            <a:chOff x="2442176" y="4914302"/>
            <a:chExt cx="2197547" cy="897206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115E595-9B79-49FA-92F6-47926B600C72}"/>
                </a:ext>
              </a:extLst>
            </p:cNvPr>
            <p:cNvSpPr/>
            <p:nvPr/>
          </p:nvSpPr>
          <p:spPr>
            <a:xfrm>
              <a:off x="2849092" y="4914302"/>
              <a:ext cx="1548571" cy="2799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0DD5FDA-9740-48E0-9C49-0298D7E1F0D0}"/>
                </a:ext>
              </a:extLst>
            </p:cNvPr>
            <p:cNvSpPr/>
            <p:nvPr/>
          </p:nvSpPr>
          <p:spPr>
            <a:xfrm>
              <a:off x="2849093" y="5173324"/>
              <a:ext cx="1790630" cy="6381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56CFEBB-3418-4805-98F3-CA4281CFDD2C}"/>
                </a:ext>
              </a:extLst>
            </p:cNvPr>
            <p:cNvSpPr/>
            <p:nvPr/>
          </p:nvSpPr>
          <p:spPr>
            <a:xfrm>
              <a:off x="2442176" y="4993285"/>
              <a:ext cx="324098" cy="3240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2801968-34BE-4C14-AC08-87BDDD1437B1}"/>
              </a:ext>
            </a:extLst>
          </p:cNvPr>
          <p:cNvGrpSpPr/>
          <p:nvPr/>
        </p:nvGrpSpPr>
        <p:grpSpPr>
          <a:xfrm>
            <a:off x="4924759" y="5477966"/>
            <a:ext cx="2197547" cy="897205"/>
            <a:chOff x="4924759" y="5477966"/>
            <a:chExt cx="2197547" cy="897205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8866791-6C25-4BA2-AD74-8CF8D569E9A2}"/>
                </a:ext>
              </a:extLst>
            </p:cNvPr>
            <p:cNvSpPr/>
            <p:nvPr/>
          </p:nvSpPr>
          <p:spPr>
            <a:xfrm>
              <a:off x="5331675" y="5477966"/>
              <a:ext cx="1548571" cy="2799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110DD61-4ED1-4F53-824D-F4FBF72F9C10}"/>
                </a:ext>
              </a:extLst>
            </p:cNvPr>
            <p:cNvSpPr/>
            <p:nvPr/>
          </p:nvSpPr>
          <p:spPr>
            <a:xfrm>
              <a:off x="5331676" y="5736987"/>
              <a:ext cx="1790630" cy="6381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F9EBBAD-8999-4E74-A801-C6F42328353C}"/>
                </a:ext>
              </a:extLst>
            </p:cNvPr>
            <p:cNvSpPr/>
            <p:nvPr/>
          </p:nvSpPr>
          <p:spPr>
            <a:xfrm>
              <a:off x="4924759" y="5556949"/>
              <a:ext cx="324098" cy="3240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0D0810-EED6-4BE7-B89D-B0E93725F5BF}"/>
              </a:ext>
            </a:extLst>
          </p:cNvPr>
          <p:cNvGrpSpPr/>
          <p:nvPr/>
        </p:nvGrpSpPr>
        <p:grpSpPr>
          <a:xfrm>
            <a:off x="7610787" y="4923349"/>
            <a:ext cx="2197547" cy="897205"/>
            <a:chOff x="7610787" y="4923349"/>
            <a:chExt cx="2197547" cy="89720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900343E-BD19-4BA8-B1D4-076B857964E2}"/>
                </a:ext>
              </a:extLst>
            </p:cNvPr>
            <p:cNvSpPr/>
            <p:nvPr/>
          </p:nvSpPr>
          <p:spPr>
            <a:xfrm>
              <a:off x="8017703" y="4923349"/>
              <a:ext cx="1548571" cy="2799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80816D3-379E-42E8-BF06-E9F950D3E64C}"/>
                </a:ext>
              </a:extLst>
            </p:cNvPr>
            <p:cNvSpPr/>
            <p:nvPr/>
          </p:nvSpPr>
          <p:spPr>
            <a:xfrm>
              <a:off x="8017704" y="5182370"/>
              <a:ext cx="1790630" cy="6381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B054E543-A144-44F0-884C-336F6045F829}"/>
                </a:ext>
              </a:extLst>
            </p:cNvPr>
            <p:cNvSpPr/>
            <p:nvPr/>
          </p:nvSpPr>
          <p:spPr>
            <a:xfrm>
              <a:off x="7610787" y="5002331"/>
              <a:ext cx="324098" cy="3240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2F16C3-D3F8-490B-B0A3-EDA1AA633DEB}"/>
              </a:ext>
            </a:extLst>
          </p:cNvPr>
          <p:cNvGrpSpPr/>
          <p:nvPr/>
        </p:nvGrpSpPr>
        <p:grpSpPr>
          <a:xfrm>
            <a:off x="9317350" y="3943995"/>
            <a:ext cx="2197547" cy="897206"/>
            <a:chOff x="9317350" y="3943995"/>
            <a:chExt cx="2197547" cy="897206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5DCAC7E-54B7-4A99-943C-6A524189AB11}"/>
                </a:ext>
              </a:extLst>
            </p:cNvPr>
            <p:cNvSpPr/>
            <p:nvPr/>
          </p:nvSpPr>
          <p:spPr>
            <a:xfrm>
              <a:off x="9724267" y="3943995"/>
              <a:ext cx="1548571" cy="2799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6D61DC5F-4A37-43EE-AE3E-5659C8BB085F}"/>
                </a:ext>
              </a:extLst>
            </p:cNvPr>
            <p:cNvSpPr/>
            <p:nvPr/>
          </p:nvSpPr>
          <p:spPr>
            <a:xfrm>
              <a:off x="9724267" y="4203017"/>
              <a:ext cx="1790630" cy="6381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71DAD474-CE9C-41DC-ADE1-6675897EFD3F}"/>
                </a:ext>
              </a:extLst>
            </p:cNvPr>
            <p:cNvSpPr/>
            <p:nvPr/>
          </p:nvSpPr>
          <p:spPr>
            <a:xfrm>
              <a:off x="9317350" y="4022978"/>
              <a:ext cx="324098" cy="32409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3" name="Arc 2">
            <a:extLst>
              <a:ext uri="{FF2B5EF4-FFF2-40B4-BE49-F238E27FC236}">
                <a16:creationId xmlns:a16="http://schemas.microsoft.com/office/drawing/2014/main" id="{4EC2A04F-FEF8-4A84-8341-C0C741CB3558}"/>
              </a:ext>
            </a:extLst>
          </p:cNvPr>
          <p:cNvSpPr/>
          <p:nvPr/>
        </p:nvSpPr>
        <p:spPr>
          <a:xfrm rot="16200000">
            <a:off x="3093359" y="3569905"/>
            <a:ext cx="1201188" cy="1201188"/>
          </a:xfrm>
          <a:prstGeom prst="arc">
            <a:avLst>
              <a:gd name="adj1" fmla="val 17022451"/>
              <a:gd name="adj2" fmla="val 21000127"/>
            </a:avLst>
          </a:prstGeom>
          <a:ln w="57150">
            <a:solidFill>
              <a:schemeClr val="tx2">
                <a:lumMod val="7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Arc 97">
            <a:extLst>
              <a:ext uri="{FF2B5EF4-FFF2-40B4-BE49-F238E27FC236}">
                <a16:creationId xmlns:a16="http://schemas.microsoft.com/office/drawing/2014/main" id="{DDEB3890-1703-4191-8983-420AC4B92621}"/>
              </a:ext>
            </a:extLst>
          </p:cNvPr>
          <p:cNvSpPr/>
          <p:nvPr/>
        </p:nvSpPr>
        <p:spPr>
          <a:xfrm rot="16200000">
            <a:off x="4219400" y="4488383"/>
            <a:ext cx="1201188" cy="1201188"/>
          </a:xfrm>
          <a:prstGeom prst="arc">
            <a:avLst>
              <a:gd name="adj1" fmla="val 17022451"/>
              <a:gd name="adj2" fmla="val 21000127"/>
            </a:avLst>
          </a:prstGeom>
          <a:ln w="57150">
            <a:solidFill>
              <a:srgbClr val="C55A1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7888688A-52ED-4E67-88C9-E378A794D858}"/>
              </a:ext>
            </a:extLst>
          </p:cNvPr>
          <p:cNvSpPr/>
          <p:nvPr/>
        </p:nvSpPr>
        <p:spPr>
          <a:xfrm rot="5400000" flipH="1">
            <a:off x="8201765" y="3218169"/>
            <a:ext cx="1201188" cy="1201188"/>
          </a:xfrm>
          <a:prstGeom prst="arc">
            <a:avLst>
              <a:gd name="adj1" fmla="val 17022451"/>
              <a:gd name="adj2" fmla="val 21000127"/>
            </a:avLst>
          </a:prstGeom>
          <a:ln w="57150">
            <a:solidFill>
              <a:srgbClr val="2E75B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9E0AA7F3-1832-4128-BB84-AC654132CCE7}"/>
              </a:ext>
            </a:extLst>
          </p:cNvPr>
          <p:cNvSpPr/>
          <p:nvPr/>
        </p:nvSpPr>
        <p:spPr>
          <a:xfrm rot="5400000" flipH="1">
            <a:off x="6792216" y="4286775"/>
            <a:ext cx="1201188" cy="1201188"/>
          </a:xfrm>
          <a:prstGeom prst="arc">
            <a:avLst>
              <a:gd name="adj1" fmla="val 17022451"/>
              <a:gd name="adj2" fmla="val 21000127"/>
            </a:avLst>
          </a:prstGeom>
          <a:ln w="57150">
            <a:solidFill>
              <a:srgbClr val="BF9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Arc 102">
            <a:extLst>
              <a:ext uri="{FF2B5EF4-FFF2-40B4-BE49-F238E27FC236}">
                <a16:creationId xmlns:a16="http://schemas.microsoft.com/office/drawing/2014/main" id="{26EAF177-3F17-4497-A83A-F00C326E1BD2}"/>
              </a:ext>
            </a:extLst>
          </p:cNvPr>
          <p:cNvSpPr/>
          <p:nvPr/>
        </p:nvSpPr>
        <p:spPr>
          <a:xfrm rot="8009649" flipH="1">
            <a:off x="5099335" y="4433507"/>
            <a:ext cx="1201188" cy="1201188"/>
          </a:xfrm>
          <a:prstGeom prst="arc">
            <a:avLst>
              <a:gd name="adj1" fmla="val 17022451"/>
              <a:gd name="adj2" fmla="val 21000127"/>
            </a:avLst>
          </a:prstGeom>
          <a:ln w="57150">
            <a:solidFill>
              <a:srgbClr val="7C7C7C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9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00"/>
                            </p:stCondLst>
                            <p:childTnLst>
                              <p:par>
                                <p:cTn id="6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8" grpId="0" animBg="1"/>
      <p:bldP spid="99" grpId="0" animBg="1"/>
      <p:bldP spid="100" grpId="0" animBg="1"/>
      <p:bldP spid="10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4">
            <a:extLst>
              <a:ext uri="{FF2B5EF4-FFF2-40B4-BE49-F238E27FC236}">
                <a16:creationId xmlns:a16="http://schemas.microsoft.com/office/drawing/2014/main" id="{BF6EC59F-818F-400A-8657-BAC36AD3543C}"/>
              </a:ext>
            </a:extLst>
          </p:cNvPr>
          <p:cNvSpPr txBox="1">
            <a:spLocks/>
          </p:cNvSpPr>
          <p:nvPr/>
        </p:nvSpPr>
        <p:spPr>
          <a:xfrm>
            <a:off x="592436" y="580809"/>
            <a:ext cx="11000037" cy="587039"/>
          </a:xfrm>
          <a:prstGeom prst="rect">
            <a:avLst/>
          </a:prstGeom>
        </p:spPr>
        <p:txBody>
          <a:bodyPr/>
          <a:lstStyle>
            <a:lvl1pPr algn="l" defTabSz="14607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2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Infographic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9BE7F95-3C36-4205-80C5-08522099EA6D}"/>
              </a:ext>
            </a:extLst>
          </p:cNvPr>
          <p:cNvGrpSpPr/>
          <p:nvPr/>
        </p:nvGrpSpPr>
        <p:grpSpPr>
          <a:xfrm>
            <a:off x="5738496" y="1183554"/>
            <a:ext cx="707917" cy="130783"/>
            <a:chOff x="1110190" y="3155259"/>
            <a:chExt cx="1133316" cy="209373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BB02D2E3-9C58-46AA-89B4-A27894A31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90" y="3155259"/>
              <a:ext cx="202111" cy="2093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6" name="Freeform 5">
              <a:extLst>
                <a:ext uri="{FF2B5EF4-FFF2-40B4-BE49-F238E27FC236}">
                  <a16:creationId xmlns:a16="http://schemas.microsoft.com/office/drawing/2014/main" id="{E6FE7608-9EEC-4B14-B67F-C73AFCB77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53" y="3155259"/>
              <a:ext cx="202111" cy="209373"/>
            </a:xfrm>
            <a:prstGeom prst="ellipse">
              <a:avLst/>
            </a:prstGeom>
            <a:solidFill>
              <a:schemeClr val="bg1">
                <a:lumMod val="85000"/>
                <a:alpha val="98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7" name="Freeform 5">
              <a:extLst>
                <a:ext uri="{FF2B5EF4-FFF2-40B4-BE49-F238E27FC236}">
                  <a16:creationId xmlns:a16="http://schemas.microsoft.com/office/drawing/2014/main" id="{7788DB01-F4A6-4D76-B6A3-4DE413C10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115" y="3155259"/>
              <a:ext cx="202111" cy="20937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B5E48C15-43C5-493A-942B-C132BC3E9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395" y="3155259"/>
              <a:ext cx="202111" cy="2093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</p:grpSp>
      <p:sp>
        <p:nvSpPr>
          <p:cNvPr id="46" name="Freeform 61">
            <a:extLst>
              <a:ext uri="{FF2B5EF4-FFF2-40B4-BE49-F238E27FC236}">
                <a16:creationId xmlns:a16="http://schemas.microsoft.com/office/drawing/2014/main" id="{18ECC9D2-0240-4906-9F6C-22F06C8B25BD}"/>
              </a:ext>
            </a:extLst>
          </p:cNvPr>
          <p:cNvSpPr/>
          <p:nvPr/>
        </p:nvSpPr>
        <p:spPr>
          <a:xfrm>
            <a:off x="7450058" y="4177910"/>
            <a:ext cx="1006491" cy="969306"/>
          </a:xfrm>
          <a:custGeom>
            <a:avLst/>
            <a:gdLst>
              <a:gd name="connsiteX0" fmla="*/ 825501 w 1651002"/>
              <a:gd name="connsiteY0" fmla="*/ 0 h 1590006"/>
              <a:gd name="connsiteX1" fmla="*/ 1651002 w 1651002"/>
              <a:gd name="connsiteY1" fmla="*/ 825502 h 1590006"/>
              <a:gd name="connsiteX2" fmla="*/ 1287047 w 1651002"/>
              <a:gd name="connsiteY2" fmla="*/ 1510021 h 1590006"/>
              <a:gd name="connsiteX3" fmla="*/ 1268535 w 1651002"/>
              <a:gd name="connsiteY3" fmla="*/ 1520069 h 1590006"/>
              <a:gd name="connsiteX4" fmla="*/ 1275536 w 1651002"/>
              <a:gd name="connsiteY4" fmla="*/ 1502725 h 1590006"/>
              <a:gd name="connsiteX5" fmla="*/ 1304191 w 1651002"/>
              <a:gd name="connsiteY5" fmla="*/ 1315615 h 1590006"/>
              <a:gd name="connsiteX6" fmla="*/ 1341017 w 1651002"/>
              <a:gd name="connsiteY6" fmla="*/ 963239 h 1590006"/>
              <a:gd name="connsiteX7" fmla="*/ 1382628 w 1651002"/>
              <a:gd name="connsiteY7" fmla="*/ 612313 h 1590006"/>
              <a:gd name="connsiteX8" fmla="*/ 1368563 w 1651002"/>
              <a:gd name="connsiteY8" fmla="*/ 548696 h 1590006"/>
              <a:gd name="connsiteX9" fmla="*/ 1324501 w 1651002"/>
              <a:gd name="connsiteY9" fmla="*/ 513565 h 1590006"/>
              <a:gd name="connsiteX10" fmla="*/ 1326252 w 1651002"/>
              <a:gd name="connsiteY10" fmla="*/ 511885 h 1590006"/>
              <a:gd name="connsiteX11" fmla="*/ 1262230 w 1651002"/>
              <a:gd name="connsiteY11" fmla="*/ 526013 h 1590006"/>
              <a:gd name="connsiteX12" fmla="*/ 1227155 w 1651002"/>
              <a:gd name="connsiteY12" fmla="*/ 581001 h 1590006"/>
              <a:gd name="connsiteX13" fmla="*/ 1133953 w 1651002"/>
              <a:gd name="connsiteY13" fmla="*/ 922227 h 1590006"/>
              <a:gd name="connsiteX14" fmla="*/ 1105065 w 1651002"/>
              <a:gd name="connsiteY14" fmla="*/ 918103 h 1590006"/>
              <a:gd name="connsiteX15" fmla="*/ 1105415 w 1651002"/>
              <a:gd name="connsiteY15" fmla="*/ 917721 h 1590006"/>
              <a:gd name="connsiteX16" fmla="*/ 1097828 w 1651002"/>
              <a:gd name="connsiteY16" fmla="*/ 916728 h 1590006"/>
              <a:gd name="connsiteX17" fmla="*/ 1194473 w 1651002"/>
              <a:gd name="connsiteY17" fmla="*/ 365023 h 1590006"/>
              <a:gd name="connsiteX18" fmla="*/ 1180408 w 1651002"/>
              <a:gd name="connsiteY18" fmla="*/ 301406 h 1590006"/>
              <a:gd name="connsiteX19" fmla="*/ 1125374 w 1651002"/>
              <a:gd name="connsiteY19" fmla="*/ 266275 h 1590006"/>
              <a:gd name="connsiteX20" fmla="*/ 1116445 w 1651002"/>
              <a:gd name="connsiteY20" fmla="*/ 264595 h 1590006"/>
              <a:gd name="connsiteX21" fmla="*/ 1052774 w 1651002"/>
              <a:gd name="connsiteY21" fmla="*/ 279029 h 1590006"/>
              <a:gd name="connsiteX22" fmla="*/ 1017349 w 1651002"/>
              <a:gd name="connsiteY22" fmla="*/ 334016 h 1590006"/>
              <a:gd name="connsiteX23" fmla="*/ 920354 w 1651002"/>
              <a:gd name="connsiteY23" fmla="*/ 890228 h 1590006"/>
              <a:gd name="connsiteX24" fmla="*/ 884929 w 1651002"/>
              <a:gd name="connsiteY24" fmla="*/ 885722 h 1590006"/>
              <a:gd name="connsiteX25" fmla="*/ 920354 w 1651002"/>
              <a:gd name="connsiteY25" fmla="*/ 232595 h 1590006"/>
              <a:gd name="connsiteX26" fmla="*/ 901795 w 1651002"/>
              <a:gd name="connsiteY26" fmla="*/ 169971 h 1590006"/>
              <a:gd name="connsiteX27" fmla="*/ 844368 w 1651002"/>
              <a:gd name="connsiteY27" fmla="*/ 138659 h 1590006"/>
              <a:gd name="connsiteX28" fmla="*/ 835089 w 1651002"/>
              <a:gd name="connsiteY28" fmla="*/ 137971 h 1590006"/>
              <a:gd name="connsiteX29" fmla="*/ 772468 w 1651002"/>
              <a:gd name="connsiteY29" fmla="*/ 156530 h 1590006"/>
              <a:gd name="connsiteX30" fmla="*/ 741186 w 1651002"/>
              <a:gd name="connsiteY30" fmla="*/ 213655 h 1590006"/>
              <a:gd name="connsiteX31" fmla="*/ 707104 w 1651002"/>
              <a:gd name="connsiteY31" fmla="*/ 859603 h 1590006"/>
              <a:gd name="connsiteX32" fmla="*/ 673080 w 1651002"/>
              <a:gd name="connsiteY32" fmla="*/ 855479 h 1590006"/>
              <a:gd name="connsiteX33" fmla="*/ 596686 w 1651002"/>
              <a:gd name="connsiteY33" fmla="*/ 372889 h 1590006"/>
              <a:gd name="connsiteX34" fmla="*/ 565754 w 1651002"/>
              <a:gd name="connsiteY34" fmla="*/ 315458 h 1590006"/>
              <a:gd name="connsiteX35" fmla="*/ 503134 w 1651002"/>
              <a:gd name="connsiteY35" fmla="*/ 296900 h 1590006"/>
              <a:gd name="connsiteX36" fmla="*/ 493854 w 1651002"/>
              <a:gd name="connsiteY36" fmla="*/ 297969 h 1590006"/>
              <a:gd name="connsiteX37" fmla="*/ 436427 w 1651002"/>
              <a:gd name="connsiteY37" fmla="*/ 329205 h 1590006"/>
              <a:gd name="connsiteX38" fmla="*/ 417869 w 1651002"/>
              <a:gd name="connsiteY38" fmla="*/ 391524 h 1590006"/>
              <a:gd name="connsiteX39" fmla="*/ 468351 w 1651002"/>
              <a:gd name="connsiteY39" fmla="*/ 794840 h 1590006"/>
              <a:gd name="connsiteX40" fmla="*/ 518716 w 1651002"/>
              <a:gd name="connsiteY40" fmla="*/ 1076115 h 1590006"/>
              <a:gd name="connsiteX41" fmla="*/ 520175 w 1651002"/>
              <a:gd name="connsiteY41" fmla="*/ 1146377 h 1590006"/>
              <a:gd name="connsiteX42" fmla="*/ 501208 w 1651002"/>
              <a:gd name="connsiteY42" fmla="*/ 1176009 h 1590006"/>
              <a:gd name="connsiteX43" fmla="*/ 418861 w 1651002"/>
              <a:gd name="connsiteY43" fmla="*/ 1166004 h 1590006"/>
              <a:gd name="connsiteX44" fmla="*/ 353088 w 1651002"/>
              <a:gd name="connsiteY44" fmla="*/ 1094979 h 1590006"/>
              <a:gd name="connsiteX45" fmla="*/ 279029 w 1651002"/>
              <a:gd name="connsiteY45" fmla="*/ 1029987 h 1590006"/>
              <a:gd name="connsiteX46" fmla="*/ 218275 w 1651002"/>
              <a:gd name="connsiteY46" fmla="*/ 1001959 h 1590006"/>
              <a:gd name="connsiteX47" fmla="*/ 153320 w 1651002"/>
              <a:gd name="connsiteY47" fmla="*/ 1025557 h 1590006"/>
              <a:gd name="connsiteX48" fmla="*/ 128050 w 1651002"/>
              <a:gd name="connsiteY48" fmla="*/ 1093604 h 1590006"/>
              <a:gd name="connsiteX49" fmla="*/ 155771 w 1651002"/>
              <a:gd name="connsiteY49" fmla="*/ 1157145 h 1590006"/>
              <a:gd name="connsiteX50" fmla="*/ 464812 w 1651002"/>
              <a:gd name="connsiteY50" fmla="*/ 1539306 h 1590006"/>
              <a:gd name="connsiteX51" fmla="*/ 516657 w 1651002"/>
              <a:gd name="connsiteY51" fmla="*/ 1590006 h 1590006"/>
              <a:gd name="connsiteX52" fmla="*/ 504179 w 1651002"/>
              <a:gd name="connsiteY52" fmla="*/ 1586132 h 1590006"/>
              <a:gd name="connsiteX53" fmla="*/ 0 w 1651002"/>
              <a:gd name="connsiteY53" fmla="*/ 825502 h 1590006"/>
              <a:gd name="connsiteX54" fmla="*/ 825501 w 1651002"/>
              <a:gd name="connsiteY54" fmla="*/ 0 h 159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651002" h="1590006">
                <a:moveTo>
                  <a:pt x="825501" y="0"/>
                </a:moveTo>
                <a:cubicBezTo>
                  <a:pt x="1281413" y="0"/>
                  <a:pt x="1651002" y="369590"/>
                  <a:pt x="1651002" y="825502"/>
                </a:cubicBezTo>
                <a:cubicBezTo>
                  <a:pt x="1651002" y="1110447"/>
                  <a:pt x="1506631" y="1361673"/>
                  <a:pt x="1287047" y="1510021"/>
                </a:cubicBezTo>
                <a:lnTo>
                  <a:pt x="1268535" y="1520069"/>
                </a:lnTo>
                <a:lnTo>
                  <a:pt x="1275536" y="1502725"/>
                </a:lnTo>
                <a:cubicBezTo>
                  <a:pt x="1294678" y="1442620"/>
                  <a:pt x="1299056" y="1378698"/>
                  <a:pt x="1304191" y="1315615"/>
                </a:cubicBezTo>
                <a:cubicBezTo>
                  <a:pt x="1313821" y="1197927"/>
                  <a:pt x="1327302" y="1080545"/>
                  <a:pt x="1341017" y="963239"/>
                </a:cubicBezTo>
                <a:cubicBezTo>
                  <a:pt x="1354673" y="846238"/>
                  <a:pt x="1368563" y="729237"/>
                  <a:pt x="1382628" y="612313"/>
                </a:cubicBezTo>
                <a:cubicBezTo>
                  <a:pt x="1386071" y="589172"/>
                  <a:pt x="1380527" y="566796"/>
                  <a:pt x="1368563" y="548696"/>
                </a:cubicBezTo>
                <a:cubicBezTo>
                  <a:pt x="1358233" y="533116"/>
                  <a:pt x="1343176" y="520591"/>
                  <a:pt x="1324501" y="513565"/>
                </a:cubicBezTo>
                <a:lnTo>
                  <a:pt x="1326252" y="511885"/>
                </a:lnTo>
                <a:cubicBezTo>
                  <a:pt x="1303024" y="507761"/>
                  <a:pt x="1280205" y="513489"/>
                  <a:pt x="1262230" y="526013"/>
                </a:cubicBezTo>
                <a:cubicBezTo>
                  <a:pt x="1244313" y="538462"/>
                  <a:pt x="1231240" y="557784"/>
                  <a:pt x="1227155" y="581001"/>
                </a:cubicBezTo>
                <a:lnTo>
                  <a:pt x="1133953" y="922227"/>
                </a:lnTo>
                <a:lnTo>
                  <a:pt x="1105065" y="918103"/>
                </a:lnTo>
                <a:lnTo>
                  <a:pt x="1105415" y="917721"/>
                </a:lnTo>
                <a:lnTo>
                  <a:pt x="1097828" y="916728"/>
                </a:lnTo>
                <a:lnTo>
                  <a:pt x="1194473" y="365023"/>
                </a:lnTo>
                <a:cubicBezTo>
                  <a:pt x="1198617" y="341806"/>
                  <a:pt x="1192898" y="319200"/>
                  <a:pt x="1180408" y="301406"/>
                </a:cubicBezTo>
                <a:cubicBezTo>
                  <a:pt x="1167861" y="283535"/>
                  <a:pt x="1148544" y="270399"/>
                  <a:pt x="1125374" y="266275"/>
                </a:cubicBezTo>
                <a:lnTo>
                  <a:pt x="1116445" y="264595"/>
                </a:lnTo>
                <a:cubicBezTo>
                  <a:pt x="1093218" y="260471"/>
                  <a:pt x="1070749" y="266428"/>
                  <a:pt x="1052774" y="279029"/>
                </a:cubicBezTo>
                <a:cubicBezTo>
                  <a:pt x="1034857" y="291630"/>
                  <a:pt x="1021434" y="310876"/>
                  <a:pt x="1017349" y="334016"/>
                </a:cubicBezTo>
                <a:lnTo>
                  <a:pt x="920354" y="890228"/>
                </a:lnTo>
                <a:lnTo>
                  <a:pt x="884929" y="885722"/>
                </a:lnTo>
                <a:lnTo>
                  <a:pt x="920354" y="232595"/>
                </a:lnTo>
                <a:cubicBezTo>
                  <a:pt x="922805" y="209149"/>
                  <a:pt x="915568" y="187002"/>
                  <a:pt x="901795" y="169971"/>
                </a:cubicBezTo>
                <a:cubicBezTo>
                  <a:pt x="888022" y="152940"/>
                  <a:pt x="867771" y="141103"/>
                  <a:pt x="844368" y="138659"/>
                </a:cubicBezTo>
                <a:lnTo>
                  <a:pt x="835089" y="137971"/>
                </a:lnTo>
                <a:cubicBezTo>
                  <a:pt x="811628" y="135528"/>
                  <a:pt x="789451" y="142859"/>
                  <a:pt x="772468" y="156530"/>
                </a:cubicBezTo>
                <a:cubicBezTo>
                  <a:pt x="755485" y="170276"/>
                  <a:pt x="743638" y="190209"/>
                  <a:pt x="741186" y="213655"/>
                </a:cubicBezTo>
                <a:lnTo>
                  <a:pt x="707104" y="859603"/>
                </a:lnTo>
                <a:lnTo>
                  <a:pt x="673080" y="855479"/>
                </a:lnTo>
                <a:lnTo>
                  <a:pt x="596686" y="372889"/>
                </a:lnTo>
                <a:cubicBezTo>
                  <a:pt x="594234" y="349520"/>
                  <a:pt x="582679" y="329205"/>
                  <a:pt x="565754" y="315458"/>
                </a:cubicBezTo>
                <a:cubicBezTo>
                  <a:pt x="548772" y="301711"/>
                  <a:pt x="526594" y="294456"/>
                  <a:pt x="503134" y="296900"/>
                </a:cubicBezTo>
                <a:lnTo>
                  <a:pt x="493854" y="297969"/>
                </a:lnTo>
                <a:cubicBezTo>
                  <a:pt x="470452" y="300413"/>
                  <a:pt x="450142" y="312251"/>
                  <a:pt x="436427" y="329205"/>
                </a:cubicBezTo>
                <a:cubicBezTo>
                  <a:pt x="422654" y="346159"/>
                  <a:pt x="415359" y="368078"/>
                  <a:pt x="417869" y="391524"/>
                </a:cubicBezTo>
                <a:cubicBezTo>
                  <a:pt x="429249" y="526548"/>
                  <a:pt x="446115" y="661114"/>
                  <a:pt x="468351" y="794840"/>
                </a:cubicBezTo>
                <a:cubicBezTo>
                  <a:pt x="483933" y="888853"/>
                  <a:pt x="502200" y="982331"/>
                  <a:pt x="518716" y="1076115"/>
                </a:cubicBezTo>
                <a:cubicBezTo>
                  <a:pt x="522859" y="1099790"/>
                  <a:pt x="526711" y="1123618"/>
                  <a:pt x="520175" y="1146377"/>
                </a:cubicBezTo>
                <a:cubicBezTo>
                  <a:pt x="516848" y="1157985"/>
                  <a:pt x="510895" y="1168601"/>
                  <a:pt x="501208" y="1176009"/>
                </a:cubicBezTo>
                <a:cubicBezTo>
                  <a:pt x="475296" y="1195636"/>
                  <a:pt x="444539" y="1186395"/>
                  <a:pt x="418861" y="1166004"/>
                </a:cubicBezTo>
                <a:cubicBezTo>
                  <a:pt x="394991" y="1147140"/>
                  <a:pt x="373865" y="1119876"/>
                  <a:pt x="353088" y="1094979"/>
                </a:cubicBezTo>
                <a:cubicBezTo>
                  <a:pt x="331962" y="1069700"/>
                  <a:pt x="306108" y="1048927"/>
                  <a:pt x="279029" y="1029987"/>
                </a:cubicBezTo>
                <a:cubicBezTo>
                  <a:pt x="260178" y="1016775"/>
                  <a:pt x="240569" y="1004326"/>
                  <a:pt x="218275" y="1001959"/>
                </a:cubicBezTo>
                <a:cubicBezTo>
                  <a:pt x="194756" y="999362"/>
                  <a:pt x="170595" y="1008603"/>
                  <a:pt x="153320" y="1025557"/>
                </a:cubicBezTo>
                <a:cubicBezTo>
                  <a:pt x="134470" y="1043963"/>
                  <a:pt x="125482" y="1069013"/>
                  <a:pt x="128050" y="1093604"/>
                </a:cubicBezTo>
                <a:cubicBezTo>
                  <a:pt x="130384" y="1116286"/>
                  <a:pt x="142582" y="1136830"/>
                  <a:pt x="155771" y="1157145"/>
                </a:cubicBezTo>
                <a:cubicBezTo>
                  <a:pt x="245063" y="1295186"/>
                  <a:pt x="350243" y="1421628"/>
                  <a:pt x="464812" y="1539306"/>
                </a:cubicBezTo>
                <a:lnTo>
                  <a:pt x="516657" y="1590006"/>
                </a:lnTo>
                <a:lnTo>
                  <a:pt x="504179" y="1586132"/>
                </a:lnTo>
                <a:cubicBezTo>
                  <a:pt x="207894" y="1460814"/>
                  <a:pt x="0" y="1167436"/>
                  <a:pt x="0" y="825502"/>
                </a:cubicBezTo>
                <a:cubicBezTo>
                  <a:pt x="0" y="369590"/>
                  <a:pt x="369589" y="0"/>
                  <a:pt x="825501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050">
              <a:solidFill>
                <a:schemeClr val="bg1"/>
              </a:solidFill>
            </a:endParaRPr>
          </a:p>
        </p:txBody>
      </p:sp>
      <p:sp>
        <p:nvSpPr>
          <p:cNvPr id="47" name="Freeform 58">
            <a:extLst>
              <a:ext uri="{FF2B5EF4-FFF2-40B4-BE49-F238E27FC236}">
                <a16:creationId xmlns:a16="http://schemas.microsoft.com/office/drawing/2014/main" id="{CF83E6CE-9211-4FD2-901C-FB2DAB9E6962}"/>
              </a:ext>
            </a:extLst>
          </p:cNvPr>
          <p:cNvSpPr/>
          <p:nvPr/>
        </p:nvSpPr>
        <p:spPr>
          <a:xfrm>
            <a:off x="5533750" y="2189182"/>
            <a:ext cx="1161336" cy="1118851"/>
          </a:xfrm>
          <a:custGeom>
            <a:avLst/>
            <a:gdLst>
              <a:gd name="connsiteX0" fmla="*/ 952501 w 1905002"/>
              <a:gd name="connsiteY0" fmla="*/ 0 h 1835313"/>
              <a:gd name="connsiteX1" fmla="*/ 1905002 w 1905002"/>
              <a:gd name="connsiteY1" fmla="*/ 952501 h 1835313"/>
              <a:gd name="connsiteX2" fmla="*/ 1485053 w 1905002"/>
              <a:gd name="connsiteY2" fmla="*/ 1742330 h 1835313"/>
              <a:gd name="connsiteX3" fmla="*/ 1438507 w 1905002"/>
              <a:gd name="connsiteY3" fmla="*/ 1767595 h 1835313"/>
              <a:gd name="connsiteX4" fmla="*/ 1441756 w 1905002"/>
              <a:gd name="connsiteY4" fmla="*/ 1759983 h 1835313"/>
              <a:gd name="connsiteX5" fmla="*/ 1467609 w 1905002"/>
              <a:gd name="connsiteY5" fmla="*/ 1554138 h 1835313"/>
              <a:gd name="connsiteX6" fmla="*/ 1473149 w 1905002"/>
              <a:gd name="connsiteY6" fmla="*/ 1089575 h 1835313"/>
              <a:gd name="connsiteX7" fmla="*/ 1444574 w 1905002"/>
              <a:gd name="connsiteY7" fmla="*/ 1020195 h 1835313"/>
              <a:gd name="connsiteX8" fmla="*/ 1374741 w 1905002"/>
              <a:gd name="connsiteY8" fmla="*/ 991154 h 1835313"/>
              <a:gd name="connsiteX9" fmla="*/ 1364001 w 1905002"/>
              <a:gd name="connsiteY9" fmla="*/ 991154 h 1835313"/>
              <a:gd name="connsiteX10" fmla="*/ 1294556 w 1905002"/>
              <a:gd name="connsiteY10" fmla="*/ 1020195 h 1835313"/>
              <a:gd name="connsiteX11" fmla="*/ 1272736 w 1905002"/>
              <a:gd name="connsiteY11" fmla="*/ 1058239 h 1835313"/>
              <a:gd name="connsiteX12" fmla="*/ 1235414 w 1905002"/>
              <a:gd name="connsiteY12" fmla="*/ 1051530 h 1835313"/>
              <a:gd name="connsiteX13" fmla="*/ 1235414 w 1905002"/>
              <a:gd name="connsiteY13" fmla="*/ 1013398 h 1835313"/>
              <a:gd name="connsiteX14" fmla="*/ 1206596 w 1905002"/>
              <a:gd name="connsiteY14" fmla="*/ 943841 h 1835313"/>
              <a:gd name="connsiteX15" fmla="*/ 1137006 w 1905002"/>
              <a:gd name="connsiteY15" fmla="*/ 914977 h 1835313"/>
              <a:gd name="connsiteX16" fmla="*/ 1126266 w 1905002"/>
              <a:gd name="connsiteY16" fmla="*/ 914977 h 1835313"/>
              <a:gd name="connsiteX17" fmla="*/ 1056676 w 1905002"/>
              <a:gd name="connsiteY17" fmla="*/ 943841 h 1835313"/>
              <a:gd name="connsiteX18" fmla="*/ 1027858 w 1905002"/>
              <a:gd name="connsiteY18" fmla="*/ 1022931 h 1835313"/>
              <a:gd name="connsiteX19" fmla="*/ 990536 w 1905002"/>
              <a:gd name="connsiteY19" fmla="*/ 1018164 h 1835313"/>
              <a:gd name="connsiteX20" fmla="*/ 1031454 w 1905002"/>
              <a:gd name="connsiteY20" fmla="*/ 267695 h 1835313"/>
              <a:gd name="connsiteX21" fmla="*/ 1009974 w 1905002"/>
              <a:gd name="connsiteY21" fmla="*/ 195314 h 1835313"/>
              <a:gd name="connsiteX22" fmla="*/ 943737 w 1905002"/>
              <a:gd name="connsiteY22" fmla="*/ 159300 h 1835313"/>
              <a:gd name="connsiteX23" fmla="*/ 932997 w 1905002"/>
              <a:gd name="connsiteY23" fmla="*/ 158506 h 1835313"/>
              <a:gd name="connsiteX24" fmla="*/ 860686 w 1905002"/>
              <a:gd name="connsiteY24" fmla="*/ 179779 h 1835313"/>
              <a:gd name="connsiteX25" fmla="*/ 824676 w 1905002"/>
              <a:gd name="connsiteY25" fmla="*/ 245804 h 1835313"/>
              <a:gd name="connsiteX26" fmla="*/ 785361 w 1905002"/>
              <a:gd name="connsiteY26" fmla="*/ 984798 h 1835313"/>
              <a:gd name="connsiteX27" fmla="*/ 745998 w 1905002"/>
              <a:gd name="connsiteY27" fmla="*/ 980032 h 1835313"/>
              <a:gd name="connsiteX28" fmla="*/ 657989 w 1905002"/>
              <a:gd name="connsiteY28" fmla="*/ 429582 h 1835313"/>
              <a:gd name="connsiteX29" fmla="*/ 622271 w 1905002"/>
              <a:gd name="connsiteY29" fmla="*/ 363291 h 1835313"/>
              <a:gd name="connsiteX30" fmla="*/ 550007 w 1905002"/>
              <a:gd name="connsiteY30" fmla="*/ 341842 h 1835313"/>
              <a:gd name="connsiteX31" fmla="*/ 539316 w 1905002"/>
              <a:gd name="connsiteY31" fmla="*/ 343078 h 1835313"/>
              <a:gd name="connsiteX32" fmla="*/ 473030 w 1905002"/>
              <a:gd name="connsiteY32" fmla="*/ 379180 h 1835313"/>
              <a:gd name="connsiteX33" fmla="*/ 451599 w 1905002"/>
              <a:gd name="connsiteY33" fmla="*/ 451032 h 1835313"/>
              <a:gd name="connsiteX34" fmla="*/ 564295 w 1905002"/>
              <a:gd name="connsiteY34" fmla="*/ 1246342 h 1835313"/>
              <a:gd name="connsiteX35" fmla="*/ 435708 w 1905002"/>
              <a:gd name="connsiteY35" fmla="*/ 1317046 h 1835313"/>
              <a:gd name="connsiteX36" fmla="*/ 430946 w 1905002"/>
              <a:gd name="connsiteY36" fmla="*/ 1392428 h 1835313"/>
              <a:gd name="connsiteX37" fmla="*/ 550007 w 1905002"/>
              <a:gd name="connsiteY37" fmla="*/ 1733325 h 1835313"/>
              <a:gd name="connsiteX38" fmla="*/ 589031 w 1905002"/>
              <a:gd name="connsiteY38" fmla="*/ 1824409 h 1835313"/>
              <a:gd name="connsiteX39" fmla="*/ 595851 w 1905002"/>
              <a:gd name="connsiteY39" fmla="*/ 1835313 h 1835313"/>
              <a:gd name="connsiteX40" fmla="*/ 581745 w 1905002"/>
              <a:gd name="connsiteY40" fmla="*/ 1830150 h 1835313"/>
              <a:gd name="connsiteX41" fmla="*/ 0 w 1905002"/>
              <a:gd name="connsiteY41" fmla="*/ 952501 h 1835313"/>
              <a:gd name="connsiteX42" fmla="*/ 952501 w 1905002"/>
              <a:gd name="connsiteY42" fmla="*/ 0 h 1835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05002" h="1835313">
                <a:moveTo>
                  <a:pt x="952501" y="0"/>
                </a:moveTo>
                <a:cubicBezTo>
                  <a:pt x="1478553" y="0"/>
                  <a:pt x="1905002" y="426449"/>
                  <a:pt x="1905002" y="952501"/>
                </a:cubicBezTo>
                <a:cubicBezTo>
                  <a:pt x="1905002" y="1281284"/>
                  <a:pt x="1738420" y="1571159"/>
                  <a:pt x="1485053" y="1742330"/>
                </a:cubicBezTo>
                <a:lnTo>
                  <a:pt x="1438507" y="1767595"/>
                </a:lnTo>
                <a:lnTo>
                  <a:pt x="1441756" y="1759983"/>
                </a:lnTo>
                <a:cubicBezTo>
                  <a:pt x="1463430" y="1694222"/>
                  <a:pt x="1465908" y="1623694"/>
                  <a:pt x="1467609" y="1554138"/>
                </a:cubicBezTo>
                <a:cubicBezTo>
                  <a:pt x="1471448" y="1399313"/>
                  <a:pt x="1473295" y="1244488"/>
                  <a:pt x="1473149" y="1089575"/>
                </a:cubicBezTo>
                <a:cubicBezTo>
                  <a:pt x="1473149" y="1062387"/>
                  <a:pt x="1462409" y="1037937"/>
                  <a:pt x="1444574" y="1020195"/>
                </a:cubicBezTo>
                <a:cubicBezTo>
                  <a:pt x="1426788" y="1002364"/>
                  <a:pt x="1401906" y="991154"/>
                  <a:pt x="1374741" y="991154"/>
                </a:cubicBezTo>
                <a:lnTo>
                  <a:pt x="1364001" y="991154"/>
                </a:lnTo>
                <a:cubicBezTo>
                  <a:pt x="1336787" y="990801"/>
                  <a:pt x="1312003" y="1001834"/>
                  <a:pt x="1294556" y="1020195"/>
                </a:cubicBezTo>
                <a:cubicBezTo>
                  <a:pt x="1284302" y="1030875"/>
                  <a:pt x="1277159" y="1043763"/>
                  <a:pt x="1272736" y="1058239"/>
                </a:cubicBezTo>
                <a:lnTo>
                  <a:pt x="1235414" y="1051530"/>
                </a:lnTo>
                <a:lnTo>
                  <a:pt x="1235414" y="1013398"/>
                </a:lnTo>
                <a:cubicBezTo>
                  <a:pt x="1235414" y="986211"/>
                  <a:pt x="1224431" y="961583"/>
                  <a:pt x="1206596" y="943841"/>
                </a:cubicBezTo>
                <a:cubicBezTo>
                  <a:pt x="1188810" y="926011"/>
                  <a:pt x="1164172" y="914977"/>
                  <a:pt x="1137006" y="914977"/>
                </a:cubicBezTo>
                <a:lnTo>
                  <a:pt x="1126266" y="914977"/>
                </a:lnTo>
                <a:cubicBezTo>
                  <a:pt x="1099149" y="914977"/>
                  <a:pt x="1074511" y="926011"/>
                  <a:pt x="1056676" y="943841"/>
                </a:cubicBezTo>
                <a:cubicBezTo>
                  <a:pt x="1036508" y="963967"/>
                  <a:pt x="1025185" y="992478"/>
                  <a:pt x="1027858" y="1022931"/>
                </a:cubicBezTo>
                <a:lnTo>
                  <a:pt x="990536" y="1018164"/>
                </a:lnTo>
                <a:lnTo>
                  <a:pt x="1031454" y="267695"/>
                </a:lnTo>
                <a:cubicBezTo>
                  <a:pt x="1034273" y="240597"/>
                  <a:pt x="1025866" y="214998"/>
                  <a:pt x="1009974" y="195314"/>
                </a:cubicBezTo>
                <a:cubicBezTo>
                  <a:pt x="994083" y="175718"/>
                  <a:pt x="970757" y="162125"/>
                  <a:pt x="943737" y="159300"/>
                </a:cubicBezTo>
                <a:lnTo>
                  <a:pt x="932997" y="158506"/>
                </a:lnTo>
                <a:cubicBezTo>
                  <a:pt x="905978" y="155681"/>
                  <a:pt x="880319" y="163978"/>
                  <a:pt x="860686" y="179779"/>
                </a:cubicBezTo>
                <a:cubicBezTo>
                  <a:pt x="841101" y="195579"/>
                  <a:pt x="827494" y="218794"/>
                  <a:pt x="824676" y="245804"/>
                </a:cubicBezTo>
                <a:lnTo>
                  <a:pt x="785361" y="984798"/>
                </a:lnTo>
                <a:lnTo>
                  <a:pt x="745998" y="980032"/>
                </a:lnTo>
                <a:lnTo>
                  <a:pt x="657989" y="429582"/>
                </a:lnTo>
                <a:cubicBezTo>
                  <a:pt x="655122" y="402571"/>
                  <a:pt x="641855" y="379180"/>
                  <a:pt x="622271" y="363291"/>
                </a:cubicBezTo>
                <a:cubicBezTo>
                  <a:pt x="602686" y="347491"/>
                  <a:pt x="577076" y="339017"/>
                  <a:pt x="550007" y="341842"/>
                </a:cubicBezTo>
                <a:lnTo>
                  <a:pt x="539316" y="343078"/>
                </a:lnTo>
                <a:cubicBezTo>
                  <a:pt x="512296" y="345902"/>
                  <a:pt x="488873" y="359584"/>
                  <a:pt x="473030" y="379180"/>
                </a:cubicBezTo>
                <a:cubicBezTo>
                  <a:pt x="457188" y="398776"/>
                  <a:pt x="448781" y="424021"/>
                  <a:pt x="451599" y="451032"/>
                </a:cubicBezTo>
                <a:lnTo>
                  <a:pt x="564295" y="1246342"/>
                </a:lnTo>
                <a:cubicBezTo>
                  <a:pt x="510304" y="1237603"/>
                  <a:pt x="457285" y="1266732"/>
                  <a:pt x="435708" y="1317046"/>
                </a:cubicBezTo>
                <a:cubicBezTo>
                  <a:pt x="425746" y="1340260"/>
                  <a:pt x="423608" y="1366918"/>
                  <a:pt x="430946" y="1392428"/>
                </a:cubicBezTo>
                <a:cubicBezTo>
                  <a:pt x="466470" y="1507355"/>
                  <a:pt x="506513" y="1621046"/>
                  <a:pt x="550007" y="1733325"/>
                </a:cubicBezTo>
                <a:cubicBezTo>
                  <a:pt x="561962" y="1764131"/>
                  <a:pt x="574391" y="1794893"/>
                  <a:pt x="589031" y="1824409"/>
                </a:cubicBezTo>
                <a:lnTo>
                  <a:pt x="595851" y="1835313"/>
                </a:lnTo>
                <a:lnTo>
                  <a:pt x="581745" y="1830150"/>
                </a:lnTo>
                <a:cubicBezTo>
                  <a:pt x="239878" y="1685553"/>
                  <a:pt x="0" y="1347040"/>
                  <a:pt x="0" y="952501"/>
                </a:cubicBezTo>
                <a:cubicBezTo>
                  <a:pt x="0" y="426449"/>
                  <a:pt x="426449" y="0"/>
                  <a:pt x="952501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5400000" scaled="1"/>
          </a:gra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050">
              <a:solidFill>
                <a:schemeClr val="bg1"/>
              </a:solidFill>
            </a:endParaRPr>
          </a:p>
        </p:txBody>
      </p:sp>
      <p:sp>
        <p:nvSpPr>
          <p:cNvPr id="48" name="Freeform 57">
            <a:extLst>
              <a:ext uri="{FF2B5EF4-FFF2-40B4-BE49-F238E27FC236}">
                <a16:creationId xmlns:a16="http://schemas.microsoft.com/office/drawing/2014/main" id="{D067E25D-97AE-4982-B1F8-3CC7701ADA28}"/>
              </a:ext>
            </a:extLst>
          </p:cNvPr>
          <p:cNvSpPr/>
          <p:nvPr/>
        </p:nvSpPr>
        <p:spPr>
          <a:xfrm>
            <a:off x="1933624" y="2189182"/>
            <a:ext cx="1161336" cy="1121501"/>
          </a:xfrm>
          <a:custGeom>
            <a:avLst/>
            <a:gdLst>
              <a:gd name="connsiteX0" fmla="*/ 952501 w 1905002"/>
              <a:gd name="connsiteY0" fmla="*/ 0 h 1839659"/>
              <a:gd name="connsiteX1" fmla="*/ 1905002 w 1905002"/>
              <a:gd name="connsiteY1" fmla="*/ 952501 h 1839659"/>
              <a:gd name="connsiteX2" fmla="*/ 1485054 w 1905002"/>
              <a:gd name="connsiteY2" fmla="*/ 1742330 h 1839659"/>
              <a:gd name="connsiteX3" fmla="*/ 1422965 w 1905002"/>
              <a:gd name="connsiteY3" fmla="*/ 1776030 h 1839659"/>
              <a:gd name="connsiteX4" fmla="*/ 1430325 w 1905002"/>
              <a:gd name="connsiteY4" fmla="*/ 1759284 h 1839659"/>
              <a:gd name="connsiteX5" fmla="*/ 1466594 w 1905002"/>
              <a:gd name="connsiteY5" fmla="*/ 1553520 h 1839659"/>
              <a:gd name="connsiteX6" fmla="*/ 1470256 w 1905002"/>
              <a:gd name="connsiteY6" fmla="*/ 1321606 h 1839659"/>
              <a:gd name="connsiteX7" fmla="*/ 1469774 w 1905002"/>
              <a:gd name="connsiteY7" fmla="*/ 1064189 h 1839659"/>
              <a:gd name="connsiteX8" fmla="*/ 1441207 w 1905002"/>
              <a:gd name="connsiteY8" fmla="*/ 994774 h 1839659"/>
              <a:gd name="connsiteX9" fmla="*/ 1371354 w 1905002"/>
              <a:gd name="connsiteY9" fmla="*/ 965765 h 1839659"/>
              <a:gd name="connsiteX10" fmla="*/ 1360659 w 1905002"/>
              <a:gd name="connsiteY10" fmla="*/ 965765 h 1839659"/>
              <a:gd name="connsiteX11" fmla="*/ 1291192 w 1905002"/>
              <a:gd name="connsiteY11" fmla="*/ 994774 h 1839659"/>
              <a:gd name="connsiteX12" fmla="*/ 1263010 w 1905002"/>
              <a:gd name="connsiteY12" fmla="*/ 1059886 h 1839659"/>
              <a:gd name="connsiteX13" fmla="*/ 1232082 w 1905002"/>
              <a:gd name="connsiteY13" fmla="*/ 1054705 h 1839659"/>
              <a:gd name="connsiteX14" fmla="*/ 1232082 w 1905002"/>
              <a:gd name="connsiteY14" fmla="*/ 1013423 h 1839659"/>
              <a:gd name="connsiteX15" fmla="*/ 1203226 w 1905002"/>
              <a:gd name="connsiteY15" fmla="*/ 943849 h 1839659"/>
              <a:gd name="connsiteX16" fmla="*/ 1133614 w 1905002"/>
              <a:gd name="connsiteY16" fmla="*/ 914999 h 1839659"/>
              <a:gd name="connsiteX17" fmla="*/ 1122534 w 1905002"/>
              <a:gd name="connsiteY17" fmla="*/ 914999 h 1839659"/>
              <a:gd name="connsiteX18" fmla="*/ 1053115 w 1905002"/>
              <a:gd name="connsiteY18" fmla="*/ 943849 h 1839659"/>
              <a:gd name="connsiteX19" fmla="*/ 1024500 w 1905002"/>
              <a:gd name="connsiteY19" fmla="*/ 1013423 h 1839659"/>
              <a:gd name="connsiteX20" fmla="*/ 1024500 w 1905002"/>
              <a:gd name="connsiteY20" fmla="*/ 1020197 h 1839659"/>
              <a:gd name="connsiteX21" fmla="*/ 993909 w 1905002"/>
              <a:gd name="connsiteY21" fmla="*/ 1015416 h 1839659"/>
              <a:gd name="connsiteX22" fmla="*/ 993909 w 1905002"/>
              <a:gd name="connsiteY22" fmla="*/ 949109 h 1839659"/>
              <a:gd name="connsiteX23" fmla="*/ 965101 w 1905002"/>
              <a:gd name="connsiteY23" fmla="*/ 879535 h 1839659"/>
              <a:gd name="connsiteX24" fmla="*/ 895489 w 1905002"/>
              <a:gd name="connsiteY24" fmla="*/ 850685 h 1839659"/>
              <a:gd name="connsiteX25" fmla="*/ 884795 w 1905002"/>
              <a:gd name="connsiteY25" fmla="*/ 850685 h 1839659"/>
              <a:gd name="connsiteX26" fmla="*/ 815183 w 1905002"/>
              <a:gd name="connsiteY26" fmla="*/ 879535 h 1839659"/>
              <a:gd name="connsiteX27" fmla="*/ 786375 w 1905002"/>
              <a:gd name="connsiteY27" fmla="*/ 949109 h 1839659"/>
              <a:gd name="connsiteX28" fmla="*/ 786375 w 1905002"/>
              <a:gd name="connsiteY28" fmla="*/ 980907 h 1839659"/>
              <a:gd name="connsiteX29" fmla="*/ 755784 w 1905002"/>
              <a:gd name="connsiteY29" fmla="*/ 975727 h 1839659"/>
              <a:gd name="connsiteX30" fmla="*/ 755784 w 1905002"/>
              <a:gd name="connsiteY30" fmla="*/ 439137 h 1839659"/>
              <a:gd name="connsiteX31" fmla="*/ 727217 w 1905002"/>
              <a:gd name="connsiteY31" fmla="*/ 369722 h 1839659"/>
              <a:gd name="connsiteX32" fmla="*/ 657364 w 1905002"/>
              <a:gd name="connsiteY32" fmla="*/ 340713 h 1839659"/>
              <a:gd name="connsiteX33" fmla="*/ 646669 w 1905002"/>
              <a:gd name="connsiteY33" fmla="*/ 340713 h 1839659"/>
              <a:gd name="connsiteX34" fmla="*/ 577202 w 1905002"/>
              <a:gd name="connsiteY34" fmla="*/ 369722 h 1839659"/>
              <a:gd name="connsiteX35" fmla="*/ 548250 w 1905002"/>
              <a:gd name="connsiteY35" fmla="*/ 439137 h 1839659"/>
              <a:gd name="connsiteX36" fmla="*/ 548250 w 1905002"/>
              <a:gd name="connsiteY36" fmla="*/ 942016 h 1839659"/>
              <a:gd name="connsiteX37" fmla="*/ 548250 w 1905002"/>
              <a:gd name="connsiteY37" fmla="*/ 1005055 h 1839659"/>
              <a:gd name="connsiteX38" fmla="*/ 548250 w 1905002"/>
              <a:gd name="connsiteY38" fmla="*/ 1259124 h 1839659"/>
              <a:gd name="connsiteX39" fmla="*/ 529992 w 1905002"/>
              <a:gd name="connsiteY39" fmla="*/ 1259523 h 1839659"/>
              <a:gd name="connsiteX40" fmla="*/ 445060 w 1905002"/>
              <a:gd name="connsiteY40" fmla="*/ 1317063 h 1839659"/>
              <a:gd name="connsiteX41" fmla="*/ 440291 w 1905002"/>
              <a:gd name="connsiteY41" fmla="*/ 1392455 h 1839659"/>
              <a:gd name="connsiteX42" fmla="*/ 558944 w 1905002"/>
              <a:gd name="connsiteY42" fmla="*/ 1733393 h 1839659"/>
              <a:gd name="connsiteX43" fmla="*/ 598188 w 1905002"/>
              <a:gd name="connsiteY43" fmla="*/ 1824465 h 1839659"/>
              <a:gd name="connsiteX44" fmla="*/ 607724 w 1905002"/>
              <a:gd name="connsiteY44" fmla="*/ 1839659 h 1839659"/>
              <a:gd name="connsiteX45" fmla="*/ 581745 w 1905002"/>
              <a:gd name="connsiteY45" fmla="*/ 1830150 h 1839659"/>
              <a:gd name="connsiteX46" fmla="*/ 0 w 1905002"/>
              <a:gd name="connsiteY46" fmla="*/ 952501 h 1839659"/>
              <a:gd name="connsiteX47" fmla="*/ 952501 w 1905002"/>
              <a:gd name="connsiteY47" fmla="*/ 0 h 183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905002" h="1839659">
                <a:moveTo>
                  <a:pt x="952501" y="0"/>
                </a:moveTo>
                <a:cubicBezTo>
                  <a:pt x="1478553" y="0"/>
                  <a:pt x="1905002" y="426449"/>
                  <a:pt x="1905002" y="952501"/>
                </a:cubicBezTo>
                <a:cubicBezTo>
                  <a:pt x="1905002" y="1281284"/>
                  <a:pt x="1738421" y="1571159"/>
                  <a:pt x="1485054" y="1742330"/>
                </a:cubicBezTo>
                <a:lnTo>
                  <a:pt x="1422965" y="1776030"/>
                </a:lnTo>
                <a:lnTo>
                  <a:pt x="1430325" y="1759284"/>
                </a:lnTo>
                <a:cubicBezTo>
                  <a:pt x="1451709" y="1693864"/>
                  <a:pt x="1461970" y="1623293"/>
                  <a:pt x="1466594" y="1553520"/>
                </a:cubicBezTo>
                <a:cubicBezTo>
                  <a:pt x="1471749" y="1476374"/>
                  <a:pt x="1470834" y="1398910"/>
                  <a:pt x="1470256" y="1321606"/>
                </a:cubicBezTo>
                <a:cubicBezTo>
                  <a:pt x="1469678" y="1235774"/>
                  <a:pt x="1469485" y="1150021"/>
                  <a:pt x="1469774" y="1064189"/>
                </a:cubicBezTo>
                <a:cubicBezTo>
                  <a:pt x="1469774" y="1037013"/>
                  <a:pt x="1459031" y="1012546"/>
                  <a:pt x="1441207" y="994774"/>
                </a:cubicBezTo>
                <a:cubicBezTo>
                  <a:pt x="1423430" y="977002"/>
                  <a:pt x="1398524" y="965765"/>
                  <a:pt x="1371354" y="965765"/>
                </a:cubicBezTo>
                <a:lnTo>
                  <a:pt x="1360659" y="965765"/>
                </a:lnTo>
                <a:cubicBezTo>
                  <a:pt x="1333489" y="965765"/>
                  <a:pt x="1309017" y="977002"/>
                  <a:pt x="1291192" y="994774"/>
                </a:cubicBezTo>
                <a:cubicBezTo>
                  <a:pt x="1274379" y="1011590"/>
                  <a:pt x="1264166" y="1034463"/>
                  <a:pt x="1263010" y="1059886"/>
                </a:cubicBezTo>
                <a:lnTo>
                  <a:pt x="1232082" y="1054705"/>
                </a:lnTo>
                <a:lnTo>
                  <a:pt x="1232082" y="1013423"/>
                </a:lnTo>
                <a:cubicBezTo>
                  <a:pt x="1232082" y="986247"/>
                  <a:pt x="1221050" y="961621"/>
                  <a:pt x="1203226" y="943849"/>
                </a:cubicBezTo>
                <a:cubicBezTo>
                  <a:pt x="1185402" y="925997"/>
                  <a:pt x="1160833" y="914999"/>
                  <a:pt x="1133614" y="914999"/>
                </a:cubicBezTo>
                <a:lnTo>
                  <a:pt x="1122534" y="914999"/>
                </a:lnTo>
                <a:cubicBezTo>
                  <a:pt x="1095364" y="914999"/>
                  <a:pt x="1070843" y="925997"/>
                  <a:pt x="1053115" y="943849"/>
                </a:cubicBezTo>
                <a:cubicBezTo>
                  <a:pt x="1035387" y="961621"/>
                  <a:pt x="1024500" y="986247"/>
                  <a:pt x="1024500" y="1013423"/>
                </a:cubicBezTo>
                <a:lnTo>
                  <a:pt x="1024500" y="1020197"/>
                </a:lnTo>
                <a:lnTo>
                  <a:pt x="993909" y="1015416"/>
                </a:lnTo>
                <a:lnTo>
                  <a:pt x="993909" y="949109"/>
                </a:lnTo>
                <a:cubicBezTo>
                  <a:pt x="993909" y="921933"/>
                  <a:pt x="982925" y="897307"/>
                  <a:pt x="965101" y="879535"/>
                </a:cubicBezTo>
                <a:cubicBezTo>
                  <a:pt x="947276" y="861683"/>
                  <a:pt x="922659" y="850685"/>
                  <a:pt x="895489" y="850685"/>
                </a:cubicBezTo>
                <a:lnTo>
                  <a:pt x="884795" y="850685"/>
                </a:lnTo>
                <a:cubicBezTo>
                  <a:pt x="857624" y="850685"/>
                  <a:pt x="833007" y="861683"/>
                  <a:pt x="815183" y="879535"/>
                </a:cubicBezTo>
                <a:cubicBezTo>
                  <a:pt x="797358" y="897307"/>
                  <a:pt x="786375" y="921933"/>
                  <a:pt x="786375" y="949109"/>
                </a:cubicBezTo>
                <a:lnTo>
                  <a:pt x="786375" y="980907"/>
                </a:lnTo>
                <a:lnTo>
                  <a:pt x="755784" y="975727"/>
                </a:lnTo>
                <a:lnTo>
                  <a:pt x="755784" y="439137"/>
                </a:lnTo>
                <a:cubicBezTo>
                  <a:pt x="755784" y="411961"/>
                  <a:pt x="745041" y="387494"/>
                  <a:pt x="727217" y="369722"/>
                </a:cubicBezTo>
                <a:cubicBezTo>
                  <a:pt x="709392" y="351870"/>
                  <a:pt x="684534" y="340713"/>
                  <a:pt x="657364" y="340713"/>
                </a:cubicBezTo>
                <a:lnTo>
                  <a:pt x="646669" y="340713"/>
                </a:lnTo>
                <a:cubicBezTo>
                  <a:pt x="619451" y="340713"/>
                  <a:pt x="595027" y="351870"/>
                  <a:pt x="577202" y="369722"/>
                </a:cubicBezTo>
                <a:cubicBezTo>
                  <a:pt x="559378" y="387494"/>
                  <a:pt x="548250" y="411961"/>
                  <a:pt x="548250" y="439137"/>
                </a:cubicBezTo>
                <a:lnTo>
                  <a:pt x="548250" y="942016"/>
                </a:lnTo>
                <a:lnTo>
                  <a:pt x="548250" y="1005055"/>
                </a:lnTo>
                <a:lnTo>
                  <a:pt x="548250" y="1259124"/>
                </a:lnTo>
                <a:cubicBezTo>
                  <a:pt x="542131" y="1258726"/>
                  <a:pt x="536013" y="1258806"/>
                  <a:pt x="529992" y="1259523"/>
                </a:cubicBezTo>
                <a:cubicBezTo>
                  <a:pt x="493765" y="1263428"/>
                  <a:pt x="461295" y="1284547"/>
                  <a:pt x="445060" y="1317063"/>
                </a:cubicBezTo>
                <a:cubicBezTo>
                  <a:pt x="433739" y="1339617"/>
                  <a:pt x="431186" y="1366793"/>
                  <a:pt x="440291" y="1392455"/>
                </a:cubicBezTo>
                <a:cubicBezTo>
                  <a:pt x="475796" y="1507456"/>
                  <a:pt x="515250" y="1621181"/>
                  <a:pt x="558944" y="1733393"/>
                </a:cubicBezTo>
                <a:cubicBezTo>
                  <a:pt x="570964" y="1764195"/>
                  <a:pt x="583477" y="1794957"/>
                  <a:pt x="598188" y="1824465"/>
                </a:cubicBezTo>
                <a:lnTo>
                  <a:pt x="607724" y="1839659"/>
                </a:lnTo>
                <a:lnTo>
                  <a:pt x="581745" y="1830150"/>
                </a:lnTo>
                <a:cubicBezTo>
                  <a:pt x="239878" y="1685553"/>
                  <a:pt x="0" y="1347040"/>
                  <a:pt x="0" y="952501"/>
                </a:cubicBezTo>
                <a:cubicBezTo>
                  <a:pt x="0" y="426449"/>
                  <a:pt x="426449" y="0"/>
                  <a:pt x="952501" y="0"/>
                </a:cubicBez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1"/>
          </a:gra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050">
              <a:solidFill>
                <a:schemeClr val="bg1"/>
              </a:solidFill>
            </a:endParaRPr>
          </a:p>
        </p:txBody>
      </p:sp>
      <p:sp>
        <p:nvSpPr>
          <p:cNvPr id="49" name="Freeform 60">
            <a:extLst>
              <a:ext uri="{FF2B5EF4-FFF2-40B4-BE49-F238E27FC236}">
                <a16:creationId xmlns:a16="http://schemas.microsoft.com/office/drawing/2014/main" id="{89113110-9DD8-4182-96C6-70BD04D6012A}"/>
              </a:ext>
            </a:extLst>
          </p:cNvPr>
          <p:cNvSpPr/>
          <p:nvPr/>
        </p:nvSpPr>
        <p:spPr>
          <a:xfrm>
            <a:off x="3825693" y="4177910"/>
            <a:ext cx="1006491" cy="964681"/>
          </a:xfrm>
          <a:custGeom>
            <a:avLst/>
            <a:gdLst>
              <a:gd name="connsiteX0" fmla="*/ 825501 w 1651002"/>
              <a:gd name="connsiteY0" fmla="*/ 0 h 1582418"/>
              <a:gd name="connsiteX1" fmla="*/ 1651002 w 1651002"/>
              <a:gd name="connsiteY1" fmla="*/ 825502 h 1582418"/>
              <a:gd name="connsiteX2" fmla="*/ 1287047 w 1651002"/>
              <a:gd name="connsiteY2" fmla="*/ 1510021 h 1582418"/>
              <a:gd name="connsiteX3" fmla="*/ 1215147 w 1651002"/>
              <a:gd name="connsiteY3" fmla="*/ 1549047 h 1582418"/>
              <a:gd name="connsiteX4" fmla="*/ 1222678 w 1651002"/>
              <a:gd name="connsiteY4" fmla="*/ 1536238 h 1582418"/>
              <a:gd name="connsiteX5" fmla="*/ 1268488 w 1651002"/>
              <a:gd name="connsiteY5" fmla="*/ 1275722 h 1582418"/>
              <a:gd name="connsiteX6" fmla="*/ 1307774 w 1651002"/>
              <a:gd name="connsiteY6" fmla="*/ 940434 h 1582418"/>
              <a:gd name="connsiteX7" fmla="*/ 1342465 w 1651002"/>
              <a:gd name="connsiteY7" fmla="*/ 612250 h 1582418"/>
              <a:gd name="connsiteX8" fmla="*/ 1328359 w 1651002"/>
              <a:gd name="connsiteY8" fmla="*/ 548553 h 1582418"/>
              <a:gd name="connsiteX9" fmla="*/ 1284340 w 1651002"/>
              <a:gd name="connsiteY9" fmla="*/ 513496 h 1582418"/>
              <a:gd name="connsiteX10" fmla="*/ 1286086 w 1651002"/>
              <a:gd name="connsiteY10" fmla="*/ 511816 h 1582418"/>
              <a:gd name="connsiteX11" fmla="*/ 1222218 w 1651002"/>
              <a:gd name="connsiteY11" fmla="*/ 525869 h 1582418"/>
              <a:gd name="connsiteX12" fmla="*/ 1187021 w 1651002"/>
              <a:gd name="connsiteY12" fmla="*/ 580936 h 1582418"/>
              <a:gd name="connsiteX13" fmla="*/ 1093792 w 1651002"/>
              <a:gd name="connsiteY13" fmla="*/ 922104 h 1582418"/>
              <a:gd name="connsiteX14" fmla="*/ 1064890 w 1651002"/>
              <a:gd name="connsiteY14" fmla="*/ 917980 h 1582418"/>
              <a:gd name="connsiteX15" fmla="*/ 1065258 w 1651002"/>
              <a:gd name="connsiteY15" fmla="*/ 917674 h 1582418"/>
              <a:gd name="connsiteX16" fmla="*/ 1057676 w 1651002"/>
              <a:gd name="connsiteY16" fmla="*/ 916605 h 1582418"/>
              <a:gd name="connsiteX17" fmla="*/ 1154352 w 1651002"/>
              <a:gd name="connsiteY17" fmla="*/ 364946 h 1582418"/>
              <a:gd name="connsiteX18" fmla="*/ 1140246 w 1651002"/>
              <a:gd name="connsiteY18" fmla="*/ 301249 h 1582418"/>
              <a:gd name="connsiteX19" fmla="*/ 1085199 w 1651002"/>
              <a:gd name="connsiteY19" fmla="*/ 266193 h 1582418"/>
              <a:gd name="connsiteX20" fmla="*/ 1076240 w 1651002"/>
              <a:gd name="connsiteY20" fmla="*/ 264513 h 1582418"/>
              <a:gd name="connsiteX21" fmla="*/ 1012647 w 1651002"/>
              <a:gd name="connsiteY21" fmla="*/ 278948 h 1582418"/>
              <a:gd name="connsiteX22" fmla="*/ 977220 w 1651002"/>
              <a:gd name="connsiteY22" fmla="*/ 333938 h 1582418"/>
              <a:gd name="connsiteX23" fmla="*/ 880223 w 1651002"/>
              <a:gd name="connsiteY23" fmla="*/ 890103 h 1582418"/>
              <a:gd name="connsiteX24" fmla="*/ 844797 w 1651002"/>
              <a:gd name="connsiteY24" fmla="*/ 885673 h 1582418"/>
              <a:gd name="connsiteX25" fmla="*/ 880223 w 1651002"/>
              <a:gd name="connsiteY25" fmla="*/ 232512 h 1582418"/>
              <a:gd name="connsiteX26" fmla="*/ 861614 w 1651002"/>
              <a:gd name="connsiteY26" fmla="*/ 169884 h 1582418"/>
              <a:gd name="connsiteX27" fmla="*/ 804178 w 1651002"/>
              <a:gd name="connsiteY27" fmla="*/ 138570 h 1582418"/>
              <a:gd name="connsiteX28" fmla="*/ 794897 w 1651002"/>
              <a:gd name="connsiteY28" fmla="*/ 137883 h 1582418"/>
              <a:gd name="connsiteX29" fmla="*/ 732315 w 1651002"/>
              <a:gd name="connsiteY29" fmla="*/ 156442 h 1582418"/>
              <a:gd name="connsiteX30" fmla="*/ 701024 w 1651002"/>
              <a:gd name="connsiteY30" fmla="*/ 213570 h 1582418"/>
              <a:gd name="connsiteX31" fmla="*/ 666976 w 1651002"/>
              <a:gd name="connsiteY31" fmla="*/ 859553 h 1582418"/>
              <a:gd name="connsiteX32" fmla="*/ 632882 w 1651002"/>
              <a:gd name="connsiteY32" fmla="*/ 855429 h 1582418"/>
              <a:gd name="connsiteX33" fmla="*/ 556562 w 1651002"/>
              <a:gd name="connsiteY33" fmla="*/ 372813 h 1582418"/>
              <a:gd name="connsiteX34" fmla="*/ 525592 w 1651002"/>
              <a:gd name="connsiteY34" fmla="*/ 315379 h 1582418"/>
              <a:gd name="connsiteX35" fmla="*/ 463010 w 1651002"/>
              <a:gd name="connsiteY35" fmla="*/ 296820 h 1582418"/>
              <a:gd name="connsiteX36" fmla="*/ 453683 w 1651002"/>
              <a:gd name="connsiteY36" fmla="*/ 297812 h 1582418"/>
              <a:gd name="connsiteX37" fmla="*/ 396247 w 1651002"/>
              <a:gd name="connsiteY37" fmla="*/ 329126 h 1582418"/>
              <a:gd name="connsiteX38" fmla="*/ 377684 w 1651002"/>
              <a:gd name="connsiteY38" fmla="*/ 391372 h 1582418"/>
              <a:gd name="connsiteX39" fmla="*/ 475371 w 1651002"/>
              <a:gd name="connsiteY39" fmla="*/ 1080659 h 1582418"/>
              <a:gd name="connsiteX40" fmla="*/ 363945 w 1651002"/>
              <a:gd name="connsiteY40" fmla="*/ 1141912 h 1582418"/>
              <a:gd name="connsiteX41" fmla="*/ 359810 w 1651002"/>
              <a:gd name="connsiteY41" fmla="*/ 1207290 h 1582418"/>
              <a:gd name="connsiteX42" fmla="*/ 463010 w 1651002"/>
              <a:gd name="connsiteY42" fmla="*/ 1502709 h 1582418"/>
              <a:gd name="connsiteX43" fmla="*/ 496846 w 1651002"/>
              <a:gd name="connsiteY43" fmla="*/ 1581634 h 1582418"/>
              <a:gd name="connsiteX44" fmla="*/ 497335 w 1651002"/>
              <a:gd name="connsiteY44" fmla="*/ 1582418 h 1582418"/>
              <a:gd name="connsiteX45" fmla="*/ 363956 w 1651002"/>
              <a:gd name="connsiteY45" fmla="*/ 1510021 h 1582418"/>
              <a:gd name="connsiteX46" fmla="*/ 0 w 1651002"/>
              <a:gd name="connsiteY46" fmla="*/ 825502 h 1582418"/>
              <a:gd name="connsiteX47" fmla="*/ 825501 w 1651002"/>
              <a:gd name="connsiteY47" fmla="*/ 0 h 158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651002" h="1582418">
                <a:moveTo>
                  <a:pt x="825501" y="0"/>
                </a:moveTo>
                <a:cubicBezTo>
                  <a:pt x="1281413" y="0"/>
                  <a:pt x="1651002" y="369590"/>
                  <a:pt x="1651002" y="825502"/>
                </a:cubicBezTo>
                <a:cubicBezTo>
                  <a:pt x="1651002" y="1110447"/>
                  <a:pt x="1506632" y="1361673"/>
                  <a:pt x="1287047" y="1510021"/>
                </a:cubicBezTo>
                <a:lnTo>
                  <a:pt x="1215147" y="1549047"/>
                </a:lnTo>
                <a:lnTo>
                  <a:pt x="1222678" y="1536238"/>
                </a:lnTo>
                <a:cubicBezTo>
                  <a:pt x="1256312" y="1454669"/>
                  <a:pt x="1260861" y="1364088"/>
                  <a:pt x="1268488" y="1275722"/>
                </a:cubicBezTo>
                <a:cubicBezTo>
                  <a:pt x="1278137" y="1163603"/>
                  <a:pt x="1293990" y="1052171"/>
                  <a:pt x="1307774" y="940434"/>
                </a:cubicBezTo>
                <a:cubicBezTo>
                  <a:pt x="1321283" y="831294"/>
                  <a:pt x="1332862" y="721848"/>
                  <a:pt x="1342465" y="612250"/>
                </a:cubicBezTo>
                <a:cubicBezTo>
                  <a:pt x="1345911" y="589108"/>
                  <a:pt x="1340352" y="566654"/>
                  <a:pt x="1328359" y="548553"/>
                </a:cubicBezTo>
                <a:cubicBezTo>
                  <a:pt x="1318113" y="532972"/>
                  <a:pt x="1302996" y="520446"/>
                  <a:pt x="1284340" y="513496"/>
                </a:cubicBezTo>
                <a:lnTo>
                  <a:pt x="1286086" y="511816"/>
                </a:lnTo>
                <a:cubicBezTo>
                  <a:pt x="1262882" y="507692"/>
                  <a:pt x="1240184" y="513344"/>
                  <a:pt x="1222218" y="525869"/>
                </a:cubicBezTo>
                <a:cubicBezTo>
                  <a:pt x="1204252" y="538395"/>
                  <a:pt x="1191111" y="557718"/>
                  <a:pt x="1187021" y="580936"/>
                </a:cubicBezTo>
                <a:lnTo>
                  <a:pt x="1093792" y="922104"/>
                </a:lnTo>
                <a:lnTo>
                  <a:pt x="1064890" y="917980"/>
                </a:lnTo>
                <a:lnTo>
                  <a:pt x="1065258" y="917674"/>
                </a:lnTo>
                <a:lnTo>
                  <a:pt x="1057676" y="916605"/>
                </a:lnTo>
                <a:lnTo>
                  <a:pt x="1154352" y="364946"/>
                </a:lnTo>
                <a:cubicBezTo>
                  <a:pt x="1158441" y="341728"/>
                  <a:pt x="1152744" y="319121"/>
                  <a:pt x="1140246" y="301249"/>
                </a:cubicBezTo>
                <a:cubicBezTo>
                  <a:pt x="1127748" y="283454"/>
                  <a:pt x="1108404" y="270317"/>
                  <a:pt x="1085199" y="266193"/>
                </a:cubicBezTo>
                <a:lnTo>
                  <a:pt x="1076240" y="264513"/>
                </a:lnTo>
                <a:cubicBezTo>
                  <a:pt x="1053081" y="260389"/>
                  <a:pt x="1030567" y="266346"/>
                  <a:pt x="1012647" y="278948"/>
                </a:cubicBezTo>
                <a:cubicBezTo>
                  <a:pt x="994681" y="291550"/>
                  <a:pt x="981310" y="310796"/>
                  <a:pt x="977220" y="333938"/>
                </a:cubicBezTo>
                <a:lnTo>
                  <a:pt x="880223" y="890103"/>
                </a:lnTo>
                <a:lnTo>
                  <a:pt x="844797" y="885673"/>
                </a:lnTo>
                <a:lnTo>
                  <a:pt x="880223" y="232512"/>
                </a:lnTo>
                <a:cubicBezTo>
                  <a:pt x="882658" y="209064"/>
                  <a:pt x="875398" y="186915"/>
                  <a:pt x="861614" y="169884"/>
                </a:cubicBezTo>
                <a:cubicBezTo>
                  <a:pt x="847875" y="152852"/>
                  <a:pt x="827612" y="141014"/>
                  <a:pt x="804178" y="138570"/>
                </a:cubicBezTo>
                <a:lnTo>
                  <a:pt x="794897" y="137883"/>
                </a:lnTo>
                <a:cubicBezTo>
                  <a:pt x="771463" y="135438"/>
                  <a:pt x="749316" y="142771"/>
                  <a:pt x="732315" y="156442"/>
                </a:cubicBezTo>
                <a:cubicBezTo>
                  <a:pt x="715314" y="170113"/>
                  <a:pt x="703459" y="190123"/>
                  <a:pt x="701024" y="213570"/>
                </a:cubicBezTo>
                <a:lnTo>
                  <a:pt x="666976" y="859553"/>
                </a:lnTo>
                <a:lnTo>
                  <a:pt x="632882" y="855429"/>
                </a:lnTo>
                <a:lnTo>
                  <a:pt x="556562" y="372813"/>
                </a:lnTo>
                <a:cubicBezTo>
                  <a:pt x="554080" y="349366"/>
                  <a:pt x="542547" y="329126"/>
                  <a:pt x="525592" y="315379"/>
                </a:cubicBezTo>
                <a:cubicBezTo>
                  <a:pt x="508637" y="301631"/>
                  <a:pt x="486398" y="294376"/>
                  <a:pt x="463010" y="296820"/>
                </a:cubicBezTo>
                <a:lnTo>
                  <a:pt x="453683" y="297812"/>
                </a:lnTo>
                <a:cubicBezTo>
                  <a:pt x="430249" y="300333"/>
                  <a:pt x="409986" y="312171"/>
                  <a:pt x="396247" y="329126"/>
                </a:cubicBezTo>
                <a:cubicBezTo>
                  <a:pt x="382509" y="346082"/>
                  <a:pt x="375203" y="368001"/>
                  <a:pt x="377684" y="391372"/>
                </a:cubicBezTo>
                <a:lnTo>
                  <a:pt x="475371" y="1080659"/>
                </a:lnTo>
                <a:cubicBezTo>
                  <a:pt x="428549" y="1073098"/>
                  <a:pt x="382600" y="1098302"/>
                  <a:pt x="363945" y="1141912"/>
                </a:cubicBezTo>
                <a:cubicBezTo>
                  <a:pt x="355307" y="1162075"/>
                  <a:pt x="353423" y="1185141"/>
                  <a:pt x="359810" y="1207290"/>
                </a:cubicBezTo>
                <a:cubicBezTo>
                  <a:pt x="390641" y="1306959"/>
                  <a:pt x="425103" y="1405484"/>
                  <a:pt x="463010" y="1502709"/>
                </a:cubicBezTo>
                <a:cubicBezTo>
                  <a:pt x="473395" y="1529403"/>
                  <a:pt x="484170" y="1556058"/>
                  <a:pt x="496846" y="1581634"/>
                </a:cubicBezTo>
                <a:lnTo>
                  <a:pt x="497335" y="1582418"/>
                </a:lnTo>
                <a:lnTo>
                  <a:pt x="363956" y="1510021"/>
                </a:lnTo>
                <a:cubicBezTo>
                  <a:pt x="144371" y="1361673"/>
                  <a:pt x="0" y="1110447"/>
                  <a:pt x="0" y="825502"/>
                </a:cubicBezTo>
                <a:cubicBezTo>
                  <a:pt x="0" y="369590"/>
                  <a:pt x="369589" y="0"/>
                  <a:pt x="82550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50" name="Freeform 59">
            <a:extLst>
              <a:ext uri="{FF2B5EF4-FFF2-40B4-BE49-F238E27FC236}">
                <a16:creationId xmlns:a16="http://schemas.microsoft.com/office/drawing/2014/main" id="{C085AD5D-88D8-46CE-BBC8-BBE4D59F74E6}"/>
              </a:ext>
            </a:extLst>
          </p:cNvPr>
          <p:cNvSpPr/>
          <p:nvPr/>
        </p:nvSpPr>
        <p:spPr>
          <a:xfrm>
            <a:off x="9041767" y="2189181"/>
            <a:ext cx="1161336" cy="1119350"/>
          </a:xfrm>
          <a:custGeom>
            <a:avLst/>
            <a:gdLst>
              <a:gd name="connsiteX0" fmla="*/ 952501 w 1905002"/>
              <a:gd name="connsiteY0" fmla="*/ 0 h 1836130"/>
              <a:gd name="connsiteX1" fmla="*/ 1905002 w 1905002"/>
              <a:gd name="connsiteY1" fmla="*/ 952501 h 1836130"/>
              <a:gd name="connsiteX2" fmla="*/ 1485053 w 1905002"/>
              <a:gd name="connsiteY2" fmla="*/ 1742330 h 1836130"/>
              <a:gd name="connsiteX3" fmla="*/ 1430291 w 1905002"/>
              <a:gd name="connsiteY3" fmla="*/ 1772054 h 1836130"/>
              <a:gd name="connsiteX4" fmla="*/ 1448954 w 1905002"/>
              <a:gd name="connsiteY4" fmla="*/ 1726182 h 1836130"/>
              <a:gd name="connsiteX5" fmla="*/ 1469857 w 1905002"/>
              <a:gd name="connsiteY5" fmla="*/ 1549587 h 1836130"/>
              <a:gd name="connsiteX6" fmla="*/ 1473365 w 1905002"/>
              <a:gd name="connsiteY6" fmla="*/ 1087102 h 1836130"/>
              <a:gd name="connsiteX7" fmla="*/ 1444813 w 1905002"/>
              <a:gd name="connsiteY7" fmla="*/ 1017601 h 1836130"/>
              <a:gd name="connsiteX8" fmla="*/ 1374943 w 1905002"/>
              <a:gd name="connsiteY8" fmla="*/ 988627 h 1836130"/>
              <a:gd name="connsiteX9" fmla="*/ 1364224 w 1905002"/>
              <a:gd name="connsiteY9" fmla="*/ 988627 h 1836130"/>
              <a:gd name="connsiteX10" fmla="*/ 1325830 w 1905002"/>
              <a:gd name="connsiteY10" fmla="*/ 996145 h 1836130"/>
              <a:gd name="connsiteX11" fmla="*/ 1294794 w 1905002"/>
              <a:gd name="connsiteY11" fmla="*/ 1017601 h 1836130"/>
              <a:gd name="connsiteX12" fmla="*/ 1272186 w 1905002"/>
              <a:gd name="connsiteY12" fmla="*/ 1058861 h 1836130"/>
              <a:gd name="connsiteX13" fmla="*/ 1236472 w 1905002"/>
              <a:gd name="connsiteY13" fmla="*/ 1054552 h 1836130"/>
              <a:gd name="connsiteX14" fmla="*/ 1347951 w 1905002"/>
              <a:gd name="connsiteY14" fmla="*/ 417947 h 1836130"/>
              <a:gd name="connsiteX15" fmla="*/ 1331677 w 1905002"/>
              <a:gd name="connsiteY15" fmla="*/ 344412 h 1836130"/>
              <a:gd name="connsiteX16" fmla="*/ 1268191 w 1905002"/>
              <a:gd name="connsiteY16" fmla="*/ 304068 h 1836130"/>
              <a:gd name="connsiteX17" fmla="*/ 1257861 w 1905002"/>
              <a:gd name="connsiteY17" fmla="*/ 302051 h 1836130"/>
              <a:gd name="connsiteX18" fmla="*/ 1184192 w 1905002"/>
              <a:gd name="connsiteY18" fmla="*/ 318555 h 1836130"/>
              <a:gd name="connsiteX19" fmla="*/ 1143557 w 1905002"/>
              <a:gd name="connsiteY19" fmla="*/ 382188 h 1836130"/>
              <a:gd name="connsiteX20" fmla="*/ 1031639 w 1905002"/>
              <a:gd name="connsiteY20" fmla="*/ 1023927 h 1836130"/>
              <a:gd name="connsiteX21" fmla="*/ 990760 w 1905002"/>
              <a:gd name="connsiteY21" fmla="*/ 1018793 h 1836130"/>
              <a:gd name="connsiteX22" fmla="*/ 1031639 w 1905002"/>
              <a:gd name="connsiteY22" fmla="*/ 265100 h 1836130"/>
              <a:gd name="connsiteX23" fmla="*/ 1010250 w 1905002"/>
              <a:gd name="connsiteY23" fmla="*/ 192939 h 1836130"/>
              <a:gd name="connsiteX24" fmla="*/ 943937 w 1905002"/>
              <a:gd name="connsiteY24" fmla="*/ 156813 h 1836130"/>
              <a:gd name="connsiteX25" fmla="*/ 933218 w 1905002"/>
              <a:gd name="connsiteY25" fmla="*/ 155988 h 1836130"/>
              <a:gd name="connsiteX26" fmla="*/ 861010 w 1905002"/>
              <a:gd name="connsiteY26" fmla="*/ 177444 h 1836130"/>
              <a:gd name="connsiteX27" fmla="*/ 824906 w 1905002"/>
              <a:gd name="connsiteY27" fmla="*/ 243277 h 1836130"/>
              <a:gd name="connsiteX28" fmla="*/ 785586 w 1905002"/>
              <a:gd name="connsiteY28" fmla="*/ 988627 h 1836130"/>
              <a:gd name="connsiteX29" fmla="*/ 746315 w 1905002"/>
              <a:gd name="connsiteY29" fmla="*/ 983859 h 1836130"/>
              <a:gd name="connsiteX30" fmla="*/ 658175 w 1905002"/>
              <a:gd name="connsiteY30" fmla="*/ 427024 h 1836130"/>
              <a:gd name="connsiteX31" fmla="*/ 622461 w 1905002"/>
              <a:gd name="connsiteY31" fmla="*/ 360732 h 1836130"/>
              <a:gd name="connsiteX32" fmla="*/ 550253 w 1905002"/>
              <a:gd name="connsiteY32" fmla="*/ 339369 h 1836130"/>
              <a:gd name="connsiteX33" fmla="*/ 539534 w 1905002"/>
              <a:gd name="connsiteY33" fmla="*/ 340561 h 1836130"/>
              <a:gd name="connsiteX34" fmla="*/ 473221 w 1905002"/>
              <a:gd name="connsiteY34" fmla="*/ 376686 h 1836130"/>
              <a:gd name="connsiteX35" fmla="*/ 451832 w 1905002"/>
              <a:gd name="connsiteY35" fmla="*/ 448480 h 1836130"/>
              <a:gd name="connsiteX36" fmla="*/ 564529 w 1905002"/>
              <a:gd name="connsiteY36" fmla="*/ 1243800 h 1836130"/>
              <a:gd name="connsiteX37" fmla="*/ 435948 w 1905002"/>
              <a:gd name="connsiteY37" fmla="*/ 1314493 h 1836130"/>
              <a:gd name="connsiteX38" fmla="*/ 431173 w 1905002"/>
              <a:gd name="connsiteY38" fmla="*/ 1389863 h 1836130"/>
              <a:gd name="connsiteX39" fmla="*/ 550253 w 1905002"/>
              <a:gd name="connsiteY39" fmla="*/ 1730767 h 1836130"/>
              <a:gd name="connsiteX40" fmla="*/ 589177 w 1905002"/>
              <a:gd name="connsiteY40" fmla="*/ 1821918 h 1836130"/>
              <a:gd name="connsiteX41" fmla="*/ 598082 w 1905002"/>
              <a:gd name="connsiteY41" fmla="*/ 1836130 h 1836130"/>
              <a:gd name="connsiteX42" fmla="*/ 581745 w 1905002"/>
              <a:gd name="connsiteY42" fmla="*/ 1830150 h 1836130"/>
              <a:gd name="connsiteX43" fmla="*/ 0 w 1905002"/>
              <a:gd name="connsiteY43" fmla="*/ 952501 h 1836130"/>
              <a:gd name="connsiteX44" fmla="*/ 952501 w 1905002"/>
              <a:gd name="connsiteY44" fmla="*/ 0 h 1836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905002" h="1836130">
                <a:moveTo>
                  <a:pt x="952501" y="0"/>
                </a:moveTo>
                <a:cubicBezTo>
                  <a:pt x="1478553" y="0"/>
                  <a:pt x="1905002" y="426449"/>
                  <a:pt x="1905002" y="952501"/>
                </a:cubicBezTo>
                <a:cubicBezTo>
                  <a:pt x="1905002" y="1281284"/>
                  <a:pt x="1738420" y="1571159"/>
                  <a:pt x="1485053" y="1742330"/>
                </a:cubicBezTo>
                <a:lnTo>
                  <a:pt x="1430291" y="1772054"/>
                </a:lnTo>
                <a:lnTo>
                  <a:pt x="1448954" y="1726182"/>
                </a:lnTo>
                <a:cubicBezTo>
                  <a:pt x="1464643" y="1669334"/>
                  <a:pt x="1467859" y="1609094"/>
                  <a:pt x="1469857" y="1549587"/>
                </a:cubicBezTo>
                <a:cubicBezTo>
                  <a:pt x="1475070" y="1395456"/>
                  <a:pt x="1476239" y="1241233"/>
                  <a:pt x="1473365" y="1087102"/>
                </a:cubicBezTo>
                <a:cubicBezTo>
                  <a:pt x="1473365" y="1059870"/>
                  <a:pt x="1462597" y="1035388"/>
                  <a:pt x="1444813" y="1017601"/>
                </a:cubicBezTo>
                <a:cubicBezTo>
                  <a:pt x="1426980" y="999813"/>
                  <a:pt x="1402131" y="988627"/>
                  <a:pt x="1374943" y="988627"/>
                </a:cubicBezTo>
                <a:lnTo>
                  <a:pt x="1364224" y="988627"/>
                </a:lnTo>
                <a:cubicBezTo>
                  <a:pt x="1350631" y="988443"/>
                  <a:pt x="1337621" y="991102"/>
                  <a:pt x="1325830" y="996145"/>
                </a:cubicBezTo>
                <a:cubicBezTo>
                  <a:pt x="1314137" y="1001096"/>
                  <a:pt x="1303564" y="1008340"/>
                  <a:pt x="1294794" y="1017601"/>
                </a:cubicBezTo>
                <a:cubicBezTo>
                  <a:pt x="1283782" y="1029154"/>
                  <a:pt x="1275987" y="1043366"/>
                  <a:pt x="1272186" y="1058861"/>
                </a:cubicBezTo>
                <a:lnTo>
                  <a:pt x="1236472" y="1054552"/>
                </a:lnTo>
                <a:lnTo>
                  <a:pt x="1347951" y="417947"/>
                </a:lnTo>
                <a:cubicBezTo>
                  <a:pt x="1352677" y="391173"/>
                  <a:pt x="1346148" y="365042"/>
                  <a:pt x="1331677" y="344412"/>
                </a:cubicBezTo>
                <a:cubicBezTo>
                  <a:pt x="1317255" y="323873"/>
                  <a:pt x="1294989" y="308744"/>
                  <a:pt x="1268191" y="304068"/>
                </a:cubicBezTo>
                <a:lnTo>
                  <a:pt x="1257861" y="302051"/>
                </a:lnTo>
                <a:cubicBezTo>
                  <a:pt x="1231112" y="297283"/>
                  <a:pt x="1204899" y="303976"/>
                  <a:pt x="1184192" y="318555"/>
                </a:cubicBezTo>
                <a:cubicBezTo>
                  <a:pt x="1163484" y="333042"/>
                  <a:pt x="1148283" y="355414"/>
                  <a:pt x="1143557" y="382188"/>
                </a:cubicBezTo>
                <a:lnTo>
                  <a:pt x="1031639" y="1023927"/>
                </a:lnTo>
                <a:lnTo>
                  <a:pt x="990760" y="1018793"/>
                </a:lnTo>
                <a:lnTo>
                  <a:pt x="1031639" y="265100"/>
                </a:lnTo>
                <a:cubicBezTo>
                  <a:pt x="1034514" y="238143"/>
                  <a:pt x="1026085" y="212561"/>
                  <a:pt x="1010250" y="192939"/>
                </a:cubicBezTo>
                <a:cubicBezTo>
                  <a:pt x="994366" y="173318"/>
                  <a:pt x="970979" y="159656"/>
                  <a:pt x="943937" y="156813"/>
                </a:cubicBezTo>
                <a:lnTo>
                  <a:pt x="933218" y="155988"/>
                </a:lnTo>
                <a:cubicBezTo>
                  <a:pt x="906177" y="153146"/>
                  <a:pt x="880597" y="161673"/>
                  <a:pt x="861010" y="177444"/>
                </a:cubicBezTo>
                <a:cubicBezTo>
                  <a:pt x="841375" y="193214"/>
                  <a:pt x="827732" y="216229"/>
                  <a:pt x="824906" y="243277"/>
                </a:cubicBezTo>
                <a:lnTo>
                  <a:pt x="785586" y="988627"/>
                </a:lnTo>
                <a:lnTo>
                  <a:pt x="746315" y="983859"/>
                </a:lnTo>
                <a:lnTo>
                  <a:pt x="658175" y="427024"/>
                </a:lnTo>
                <a:cubicBezTo>
                  <a:pt x="655349" y="400067"/>
                  <a:pt x="642048" y="376595"/>
                  <a:pt x="622461" y="360732"/>
                </a:cubicBezTo>
                <a:cubicBezTo>
                  <a:pt x="602923" y="344962"/>
                  <a:pt x="577246" y="336526"/>
                  <a:pt x="550253" y="339369"/>
                </a:cubicBezTo>
                <a:lnTo>
                  <a:pt x="539534" y="340561"/>
                </a:lnTo>
                <a:cubicBezTo>
                  <a:pt x="512492" y="343403"/>
                  <a:pt x="489105" y="357065"/>
                  <a:pt x="473221" y="376686"/>
                </a:cubicBezTo>
                <a:cubicBezTo>
                  <a:pt x="457386" y="396216"/>
                  <a:pt x="448957" y="421431"/>
                  <a:pt x="451832" y="448480"/>
                </a:cubicBezTo>
                <a:lnTo>
                  <a:pt x="564529" y="1243800"/>
                </a:lnTo>
                <a:cubicBezTo>
                  <a:pt x="510543" y="1235090"/>
                  <a:pt x="457484" y="1264155"/>
                  <a:pt x="435948" y="1314493"/>
                </a:cubicBezTo>
                <a:cubicBezTo>
                  <a:pt x="425960" y="1337783"/>
                  <a:pt x="423816" y="1364373"/>
                  <a:pt x="431173" y="1389863"/>
                </a:cubicBezTo>
                <a:cubicBezTo>
                  <a:pt x="466692" y="1504842"/>
                  <a:pt x="506743" y="1618538"/>
                  <a:pt x="550253" y="1730767"/>
                </a:cubicBezTo>
                <a:cubicBezTo>
                  <a:pt x="562190" y="1761575"/>
                  <a:pt x="574566" y="1792382"/>
                  <a:pt x="589177" y="1821918"/>
                </a:cubicBezTo>
                <a:lnTo>
                  <a:pt x="598082" y="1836130"/>
                </a:lnTo>
                <a:lnTo>
                  <a:pt x="581745" y="1830150"/>
                </a:lnTo>
                <a:cubicBezTo>
                  <a:pt x="239878" y="1685553"/>
                  <a:pt x="0" y="1347040"/>
                  <a:pt x="0" y="952501"/>
                </a:cubicBezTo>
                <a:cubicBezTo>
                  <a:pt x="0" y="426449"/>
                  <a:pt x="426449" y="0"/>
                  <a:pt x="952501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5400000" scaled="1"/>
          </a:gra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05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595C95A-45B4-4937-8FBE-91BC65841C7F}"/>
              </a:ext>
            </a:extLst>
          </p:cNvPr>
          <p:cNvGrpSpPr/>
          <p:nvPr/>
        </p:nvGrpSpPr>
        <p:grpSpPr>
          <a:xfrm>
            <a:off x="1280695" y="3491642"/>
            <a:ext cx="2559690" cy="719502"/>
            <a:chOff x="1280695" y="3491642"/>
            <a:chExt cx="2559690" cy="719502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FFA8F2B-950C-4793-8F29-BD8CD952DF80}"/>
                </a:ext>
              </a:extLst>
            </p:cNvPr>
            <p:cNvSpPr/>
            <p:nvPr/>
          </p:nvSpPr>
          <p:spPr>
            <a:xfrm>
              <a:off x="1522030" y="3491642"/>
              <a:ext cx="207702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86FD97C-D6B9-45B9-BB24-5D3C4D1B52B7}"/>
                </a:ext>
              </a:extLst>
            </p:cNvPr>
            <p:cNvSpPr/>
            <p:nvPr/>
          </p:nvSpPr>
          <p:spPr>
            <a:xfrm>
              <a:off x="1280695" y="3763586"/>
              <a:ext cx="2559690" cy="447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8304D81-9A97-48B5-9CB7-7F88C2C70523}"/>
              </a:ext>
            </a:extLst>
          </p:cNvPr>
          <p:cNvGrpSpPr/>
          <p:nvPr/>
        </p:nvGrpSpPr>
        <p:grpSpPr>
          <a:xfrm>
            <a:off x="4844008" y="3491641"/>
            <a:ext cx="2559689" cy="719504"/>
            <a:chOff x="3733544" y="6025661"/>
            <a:chExt cx="4198798" cy="1180241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76D095D-F17F-461D-B9F4-2A06A364120C}"/>
                </a:ext>
              </a:extLst>
            </p:cNvPr>
            <p:cNvSpPr/>
            <p:nvPr/>
          </p:nvSpPr>
          <p:spPr>
            <a:xfrm>
              <a:off x="4129419" y="6025661"/>
              <a:ext cx="3407050" cy="5431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2575F59-D267-4CC7-8AC0-4C461B8BB10C}"/>
                </a:ext>
              </a:extLst>
            </p:cNvPr>
            <p:cNvSpPr/>
            <p:nvPr/>
          </p:nvSpPr>
          <p:spPr>
            <a:xfrm>
              <a:off x="3733544" y="6471749"/>
              <a:ext cx="4198798" cy="7341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BFE9810-45CE-4107-BB50-6EA707533FCA}"/>
              </a:ext>
            </a:extLst>
          </p:cNvPr>
          <p:cNvGrpSpPr/>
          <p:nvPr/>
        </p:nvGrpSpPr>
        <p:grpSpPr>
          <a:xfrm>
            <a:off x="8407321" y="3491642"/>
            <a:ext cx="2559689" cy="719502"/>
            <a:chOff x="3733544" y="6025664"/>
            <a:chExt cx="4198798" cy="1180238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31397A5-FD64-41F3-B711-1C2B0D65D7C8}"/>
                </a:ext>
              </a:extLst>
            </p:cNvPr>
            <p:cNvSpPr/>
            <p:nvPr/>
          </p:nvSpPr>
          <p:spPr>
            <a:xfrm>
              <a:off x="4129419" y="6025664"/>
              <a:ext cx="3407050" cy="5431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F85158B-523B-4C21-BAC4-42B3803097FB}"/>
                </a:ext>
              </a:extLst>
            </p:cNvPr>
            <p:cNvSpPr/>
            <p:nvPr/>
          </p:nvSpPr>
          <p:spPr>
            <a:xfrm>
              <a:off x="3733544" y="6471748"/>
              <a:ext cx="4198798" cy="7341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A771210-D489-4742-9877-E2A0162C86FA}"/>
              </a:ext>
            </a:extLst>
          </p:cNvPr>
          <p:cNvGrpSpPr/>
          <p:nvPr/>
        </p:nvGrpSpPr>
        <p:grpSpPr>
          <a:xfrm>
            <a:off x="3048506" y="5348698"/>
            <a:ext cx="2559689" cy="719502"/>
            <a:chOff x="3733544" y="6025664"/>
            <a:chExt cx="4198798" cy="1180238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5DF617C-DC82-4EF3-BCFC-C76AFB0BC170}"/>
                </a:ext>
              </a:extLst>
            </p:cNvPr>
            <p:cNvSpPr/>
            <p:nvPr/>
          </p:nvSpPr>
          <p:spPr>
            <a:xfrm>
              <a:off x="4129419" y="6025664"/>
              <a:ext cx="3407050" cy="5431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22FCEA0-E158-4A23-BC13-645A381257C4}"/>
                </a:ext>
              </a:extLst>
            </p:cNvPr>
            <p:cNvSpPr/>
            <p:nvPr/>
          </p:nvSpPr>
          <p:spPr>
            <a:xfrm>
              <a:off x="3733544" y="6471748"/>
              <a:ext cx="4198798" cy="7341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2C1C3A5-7C7D-4672-A3E1-67AB5F082915}"/>
              </a:ext>
            </a:extLst>
          </p:cNvPr>
          <p:cNvGrpSpPr/>
          <p:nvPr/>
        </p:nvGrpSpPr>
        <p:grpSpPr>
          <a:xfrm>
            <a:off x="6734408" y="5348698"/>
            <a:ext cx="2559689" cy="719502"/>
            <a:chOff x="3733544" y="6025664"/>
            <a:chExt cx="4198798" cy="118023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7F5E8B9-B574-4310-925B-25EAF67F9CEC}"/>
                </a:ext>
              </a:extLst>
            </p:cNvPr>
            <p:cNvSpPr/>
            <p:nvPr/>
          </p:nvSpPr>
          <p:spPr>
            <a:xfrm>
              <a:off x="4129419" y="6025664"/>
              <a:ext cx="3407050" cy="5431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1F1BA89-1FD7-4A5A-BC4A-D985579DEA18}"/>
                </a:ext>
              </a:extLst>
            </p:cNvPr>
            <p:cNvSpPr/>
            <p:nvPr/>
          </p:nvSpPr>
          <p:spPr>
            <a:xfrm>
              <a:off x="3733544" y="6471748"/>
              <a:ext cx="4198798" cy="7341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085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4">
            <a:extLst>
              <a:ext uri="{FF2B5EF4-FFF2-40B4-BE49-F238E27FC236}">
                <a16:creationId xmlns:a16="http://schemas.microsoft.com/office/drawing/2014/main" id="{BF6EC59F-818F-400A-8657-BAC36AD3543C}"/>
              </a:ext>
            </a:extLst>
          </p:cNvPr>
          <p:cNvSpPr txBox="1">
            <a:spLocks/>
          </p:cNvSpPr>
          <p:nvPr/>
        </p:nvSpPr>
        <p:spPr>
          <a:xfrm>
            <a:off x="592436" y="580809"/>
            <a:ext cx="11000037" cy="587039"/>
          </a:xfrm>
          <a:prstGeom prst="rect">
            <a:avLst/>
          </a:prstGeom>
        </p:spPr>
        <p:txBody>
          <a:bodyPr/>
          <a:lstStyle>
            <a:lvl1pPr algn="l" defTabSz="14607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2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Infographic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9BE7F95-3C36-4205-80C5-08522099EA6D}"/>
              </a:ext>
            </a:extLst>
          </p:cNvPr>
          <p:cNvGrpSpPr/>
          <p:nvPr/>
        </p:nvGrpSpPr>
        <p:grpSpPr>
          <a:xfrm>
            <a:off x="5738496" y="1183554"/>
            <a:ext cx="707917" cy="130783"/>
            <a:chOff x="1110190" y="3155259"/>
            <a:chExt cx="1133316" cy="209373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BB02D2E3-9C58-46AA-89B4-A27894A31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90" y="3155259"/>
              <a:ext cx="202111" cy="2093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6" name="Freeform 5">
              <a:extLst>
                <a:ext uri="{FF2B5EF4-FFF2-40B4-BE49-F238E27FC236}">
                  <a16:creationId xmlns:a16="http://schemas.microsoft.com/office/drawing/2014/main" id="{E6FE7608-9EEC-4B14-B67F-C73AFCB77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53" y="3155259"/>
              <a:ext cx="202111" cy="209373"/>
            </a:xfrm>
            <a:prstGeom prst="ellipse">
              <a:avLst/>
            </a:prstGeom>
            <a:solidFill>
              <a:schemeClr val="bg1">
                <a:lumMod val="85000"/>
                <a:alpha val="98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7" name="Freeform 5">
              <a:extLst>
                <a:ext uri="{FF2B5EF4-FFF2-40B4-BE49-F238E27FC236}">
                  <a16:creationId xmlns:a16="http://schemas.microsoft.com/office/drawing/2014/main" id="{7788DB01-F4A6-4D76-B6A3-4DE413C10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115" y="3155259"/>
              <a:ext cx="202111" cy="20937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B5E48C15-43C5-493A-942B-C132BC3E9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395" y="3155259"/>
              <a:ext cx="202111" cy="2093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2F37064-9F60-4F6B-88CF-13462D607172}"/>
              </a:ext>
            </a:extLst>
          </p:cNvPr>
          <p:cNvGrpSpPr/>
          <p:nvPr/>
        </p:nvGrpSpPr>
        <p:grpSpPr>
          <a:xfrm>
            <a:off x="2804205" y="1813528"/>
            <a:ext cx="7960291" cy="5044472"/>
            <a:chOff x="2804205" y="1813528"/>
            <a:chExt cx="7960291" cy="5044472"/>
          </a:xfrm>
        </p:grpSpPr>
        <p:sp>
          <p:nvSpPr>
            <p:cNvPr id="27" name="Shape 39">
              <a:extLst>
                <a:ext uri="{FF2B5EF4-FFF2-40B4-BE49-F238E27FC236}">
                  <a16:creationId xmlns:a16="http://schemas.microsoft.com/office/drawing/2014/main" id="{599423EE-853F-41C4-BDF5-895F0927C9E9}"/>
                </a:ext>
              </a:extLst>
            </p:cNvPr>
            <p:cNvSpPr/>
            <p:nvPr/>
          </p:nvSpPr>
          <p:spPr>
            <a:xfrm>
              <a:off x="2804205" y="4163578"/>
              <a:ext cx="7176115" cy="26944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41" y="0"/>
                  </a:moveTo>
                  <a:lnTo>
                    <a:pt x="0" y="21600"/>
                  </a:lnTo>
                  <a:lnTo>
                    <a:pt x="11157" y="21600"/>
                  </a:lnTo>
                  <a:lnTo>
                    <a:pt x="21600" y="0"/>
                  </a:lnTo>
                  <a:lnTo>
                    <a:pt x="1954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1100">
                <a:solidFill>
                  <a:schemeClr val="bg1"/>
                </a:solidFill>
              </a:endParaRPr>
            </a:p>
          </p:txBody>
        </p:sp>
        <p:sp>
          <p:nvSpPr>
            <p:cNvPr id="28" name="Shape 40">
              <a:extLst>
                <a:ext uri="{FF2B5EF4-FFF2-40B4-BE49-F238E27FC236}">
                  <a16:creationId xmlns:a16="http://schemas.microsoft.com/office/drawing/2014/main" id="{1A97301C-1638-4E84-A708-4926D797B7EF}"/>
                </a:ext>
              </a:extLst>
            </p:cNvPr>
            <p:cNvSpPr/>
            <p:nvPr/>
          </p:nvSpPr>
          <p:spPr>
            <a:xfrm>
              <a:off x="9292287" y="1813528"/>
              <a:ext cx="1472209" cy="2350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64" y="0"/>
                  </a:moveTo>
                  <a:lnTo>
                    <a:pt x="11385" y="4582"/>
                  </a:lnTo>
                  <a:lnTo>
                    <a:pt x="14002" y="4582"/>
                  </a:lnTo>
                  <a:lnTo>
                    <a:pt x="0" y="21600"/>
                  </a:lnTo>
                  <a:lnTo>
                    <a:pt x="10037" y="21600"/>
                  </a:lnTo>
                  <a:lnTo>
                    <a:pt x="19058" y="4582"/>
                  </a:lnTo>
                  <a:lnTo>
                    <a:pt x="21600" y="4582"/>
                  </a:lnTo>
                  <a:lnTo>
                    <a:pt x="18964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2700" cap="flat">
              <a:noFill/>
              <a:miter lim="400000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numCol="1" anchor="t">
              <a:noAutofit/>
            </a:bodyPr>
            <a:lstStyle/>
            <a:p>
              <a:endParaRPr sz="11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46A4494-F0EE-4870-94B3-45CA2AEAEDAA}"/>
              </a:ext>
            </a:extLst>
          </p:cNvPr>
          <p:cNvGrpSpPr/>
          <p:nvPr/>
        </p:nvGrpSpPr>
        <p:grpSpPr>
          <a:xfrm>
            <a:off x="1350348" y="1813528"/>
            <a:ext cx="2542124" cy="767227"/>
            <a:chOff x="1350348" y="1813528"/>
            <a:chExt cx="2542124" cy="76722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88D479-17BF-482B-9123-8D40C5C69977}"/>
                </a:ext>
              </a:extLst>
            </p:cNvPr>
            <p:cNvSpPr/>
            <p:nvPr/>
          </p:nvSpPr>
          <p:spPr>
            <a:xfrm>
              <a:off x="2087508" y="1813528"/>
              <a:ext cx="1804963" cy="2946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200" b="1" dirty="0">
                  <a:solidFill>
                    <a:srgbClr val="FFC000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CE3E31A-35C8-4097-9FBC-FDB7EAD61DB6}"/>
                </a:ext>
              </a:extLst>
            </p:cNvPr>
            <p:cNvSpPr/>
            <p:nvPr/>
          </p:nvSpPr>
          <p:spPr>
            <a:xfrm>
              <a:off x="1350348" y="2115435"/>
              <a:ext cx="2542124" cy="465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05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FE598BF-24DB-47E5-B27F-A366426A62BF}"/>
              </a:ext>
            </a:extLst>
          </p:cNvPr>
          <p:cNvGrpSpPr/>
          <p:nvPr/>
        </p:nvGrpSpPr>
        <p:grpSpPr>
          <a:xfrm>
            <a:off x="1350348" y="2709680"/>
            <a:ext cx="2542124" cy="765175"/>
            <a:chOff x="1350348" y="2709680"/>
            <a:chExt cx="2542124" cy="76517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AF28F7B-1ACE-4C0B-BEB3-C66539C978D4}"/>
                </a:ext>
              </a:extLst>
            </p:cNvPr>
            <p:cNvSpPr/>
            <p:nvPr/>
          </p:nvSpPr>
          <p:spPr>
            <a:xfrm>
              <a:off x="2087508" y="2709680"/>
              <a:ext cx="1804963" cy="2946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200" b="1" dirty="0">
                  <a:solidFill>
                    <a:srgbClr val="A5A5A5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29776A4-2E4B-4941-B3C3-5297C25B5BE5}"/>
                </a:ext>
              </a:extLst>
            </p:cNvPr>
            <p:cNvSpPr/>
            <p:nvPr/>
          </p:nvSpPr>
          <p:spPr>
            <a:xfrm>
              <a:off x="1350348" y="3011587"/>
              <a:ext cx="2542124" cy="4632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05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DB5CE09D-2277-4BB2-82DA-72513B2DA139}"/>
              </a:ext>
            </a:extLst>
          </p:cNvPr>
          <p:cNvSpPr/>
          <p:nvPr/>
        </p:nvSpPr>
        <p:spPr>
          <a:xfrm>
            <a:off x="4043570" y="2736431"/>
            <a:ext cx="377758" cy="37775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E226EAC-4651-4EBB-9AF0-EAE17C9A0D66}"/>
              </a:ext>
            </a:extLst>
          </p:cNvPr>
          <p:cNvSpPr/>
          <p:nvPr/>
        </p:nvSpPr>
        <p:spPr>
          <a:xfrm>
            <a:off x="4043570" y="1832783"/>
            <a:ext cx="377758" cy="3777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1CB823E-320D-4A58-80BE-A27B1F34AA3D}"/>
              </a:ext>
            </a:extLst>
          </p:cNvPr>
          <p:cNvGrpSpPr/>
          <p:nvPr/>
        </p:nvGrpSpPr>
        <p:grpSpPr>
          <a:xfrm>
            <a:off x="1350348" y="3596264"/>
            <a:ext cx="2542124" cy="765175"/>
            <a:chOff x="1350348" y="3596264"/>
            <a:chExt cx="2542124" cy="76517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2D04235-0249-4173-9B65-823A22B82812}"/>
                </a:ext>
              </a:extLst>
            </p:cNvPr>
            <p:cNvSpPr/>
            <p:nvPr/>
          </p:nvSpPr>
          <p:spPr>
            <a:xfrm>
              <a:off x="2087508" y="3596264"/>
              <a:ext cx="1804963" cy="2946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200" b="1" dirty="0">
                  <a:solidFill>
                    <a:srgbClr val="ED7D31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C328867-674A-4468-9C96-B5290A99C0CF}"/>
                </a:ext>
              </a:extLst>
            </p:cNvPr>
            <p:cNvSpPr/>
            <p:nvPr/>
          </p:nvSpPr>
          <p:spPr>
            <a:xfrm>
              <a:off x="1350348" y="3898171"/>
              <a:ext cx="2542124" cy="4632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05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AFCB34E-87C8-4EEA-8728-EE00A1BA38D1}"/>
              </a:ext>
            </a:extLst>
          </p:cNvPr>
          <p:cNvGrpSpPr/>
          <p:nvPr/>
        </p:nvGrpSpPr>
        <p:grpSpPr>
          <a:xfrm>
            <a:off x="1350348" y="4490140"/>
            <a:ext cx="2542124" cy="765175"/>
            <a:chOff x="1350348" y="4490140"/>
            <a:chExt cx="2542124" cy="76517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CE6615C-4130-41AA-B5C8-95C47B5E10C1}"/>
                </a:ext>
              </a:extLst>
            </p:cNvPr>
            <p:cNvSpPr/>
            <p:nvPr/>
          </p:nvSpPr>
          <p:spPr>
            <a:xfrm>
              <a:off x="2087508" y="4490140"/>
              <a:ext cx="1804963" cy="2946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200" b="1" dirty="0">
                  <a:solidFill>
                    <a:srgbClr val="44546A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C514C16-2484-4BF6-9B10-EBF9204482E9}"/>
                </a:ext>
              </a:extLst>
            </p:cNvPr>
            <p:cNvSpPr/>
            <p:nvPr/>
          </p:nvSpPr>
          <p:spPr>
            <a:xfrm>
              <a:off x="1350348" y="4792047"/>
              <a:ext cx="2542124" cy="4632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05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1102E8F2-AD0B-4413-B2E4-EA0421CE122C}"/>
              </a:ext>
            </a:extLst>
          </p:cNvPr>
          <p:cNvSpPr/>
          <p:nvPr/>
        </p:nvSpPr>
        <p:spPr>
          <a:xfrm>
            <a:off x="4055005" y="4516891"/>
            <a:ext cx="377758" cy="37775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5A5B0A2-B620-41EB-BB69-9E65E8902421}"/>
              </a:ext>
            </a:extLst>
          </p:cNvPr>
          <p:cNvSpPr/>
          <p:nvPr/>
        </p:nvSpPr>
        <p:spPr>
          <a:xfrm>
            <a:off x="4055005" y="3615519"/>
            <a:ext cx="377758" cy="3777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0B2B354-A7A8-4529-A69D-B5E7E8AA5D2F}"/>
              </a:ext>
            </a:extLst>
          </p:cNvPr>
          <p:cNvCxnSpPr/>
          <p:nvPr/>
        </p:nvCxnSpPr>
        <p:spPr>
          <a:xfrm flipH="1" flipV="1">
            <a:off x="5402563" y="4697867"/>
            <a:ext cx="477469" cy="459981"/>
          </a:xfrm>
          <a:prstGeom prst="line">
            <a:avLst/>
          </a:prstGeom>
          <a:ln w="6350">
            <a:solidFill>
              <a:schemeClr val="tx2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5DECF51-E84A-4FE1-AA60-A293DA00DEF3}"/>
              </a:ext>
            </a:extLst>
          </p:cNvPr>
          <p:cNvCxnSpPr/>
          <p:nvPr/>
        </p:nvCxnSpPr>
        <p:spPr>
          <a:xfrm flipH="1">
            <a:off x="4452736" y="4699028"/>
            <a:ext cx="954375" cy="0"/>
          </a:xfrm>
          <a:prstGeom prst="straightConnector1">
            <a:avLst/>
          </a:prstGeom>
          <a:ln w="6350">
            <a:solidFill>
              <a:schemeClr val="tx2"/>
            </a:solidFill>
            <a:prstDash val="sys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339F715-FEF5-41EF-A0E0-97AED7E40F5F}"/>
              </a:ext>
            </a:extLst>
          </p:cNvPr>
          <p:cNvCxnSpPr/>
          <p:nvPr/>
        </p:nvCxnSpPr>
        <p:spPr>
          <a:xfrm flipH="1" flipV="1">
            <a:off x="6521181" y="3791120"/>
            <a:ext cx="1036477" cy="687488"/>
          </a:xfrm>
          <a:prstGeom prst="line">
            <a:avLst/>
          </a:prstGeom>
          <a:ln w="6350">
            <a:solidFill>
              <a:schemeClr val="accent2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B5567ED-0B59-42C5-A2CC-E59B977058D6}"/>
              </a:ext>
            </a:extLst>
          </p:cNvPr>
          <p:cNvCxnSpPr/>
          <p:nvPr/>
        </p:nvCxnSpPr>
        <p:spPr>
          <a:xfrm flipH="1">
            <a:off x="4459323" y="3792855"/>
            <a:ext cx="2071732" cy="0"/>
          </a:xfrm>
          <a:prstGeom prst="straightConnector1">
            <a:avLst/>
          </a:prstGeom>
          <a:ln w="6350">
            <a:solidFill>
              <a:schemeClr val="accent2"/>
            </a:solidFill>
            <a:prstDash val="sys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1DE367E-7DCE-4D84-9353-78764F7E08D9}"/>
              </a:ext>
            </a:extLst>
          </p:cNvPr>
          <p:cNvCxnSpPr/>
          <p:nvPr/>
        </p:nvCxnSpPr>
        <p:spPr>
          <a:xfrm flipH="1" flipV="1">
            <a:off x="7180456" y="2898485"/>
            <a:ext cx="1376299" cy="1196535"/>
          </a:xfrm>
          <a:prstGeom prst="line">
            <a:avLst/>
          </a:prstGeom>
          <a:ln w="6350">
            <a:solidFill>
              <a:schemeClr val="accent3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AE17B05-1541-476F-9759-B42C3A9B0034}"/>
              </a:ext>
            </a:extLst>
          </p:cNvPr>
          <p:cNvCxnSpPr/>
          <p:nvPr/>
        </p:nvCxnSpPr>
        <p:spPr>
          <a:xfrm flipH="1">
            <a:off x="4442595" y="2901505"/>
            <a:ext cx="2750973" cy="0"/>
          </a:xfrm>
          <a:prstGeom prst="straightConnector1">
            <a:avLst/>
          </a:prstGeom>
          <a:ln w="6350">
            <a:solidFill>
              <a:schemeClr val="accent3"/>
            </a:solidFill>
            <a:prstDash val="sys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E36D924-3663-4770-8167-D40E700DA72B}"/>
              </a:ext>
            </a:extLst>
          </p:cNvPr>
          <p:cNvCxnSpPr/>
          <p:nvPr/>
        </p:nvCxnSpPr>
        <p:spPr>
          <a:xfrm flipH="1" flipV="1">
            <a:off x="7627150" y="2004607"/>
            <a:ext cx="1605791" cy="1890922"/>
          </a:xfrm>
          <a:prstGeom prst="line">
            <a:avLst/>
          </a:prstGeom>
          <a:ln w="6350">
            <a:solidFill>
              <a:schemeClr val="accent4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CA42FC5-4E44-459C-BE32-D72EAFE31105}"/>
              </a:ext>
            </a:extLst>
          </p:cNvPr>
          <p:cNvCxnSpPr/>
          <p:nvPr/>
        </p:nvCxnSpPr>
        <p:spPr>
          <a:xfrm flipH="1">
            <a:off x="4432762" y="2009380"/>
            <a:ext cx="3209686" cy="0"/>
          </a:xfrm>
          <a:prstGeom prst="straightConnector1">
            <a:avLst/>
          </a:prstGeom>
          <a:ln w="6350">
            <a:solidFill>
              <a:schemeClr val="accent4"/>
            </a:solidFill>
            <a:prstDash val="sys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977810F-F3D5-4C9A-88BF-8A144975241B}"/>
              </a:ext>
            </a:extLst>
          </p:cNvPr>
          <p:cNvGrpSpPr/>
          <p:nvPr/>
        </p:nvGrpSpPr>
        <p:grpSpPr>
          <a:xfrm>
            <a:off x="5772274" y="4704649"/>
            <a:ext cx="1293421" cy="1400141"/>
            <a:chOff x="9979471" y="7791102"/>
            <a:chExt cx="1911105" cy="2068789"/>
          </a:xfrm>
        </p:grpSpPr>
        <p:sp>
          <p:nvSpPr>
            <p:cNvPr id="69" name="Shape 42">
              <a:extLst>
                <a:ext uri="{FF2B5EF4-FFF2-40B4-BE49-F238E27FC236}">
                  <a16:creationId xmlns:a16="http://schemas.microsoft.com/office/drawing/2014/main" id="{1A71AF03-1D64-4FAA-A280-1E631EBD410A}"/>
                </a:ext>
              </a:extLst>
            </p:cNvPr>
            <p:cNvSpPr/>
            <p:nvPr/>
          </p:nvSpPr>
          <p:spPr>
            <a:xfrm>
              <a:off x="9979471" y="9417522"/>
              <a:ext cx="1911104" cy="442369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100">
                <a:solidFill>
                  <a:schemeClr val="bg1"/>
                </a:solidFill>
              </a:endParaRPr>
            </a:p>
          </p:txBody>
        </p:sp>
        <p:sp>
          <p:nvSpPr>
            <p:cNvPr id="70" name="Shape 43">
              <a:extLst>
                <a:ext uri="{FF2B5EF4-FFF2-40B4-BE49-F238E27FC236}">
                  <a16:creationId xmlns:a16="http://schemas.microsoft.com/office/drawing/2014/main" id="{62BE1196-2740-41F1-A7EF-5819F10D2576}"/>
                </a:ext>
              </a:extLst>
            </p:cNvPr>
            <p:cNvSpPr/>
            <p:nvPr/>
          </p:nvSpPr>
          <p:spPr>
            <a:xfrm>
              <a:off x="9979471" y="7791102"/>
              <a:ext cx="1911105" cy="1911106"/>
            </a:xfrm>
            <a:prstGeom prst="ellipse">
              <a:avLst/>
            </a:prstGeom>
            <a:solidFill>
              <a:schemeClr val="tx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100">
                <a:solidFill>
                  <a:schemeClr val="bg1"/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F180B89-A042-4329-84DF-DE22489DDCBB}"/>
              </a:ext>
            </a:extLst>
          </p:cNvPr>
          <p:cNvGrpSpPr/>
          <p:nvPr/>
        </p:nvGrpSpPr>
        <p:grpSpPr>
          <a:xfrm>
            <a:off x="9114725" y="3837182"/>
            <a:ext cx="515716" cy="558269"/>
            <a:chOff x="14918136" y="6509369"/>
            <a:chExt cx="762001" cy="824875"/>
          </a:xfrm>
        </p:grpSpPr>
        <p:sp>
          <p:nvSpPr>
            <p:cNvPr id="74" name="Shape 52">
              <a:extLst>
                <a:ext uri="{FF2B5EF4-FFF2-40B4-BE49-F238E27FC236}">
                  <a16:creationId xmlns:a16="http://schemas.microsoft.com/office/drawing/2014/main" id="{8F9F7F7C-BDC3-470B-82ED-C53E33FE7B1E}"/>
                </a:ext>
              </a:extLst>
            </p:cNvPr>
            <p:cNvSpPr/>
            <p:nvPr/>
          </p:nvSpPr>
          <p:spPr>
            <a:xfrm>
              <a:off x="14918136" y="7157861"/>
              <a:ext cx="762001" cy="17638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100">
                <a:solidFill>
                  <a:schemeClr val="bg1"/>
                </a:solidFill>
              </a:endParaRPr>
            </a:p>
          </p:txBody>
        </p:sp>
        <p:sp>
          <p:nvSpPr>
            <p:cNvPr id="76" name="Shape 53">
              <a:extLst>
                <a:ext uri="{FF2B5EF4-FFF2-40B4-BE49-F238E27FC236}">
                  <a16:creationId xmlns:a16="http://schemas.microsoft.com/office/drawing/2014/main" id="{F686AC76-29F2-4941-B64E-9B4AF6AD5470}"/>
                </a:ext>
              </a:extLst>
            </p:cNvPr>
            <p:cNvSpPr/>
            <p:nvPr/>
          </p:nvSpPr>
          <p:spPr>
            <a:xfrm>
              <a:off x="14918136" y="6509369"/>
              <a:ext cx="762001" cy="762002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100">
                <a:solidFill>
                  <a:schemeClr val="bg1"/>
                </a:solidFill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ED9E1C-E0C7-42D2-8C86-A637944C796C}"/>
              </a:ext>
            </a:extLst>
          </p:cNvPr>
          <p:cNvGrpSpPr/>
          <p:nvPr/>
        </p:nvGrpSpPr>
        <p:grpSpPr>
          <a:xfrm>
            <a:off x="8363747" y="4034836"/>
            <a:ext cx="687622" cy="744358"/>
            <a:chOff x="13808523" y="6801414"/>
            <a:chExt cx="1016001" cy="1099832"/>
          </a:xfrm>
        </p:grpSpPr>
        <p:sp>
          <p:nvSpPr>
            <p:cNvPr id="81" name="Shape 57">
              <a:extLst>
                <a:ext uri="{FF2B5EF4-FFF2-40B4-BE49-F238E27FC236}">
                  <a16:creationId xmlns:a16="http://schemas.microsoft.com/office/drawing/2014/main" id="{9F0DFABB-0D66-413A-B977-891785A625BC}"/>
                </a:ext>
              </a:extLst>
            </p:cNvPr>
            <p:cNvSpPr/>
            <p:nvPr/>
          </p:nvSpPr>
          <p:spPr>
            <a:xfrm>
              <a:off x="13808523" y="7666069"/>
              <a:ext cx="1016001" cy="235177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100">
                <a:solidFill>
                  <a:schemeClr val="bg1"/>
                </a:solidFill>
              </a:endParaRPr>
            </a:p>
          </p:txBody>
        </p:sp>
        <p:sp>
          <p:nvSpPr>
            <p:cNvPr id="82" name="Shape 58">
              <a:extLst>
                <a:ext uri="{FF2B5EF4-FFF2-40B4-BE49-F238E27FC236}">
                  <a16:creationId xmlns:a16="http://schemas.microsoft.com/office/drawing/2014/main" id="{33A46201-073E-4EB8-96F2-38248E845AEB}"/>
                </a:ext>
              </a:extLst>
            </p:cNvPr>
            <p:cNvSpPr/>
            <p:nvPr/>
          </p:nvSpPr>
          <p:spPr>
            <a:xfrm>
              <a:off x="13808523" y="6801414"/>
              <a:ext cx="1016001" cy="1016002"/>
            </a:xfrm>
            <a:prstGeom prst="ellipse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10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0DAEC82-108A-4A68-AA19-594D10B1DC3D}"/>
              </a:ext>
            </a:extLst>
          </p:cNvPr>
          <p:cNvGrpSpPr/>
          <p:nvPr/>
        </p:nvGrpSpPr>
        <p:grpSpPr>
          <a:xfrm>
            <a:off x="7276446" y="4321062"/>
            <a:ext cx="945480" cy="1023492"/>
            <a:chOff x="12201972" y="7224329"/>
            <a:chExt cx="1397001" cy="1512269"/>
          </a:xfrm>
        </p:grpSpPr>
        <p:sp>
          <p:nvSpPr>
            <p:cNvPr id="87" name="Shape 47">
              <a:extLst>
                <a:ext uri="{FF2B5EF4-FFF2-40B4-BE49-F238E27FC236}">
                  <a16:creationId xmlns:a16="http://schemas.microsoft.com/office/drawing/2014/main" id="{40EAA3B6-D417-4DB2-BFF8-13331DB9976C}"/>
                </a:ext>
              </a:extLst>
            </p:cNvPr>
            <p:cNvSpPr/>
            <p:nvPr/>
          </p:nvSpPr>
          <p:spPr>
            <a:xfrm>
              <a:off x="12201972" y="8413230"/>
              <a:ext cx="1397001" cy="32336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100">
                <a:solidFill>
                  <a:schemeClr val="bg1"/>
                </a:solidFill>
              </a:endParaRPr>
            </a:p>
          </p:txBody>
        </p:sp>
        <p:sp>
          <p:nvSpPr>
            <p:cNvPr id="89" name="Shape 48">
              <a:extLst>
                <a:ext uri="{FF2B5EF4-FFF2-40B4-BE49-F238E27FC236}">
                  <a16:creationId xmlns:a16="http://schemas.microsoft.com/office/drawing/2014/main" id="{3E36BD75-EA92-47CA-A884-5CB0361962FE}"/>
                </a:ext>
              </a:extLst>
            </p:cNvPr>
            <p:cNvSpPr/>
            <p:nvPr/>
          </p:nvSpPr>
          <p:spPr>
            <a:xfrm>
              <a:off x="12201972" y="7224329"/>
              <a:ext cx="1397001" cy="1397003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1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1277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50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500"/>
                            </p:stCondLst>
                            <p:childTnLst>
                              <p:par>
                                <p:cTn id="8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1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1500"/>
                            </p:stCondLst>
                            <p:childTnLst>
                              <p:par>
                                <p:cTn id="9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7" grpId="0" animBg="1"/>
      <p:bldP spid="44" grpId="0" animBg="1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Line">
            <a:extLst>
              <a:ext uri="{FF2B5EF4-FFF2-40B4-BE49-F238E27FC236}">
                <a16:creationId xmlns:a16="http://schemas.microsoft.com/office/drawing/2014/main" id="{449FD874-147A-4A4B-A060-EABB7C2E9664}"/>
              </a:ext>
            </a:extLst>
          </p:cNvPr>
          <p:cNvSpPr/>
          <p:nvPr/>
        </p:nvSpPr>
        <p:spPr>
          <a:xfrm flipH="1" flipV="1">
            <a:off x="3530187" y="3303134"/>
            <a:ext cx="1051195" cy="1043603"/>
          </a:xfrm>
          <a:prstGeom prst="line">
            <a:avLst/>
          </a:prstGeom>
          <a:noFill/>
          <a:ln w="25400" cap="flat">
            <a:solidFill>
              <a:schemeClr val="bg1">
                <a:lumMod val="65000"/>
              </a:schemeClr>
            </a:solidFill>
            <a:prstDash val="sysDash"/>
            <a:miter lim="400000"/>
            <a:headEnd type="triangle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sz="1050">
              <a:solidFill>
                <a:schemeClr val="bg1"/>
              </a:solidFill>
            </a:endParaRPr>
          </a:p>
        </p:txBody>
      </p:sp>
      <p:sp>
        <p:nvSpPr>
          <p:cNvPr id="97" name="Line">
            <a:extLst>
              <a:ext uri="{FF2B5EF4-FFF2-40B4-BE49-F238E27FC236}">
                <a16:creationId xmlns:a16="http://schemas.microsoft.com/office/drawing/2014/main" id="{BC731ECB-87EA-4906-870E-AD9C275E8807}"/>
              </a:ext>
            </a:extLst>
          </p:cNvPr>
          <p:cNvSpPr/>
          <p:nvPr/>
        </p:nvSpPr>
        <p:spPr>
          <a:xfrm rot="16200000" flipH="1" flipV="1">
            <a:off x="5761179" y="3014265"/>
            <a:ext cx="1041054" cy="1618789"/>
          </a:xfrm>
          <a:prstGeom prst="line">
            <a:avLst/>
          </a:prstGeom>
          <a:noFill/>
          <a:ln w="25400" cap="flat">
            <a:solidFill>
              <a:schemeClr val="bg1">
                <a:lumMod val="65000"/>
              </a:schemeClr>
            </a:solidFill>
            <a:prstDash val="sysDash"/>
            <a:miter lim="400000"/>
            <a:headEnd type="triangle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sz="1050">
              <a:solidFill>
                <a:schemeClr val="bg1"/>
              </a:solidFill>
            </a:endParaRPr>
          </a:p>
        </p:txBody>
      </p:sp>
      <p:sp>
        <p:nvSpPr>
          <p:cNvPr id="98" name="Line">
            <a:extLst>
              <a:ext uri="{FF2B5EF4-FFF2-40B4-BE49-F238E27FC236}">
                <a16:creationId xmlns:a16="http://schemas.microsoft.com/office/drawing/2014/main" id="{74012D0A-4B82-4340-A82F-923CBF52BF7F}"/>
              </a:ext>
            </a:extLst>
          </p:cNvPr>
          <p:cNvSpPr/>
          <p:nvPr/>
        </p:nvSpPr>
        <p:spPr>
          <a:xfrm flipH="1" flipV="1">
            <a:off x="7921414" y="3303133"/>
            <a:ext cx="1079745" cy="1043605"/>
          </a:xfrm>
          <a:prstGeom prst="line">
            <a:avLst/>
          </a:prstGeom>
          <a:noFill/>
          <a:ln w="25400" cap="flat">
            <a:solidFill>
              <a:schemeClr val="bg1">
                <a:lumMod val="65000"/>
              </a:schemeClr>
            </a:solidFill>
            <a:prstDash val="sysDash"/>
            <a:miter lim="400000"/>
            <a:headEnd type="triangle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sz="1050">
              <a:solidFill>
                <a:schemeClr val="bg1"/>
              </a:solidFill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5105C10-1CF1-4789-BD6C-04087FF7B53D}"/>
              </a:ext>
            </a:extLst>
          </p:cNvPr>
          <p:cNvGrpSpPr/>
          <p:nvPr/>
        </p:nvGrpSpPr>
        <p:grpSpPr>
          <a:xfrm>
            <a:off x="3888102" y="2406972"/>
            <a:ext cx="2078785" cy="850412"/>
            <a:chOff x="1090766" y="688621"/>
            <a:chExt cx="2132703" cy="872470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0899788-A9CF-4617-B07B-FC61B457A997}"/>
                </a:ext>
              </a:extLst>
            </p:cNvPr>
            <p:cNvSpPr/>
            <p:nvPr/>
          </p:nvSpPr>
          <p:spPr>
            <a:xfrm>
              <a:off x="1090766" y="688621"/>
              <a:ext cx="2132703" cy="3397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b="1" dirty="0">
                  <a:solidFill>
                    <a:srgbClr val="8497B0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3F3B4EE-820F-46C4-AADB-365B116332A6}"/>
                </a:ext>
              </a:extLst>
            </p:cNvPr>
            <p:cNvSpPr/>
            <p:nvPr/>
          </p:nvSpPr>
          <p:spPr>
            <a:xfrm>
              <a:off x="1090766" y="967858"/>
              <a:ext cx="2093435" cy="5932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9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D1B09CD-04BB-4755-93B6-614DBE500F6E}"/>
              </a:ext>
            </a:extLst>
          </p:cNvPr>
          <p:cNvGrpSpPr/>
          <p:nvPr/>
        </p:nvGrpSpPr>
        <p:grpSpPr>
          <a:xfrm>
            <a:off x="8261815" y="2320898"/>
            <a:ext cx="2078785" cy="850411"/>
            <a:chOff x="1090766" y="688621"/>
            <a:chExt cx="2132703" cy="872469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981697A-0DC9-4DCE-A5AA-42AD94182F60}"/>
                </a:ext>
              </a:extLst>
            </p:cNvPr>
            <p:cNvSpPr/>
            <p:nvPr/>
          </p:nvSpPr>
          <p:spPr>
            <a:xfrm>
              <a:off x="1090766" y="688621"/>
              <a:ext cx="2132703" cy="339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b="1" dirty="0">
                  <a:solidFill>
                    <a:srgbClr val="C9C9C9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C5B1172-74A6-4371-9AE3-B93BBF50F44D}"/>
                </a:ext>
              </a:extLst>
            </p:cNvPr>
            <p:cNvSpPr/>
            <p:nvPr/>
          </p:nvSpPr>
          <p:spPr>
            <a:xfrm>
              <a:off x="1090766" y="967857"/>
              <a:ext cx="2093435" cy="5932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9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43E4C31-90B5-464A-BC02-00A91B5E4B7C}"/>
              </a:ext>
            </a:extLst>
          </p:cNvPr>
          <p:cNvGrpSpPr/>
          <p:nvPr/>
        </p:nvGrpSpPr>
        <p:grpSpPr>
          <a:xfrm>
            <a:off x="6519198" y="4552722"/>
            <a:ext cx="2078785" cy="850411"/>
            <a:chOff x="8082432" y="7570704"/>
            <a:chExt cx="3407049" cy="139379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58A4677-A3C8-468A-9E22-C7AAD38D2EBB}"/>
                </a:ext>
              </a:extLst>
            </p:cNvPr>
            <p:cNvSpPr/>
            <p:nvPr/>
          </p:nvSpPr>
          <p:spPr>
            <a:xfrm>
              <a:off x="8082432" y="7570704"/>
              <a:ext cx="3407049" cy="5426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FFC000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9D74100-A2F8-48AC-9C0A-C0808B40270A}"/>
                </a:ext>
              </a:extLst>
            </p:cNvPr>
            <p:cNvSpPr/>
            <p:nvPr/>
          </p:nvSpPr>
          <p:spPr>
            <a:xfrm>
              <a:off x="8145163" y="8016790"/>
              <a:ext cx="3344318" cy="947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9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EFA7E65-1A00-47DD-A766-DF3E24E804DE}"/>
              </a:ext>
            </a:extLst>
          </p:cNvPr>
          <p:cNvGrpSpPr/>
          <p:nvPr/>
        </p:nvGrpSpPr>
        <p:grpSpPr>
          <a:xfrm>
            <a:off x="2159599" y="4550576"/>
            <a:ext cx="2078785" cy="850411"/>
            <a:chOff x="8082432" y="7570704"/>
            <a:chExt cx="3407049" cy="1393791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919CFF04-8626-42C8-A64A-614A3FCD8352}"/>
                </a:ext>
              </a:extLst>
            </p:cNvPr>
            <p:cNvSpPr/>
            <p:nvPr/>
          </p:nvSpPr>
          <p:spPr>
            <a:xfrm>
              <a:off x="8082432" y="7570704"/>
              <a:ext cx="3407049" cy="5426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ED7D31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311F33A-8951-4ED1-8CC9-269613920361}"/>
                </a:ext>
              </a:extLst>
            </p:cNvPr>
            <p:cNvSpPr/>
            <p:nvPr/>
          </p:nvSpPr>
          <p:spPr>
            <a:xfrm>
              <a:off x="8145163" y="8016790"/>
              <a:ext cx="3344318" cy="947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9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sp>
        <p:nvSpPr>
          <p:cNvPr id="120" name="Title 4">
            <a:extLst>
              <a:ext uri="{FF2B5EF4-FFF2-40B4-BE49-F238E27FC236}">
                <a16:creationId xmlns:a16="http://schemas.microsoft.com/office/drawing/2014/main" id="{944589DD-3AF5-4DB6-BFED-D5408E580CBF}"/>
              </a:ext>
            </a:extLst>
          </p:cNvPr>
          <p:cNvSpPr txBox="1">
            <a:spLocks/>
          </p:cNvSpPr>
          <p:nvPr/>
        </p:nvSpPr>
        <p:spPr>
          <a:xfrm>
            <a:off x="592436" y="580809"/>
            <a:ext cx="11000037" cy="587039"/>
          </a:xfrm>
          <a:prstGeom prst="rect">
            <a:avLst/>
          </a:prstGeom>
        </p:spPr>
        <p:txBody>
          <a:bodyPr/>
          <a:lstStyle>
            <a:lvl1pPr algn="l" defTabSz="14607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2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Infographic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3EC5090-4D46-4F5C-AA5C-FA42E6B2F7AE}"/>
              </a:ext>
            </a:extLst>
          </p:cNvPr>
          <p:cNvGrpSpPr/>
          <p:nvPr/>
        </p:nvGrpSpPr>
        <p:grpSpPr>
          <a:xfrm>
            <a:off x="5738496" y="1183554"/>
            <a:ext cx="707917" cy="130783"/>
            <a:chOff x="1110190" y="3155259"/>
            <a:chExt cx="1133316" cy="209373"/>
          </a:xfrm>
        </p:grpSpPr>
        <p:sp>
          <p:nvSpPr>
            <p:cNvPr id="122" name="Freeform 5">
              <a:extLst>
                <a:ext uri="{FF2B5EF4-FFF2-40B4-BE49-F238E27FC236}">
                  <a16:creationId xmlns:a16="http://schemas.microsoft.com/office/drawing/2014/main" id="{D0F52B66-3172-47BD-9739-6E0F37A03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90" y="3155259"/>
              <a:ext cx="202111" cy="2093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3" name="Freeform 5">
              <a:extLst>
                <a:ext uri="{FF2B5EF4-FFF2-40B4-BE49-F238E27FC236}">
                  <a16:creationId xmlns:a16="http://schemas.microsoft.com/office/drawing/2014/main" id="{6D172552-781E-4BEC-AEA4-A5674B321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53" y="3155259"/>
              <a:ext cx="202111" cy="209373"/>
            </a:xfrm>
            <a:prstGeom prst="ellipse">
              <a:avLst/>
            </a:prstGeom>
            <a:solidFill>
              <a:schemeClr val="bg1">
                <a:lumMod val="85000"/>
                <a:alpha val="98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4" name="Freeform 5">
              <a:extLst>
                <a:ext uri="{FF2B5EF4-FFF2-40B4-BE49-F238E27FC236}">
                  <a16:creationId xmlns:a16="http://schemas.microsoft.com/office/drawing/2014/main" id="{C322429E-626C-4576-99C0-B993F4256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115" y="3155259"/>
              <a:ext cx="202111" cy="20937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5" name="Freeform 5">
              <a:extLst>
                <a:ext uri="{FF2B5EF4-FFF2-40B4-BE49-F238E27FC236}">
                  <a16:creationId xmlns:a16="http://schemas.microsoft.com/office/drawing/2014/main" id="{4FF332E8-18A4-4DD4-9F28-5C0FE737D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395" y="3155259"/>
              <a:ext cx="202111" cy="2093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03F77AC-09F8-47D0-82EC-64A52AAE3218}"/>
              </a:ext>
            </a:extLst>
          </p:cNvPr>
          <p:cNvGrpSpPr/>
          <p:nvPr/>
        </p:nvGrpSpPr>
        <p:grpSpPr>
          <a:xfrm>
            <a:off x="2574842" y="2088167"/>
            <a:ext cx="1088826" cy="1300471"/>
            <a:chOff x="2574842" y="2088167"/>
            <a:chExt cx="1088826" cy="1300471"/>
          </a:xfrm>
        </p:grpSpPr>
        <p:grpSp>
          <p:nvGrpSpPr>
            <p:cNvPr id="78" name="Group">
              <a:extLst>
                <a:ext uri="{FF2B5EF4-FFF2-40B4-BE49-F238E27FC236}">
                  <a16:creationId xmlns:a16="http://schemas.microsoft.com/office/drawing/2014/main" id="{11313A1B-C30D-4488-8265-8A435D3E74C2}"/>
                </a:ext>
              </a:extLst>
            </p:cNvPr>
            <p:cNvGrpSpPr/>
            <p:nvPr/>
          </p:nvGrpSpPr>
          <p:grpSpPr>
            <a:xfrm>
              <a:off x="2574842" y="2088167"/>
              <a:ext cx="1088826" cy="1300471"/>
              <a:chOff x="0" y="0"/>
              <a:chExt cx="1270000" cy="1444718"/>
            </a:xfrm>
            <a:effectLst>
              <a:reflection blurRad="6350" stA="19000" endPos="47000" dir="5400000" sy="-100000" algn="bl" rotWithShape="0"/>
            </a:effectLst>
          </p:grpSpPr>
          <p:sp>
            <p:nvSpPr>
              <p:cNvPr id="80" name="Shape">
                <a:extLst>
                  <a:ext uri="{FF2B5EF4-FFF2-40B4-BE49-F238E27FC236}">
                    <a16:creationId xmlns:a16="http://schemas.microsoft.com/office/drawing/2014/main" id="{B7B7BD4B-43E2-476F-819B-62BA638A3B7C}"/>
                  </a:ext>
                </a:extLst>
              </p:cNvPr>
              <p:cNvSpPr/>
              <p:nvPr/>
            </p:nvSpPr>
            <p:spPr>
              <a:xfrm>
                <a:off x="0" y="0"/>
                <a:ext cx="1270000" cy="7083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254"/>
                    </a:moveTo>
                    <a:lnTo>
                      <a:pt x="10800" y="0"/>
                    </a:lnTo>
                    <a:lnTo>
                      <a:pt x="21600" y="10254"/>
                    </a:lnTo>
                    <a:lnTo>
                      <a:pt x="10800" y="21600"/>
                    </a:lnTo>
                    <a:lnTo>
                      <a:pt x="0" y="10254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Shape">
                <a:extLst>
                  <a:ext uri="{FF2B5EF4-FFF2-40B4-BE49-F238E27FC236}">
                    <a16:creationId xmlns:a16="http://schemas.microsoft.com/office/drawing/2014/main" id="{86826ADC-BC63-495D-BABF-CF964B338008}"/>
                  </a:ext>
                </a:extLst>
              </p:cNvPr>
              <p:cNvSpPr/>
              <p:nvPr/>
            </p:nvSpPr>
            <p:spPr>
              <a:xfrm>
                <a:off x="635000" y="334970"/>
                <a:ext cx="635000" cy="11097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7209"/>
                    </a:moveTo>
                    <a:lnTo>
                      <a:pt x="21600" y="0"/>
                    </a:lnTo>
                    <a:lnTo>
                      <a:pt x="21600" y="14391"/>
                    </a:lnTo>
                    <a:lnTo>
                      <a:pt x="0" y="21600"/>
                    </a:lnTo>
                    <a:lnTo>
                      <a:pt x="0" y="7209"/>
                    </a:ln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Shape">
                <a:extLst>
                  <a:ext uri="{FF2B5EF4-FFF2-40B4-BE49-F238E27FC236}">
                    <a16:creationId xmlns:a16="http://schemas.microsoft.com/office/drawing/2014/main" id="{212D21D2-E5A0-4024-88E3-8159B78D95E4}"/>
                  </a:ext>
                </a:extLst>
              </p:cNvPr>
              <p:cNvSpPr/>
              <p:nvPr/>
            </p:nvSpPr>
            <p:spPr>
              <a:xfrm flipH="1">
                <a:off x="0" y="334970"/>
                <a:ext cx="635000" cy="11097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7209"/>
                    </a:moveTo>
                    <a:lnTo>
                      <a:pt x="21600" y="0"/>
                    </a:lnTo>
                    <a:lnTo>
                      <a:pt x="21600" y="14391"/>
                    </a:lnTo>
                    <a:lnTo>
                      <a:pt x="0" y="21600"/>
                    </a:lnTo>
                    <a:lnTo>
                      <a:pt x="0" y="7209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1056E3-57CB-4D7C-B513-E7214792849B}"/>
                </a:ext>
              </a:extLst>
            </p:cNvPr>
            <p:cNvSpPr/>
            <p:nvPr/>
          </p:nvSpPr>
          <p:spPr>
            <a:xfrm>
              <a:off x="2885876" y="2159622"/>
              <a:ext cx="450764" cy="3993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01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481E1AB-5974-4184-A5F1-9093BD67058D}"/>
              </a:ext>
            </a:extLst>
          </p:cNvPr>
          <p:cNvGrpSpPr/>
          <p:nvPr/>
        </p:nvGrpSpPr>
        <p:grpSpPr>
          <a:xfrm>
            <a:off x="4479529" y="4258682"/>
            <a:ext cx="1088826" cy="1300472"/>
            <a:chOff x="4479529" y="4258682"/>
            <a:chExt cx="1088826" cy="1300472"/>
          </a:xfrm>
        </p:grpSpPr>
        <p:grpSp>
          <p:nvGrpSpPr>
            <p:cNvPr id="85" name="Group">
              <a:extLst>
                <a:ext uri="{FF2B5EF4-FFF2-40B4-BE49-F238E27FC236}">
                  <a16:creationId xmlns:a16="http://schemas.microsoft.com/office/drawing/2014/main" id="{42D2647D-0FFA-4DA8-83F7-D96CA112FFF5}"/>
                </a:ext>
              </a:extLst>
            </p:cNvPr>
            <p:cNvGrpSpPr/>
            <p:nvPr/>
          </p:nvGrpSpPr>
          <p:grpSpPr>
            <a:xfrm>
              <a:off x="4479529" y="4258682"/>
              <a:ext cx="1088826" cy="1300472"/>
              <a:chOff x="0" y="0"/>
              <a:chExt cx="1270000" cy="1444718"/>
            </a:xfrm>
            <a:effectLst>
              <a:reflection blurRad="6350" stA="19000" endPos="47000" dir="5400000" sy="-100000" algn="bl" rotWithShape="0"/>
            </a:effectLst>
          </p:grpSpPr>
          <p:sp>
            <p:nvSpPr>
              <p:cNvPr id="88" name="Shape">
                <a:extLst>
                  <a:ext uri="{FF2B5EF4-FFF2-40B4-BE49-F238E27FC236}">
                    <a16:creationId xmlns:a16="http://schemas.microsoft.com/office/drawing/2014/main" id="{6A7B2755-F879-4FE8-B894-F827BDDFBA3A}"/>
                  </a:ext>
                </a:extLst>
              </p:cNvPr>
              <p:cNvSpPr/>
              <p:nvPr/>
            </p:nvSpPr>
            <p:spPr>
              <a:xfrm>
                <a:off x="0" y="0"/>
                <a:ext cx="1270000" cy="7083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254"/>
                    </a:moveTo>
                    <a:lnTo>
                      <a:pt x="10800" y="0"/>
                    </a:lnTo>
                    <a:lnTo>
                      <a:pt x="21600" y="10254"/>
                    </a:lnTo>
                    <a:lnTo>
                      <a:pt x="10800" y="21600"/>
                    </a:lnTo>
                    <a:lnTo>
                      <a:pt x="0" y="10254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Shape">
                <a:extLst>
                  <a:ext uri="{FF2B5EF4-FFF2-40B4-BE49-F238E27FC236}">
                    <a16:creationId xmlns:a16="http://schemas.microsoft.com/office/drawing/2014/main" id="{4313042C-8835-4C68-9CAB-E14A9E53486F}"/>
                  </a:ext>
                </a:extLst>
              </p:cNvPr>
              <p:cNvSpPr/>
              <p:nvPr/>
            </p:nvSpPr>
            <p:spPr>
              <a:xfrm>
                <a:off x="635000" y="334970"/>
                <a:ext cx="635000" cy="11097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7209"/>
                    </a:moveTo>
                    <a:lnTo>
                      <a:pt x="21600" y="0"/>
                    </a:lnTo>
                    <a:lnTo>
                      <a:pt x="21600" y="14391"/>
                    </a:lnTo>
                    <a:lnTo>
                      <a:pt x="0" y="21600"/>
                    </a:lnTo>
                    <a:lnTo>
                      <a:pt x="0" y="7209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Shape">
                <a:extLst>
                  <a:ext uri="{FF2B5EF4-FFF2-40B4-BE49-F238E27FC236}">
                    <a16:creationId xmlns:a16="http://schemas.microsoft.com/office/drawing/2014/main" id="{9B774722-25A1-4341-A113-5997AB2D3764}"/>
                  </a:ext>
                </a:extLst>
              </p:cNvPr>
              <p:cNvSpPr/>
              <p:nvPr/>
            </p:nvSpPr>
            <p:spPr>
              <a:xfrm flipH="1">
                <a:off x="0" y="334970"/>
                <a:ext cx="635000" cy="11097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7209"/>
                    </a:moveTo>
                    <a:lnTo>
                      <a:pt x="21600" y="0"/>
                    </a:lnTo>
                    <a:lnTo>
                      <a:pt x="21600" y="14391"/>
                    </a:lnTo>
                    <a:lnTo>
                      <a:pt x="0" y="21600"/>
                    </a:lnTo>
                    <a:lnTo>
                      <a:pt x="0" y="7209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498D849-AD3A-4156-AA7A-AB5EE79A011C}"/>
                </a:ext>
              </a:extLst>
            </p:cNvPr>
            <p:cNvSpPr/>
            <p:nvPr/>
          </p:nvSpPr>
          <p:spPr>
            <a:xfrm>
              <a:off x="4784133" y="4360761"/>
              <a:ext cx="450764" cy="3993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02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2012062-B9F0-4490-BDA3-B790DAA81159}"/>
              </a:ext>
            </a:extLst>
          </p:cNvPr>
          <p:cNvGrpSpPr/>
          <p:nvPr/>
        </p:nvGrpSpPr>
        <p:grpSpPr>
          <a:xfrm>
            <a:off x="6939610" y="2088167"/>
            <a:ext cx="1088826" cy="1300471"/>
            <a:chOff x="6939610" y="2088167"/>
            <a:chExt cx="1088826" cy="1300471"/>
          </a:xfrm>
        </p:grpSpPr>
        <p:grpSp>
          <p:nvGrpSpPr>
            <p:cNvPr id="71" name="Group">
              <a:extLst>
                <a:ext uri="{FF2B5EF4-FFF2-40B4-BE49-F238E27FC236}">
                  <a16:creationId xmlns:a16="http://schemas.microsoft.com/office/drawing/2014/main" id="{FD9BC2C1-8B65-4921-AA66-93336745E007}"/>
                </a:ext>
              </a:extLst>
            </p:cNvPr>
            <p:cNvGrpSpPr/>
            <p:nvPr/>
          </p:nvGrpSpPr>
          <p:grpSpPr>
            <a:xfrm>
              <a:off x="6939610" y="2088167"/>
              <a:ext cx="1088826" cy="1300471"/>
              <a:chOff x="0" y="0"/>
              <a:chExt cx="1270000" cy="1444718"/>
            </a:xfrm>
            <a:effectLst>
              <a:reflection blurRad="6350" stA="19000" endPos="47000" dir="5400000" sy="-100000" algn="bl" rotWithShape="0"/>
            </a:effectLst>
          </p:grpSpPr>
          <p:sp>
            <p:nvSpPr>
              <p:cNvPr id="73" name="Shape">
                <a:extLst>
                  <a:ext uri="{FF2B5EF4-FFF2-40B4-BE49-F238E27FC236}">
                    <a16:creationId xmlns:a16="http://schemas.microsoft.com/office/drawing/2014/main" id="{03954A69-B491-4B12-8943-D28879BBFA64}"/>
                  </a:ext>
                </a:extLst>
              </p:cNvPr>
              <p:cNvSpPr/>
              <p:nvPr/>
            </p:nvSpPr>
            <p:spPr>
              <a:xfrm>
                <a:off x="0" y="0"/>
                <a:ext cx="1270000" cy="7083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254"/>
                    </a:moveTo>
                    <a:lnTo>
                      <a:pt x="10800" y="0"/>
                    </a:lnTo>
                    <a:lnTo>
                      <a:pt x="21600" y="10254"/>
                    </a:lnTo>
                    <a:lnTo>
                      <a:pt x="10800" y="21600"/>
                    </a:lnTo>
                    <a:lnTo>
                      <a:pt x="0" y="10254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Shape">
                <a:extLst>
                  <a:ext uri="{FF2B5EF4-FFF2-40B4-BE49-F238E27FC236}">
                    <a16:creationId xmlns:a16="http://schemas.microsoft.com/office/drawing/2014/main" id="{8B3EC1C8-AC81-4DB1-810E-92D944B5E600}"/>
                  </a:ext>
                </a:extLst>
              </p:cNvPr>
              <p:cNvSpPr/>
              <p:nvPr/>
            </p:nvSpPr>
            <p:spPr>
              <a:xfrm>
                <a:off x="635000" y="334970"/>
                <a:ext cx="635000" cy="11097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7209"/>
                    </a:moveTo>
                    <a:lnTo>
                      <a:pt x="21600" y="0"/>
                    </a:lnTo>
                    <a:lnTo>
                      <a:pt x="21600" y="14391"/>
                    </a:lnTo>
                    <a:lnTo>
                      <a:pt x="0" y="21600"/>
                    </a:lnTo>
                    <a:lnTo>
                      <a:pt x="0" y="7209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Shape">
                <a:extLst>
                  <a:ext uri="{FF2B5EF4-FFF2-40B4-BE49-F238E27FC236}">
                    <a16:creationId xmlns:a16="http://schemas.microsoft.com/office/drawing/2014/main" id="{7AF34112-97A3-4F24-9D9D-56F199924527}"/>
                  </a:ext>
                </a:extLst>
              </p:cNvPr>
              <p:cNvSpPr/>
              <p:nvPr/>
            </p:nvSpPr>
            <p:spPr>
              <a:xfrm flipH="1">
                <a:off x="0" y="334970"/>
                <a:ext cx="635000" cy="11097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7209"/>
                    </a:moveTo>
                    <a:lnTo>
                      <a:pt x="21600" y="0"/>
                    </a:lnTo>
                    <a:lnTo>
                      <a:pt x="21600" y="14391"/>
                    </a:lnTo>
                    <a:lnTo>
                      <a:pt x="0" y="21600"/>
                    </a:lnTo>
                    <a:lnTo>
                      <a:pt x="0" y="7209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9F8C72F-D986-450E-8979-4A03D49BD023}"/>
                </a:ext>
              </a:extLst>
            </p:cNvPr>
            <p:cNvSpPr/>
            <p:nvPr/>
          </p:nvSpPr>
          <p:spPr>
            <a:xfrm>
              <a:off x="7244214" y="2156834"/>
              <a:ext cx="450764" cy="3993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03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EE5088-056A-4092-9D99-CD1D43A999D8}"/>
              </a:ext>
            </a:extLst>
          </p:cNvPr>
          <p:cNvGrpSpPr/>
          <p:nvPr/>
        </p:nvGrpSpPr>
        <p:grpSpPr>
          <a:xfrm>
            <a:off x="8839128" y="4258682"/>
            <a:ext cx="1088826" cy="1300472"/>
            <a:chOff x="8839128" y="4258682"/>
            <a:chExt cx="1088826" cy="1300472"/>
          </a:xfrm>
        </p:grpSpPr>
        <p:grpSp>
          <p:nvGrpSpPr>
            <p:cNvPr id="51" name="Group">
              <a:extLst>
                <a:ext uri="{FF2B5EF4-FFF2-40B4-BE49-F238E27FC236}">
                  <a16:creationId xmlns:a16="http://schemas.microsoft.com/office/drawing/2014/main" id="{AEFC5E9E-93B6-4566-87A6-A75569224906}"/>
                </a:ext>
              </a:extLst>
            </p:cNvPr>
            <p:cNvGrpSpPr/>
            <p:nvPr/>
          </p:nvGrpSpPr>
          <p:grpSpPr>
            <a:xfrm>
              <a:off x="8839128" y="4258682"/>
              <a:ext cx="1088826" cy="1300472"/>
              <a:chOff x="0" y="0"/>
              <a:chExt cx="1270000" cy="1444718"/>
            </a:xfrm>
            <a:effectLst>
              <a:reflection blurRad="6350" stA="19000" endPos="47000" dir="5400000" sy="-100000" algn="bl" rotWithShape="0"/>
            </a:effectLst>
          </p:grpSpPr>
          <p:sp>
            <p:nvSpPr>
              <p:cNvPr id="52" name="Shape">
                <a:extLst>
                  <a:ext uri="{FF2B5EF4-FFF2-40B4-BE49-F238E27FC236}">
                    <a16:creationId xmlns:a16="http://schemas.microsoft.com/office/drawing/2014/main" id="{F47336EC-06DC-4A3B-841D-F202CCD0E4AB}"/>
                  </a:ext>
                </a:extLst>
              </p:cNvPr>
              <p:cNvSpPr/>
              <p:nvPr/>
            </p:nvSpPr>
            <p:spPr>
              <a:xfrm>
                <a:off x="0" y="0"/>
                <a:ext cx="1270000" cy="7083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254"/>
                    </a:moveTo>
                    <a:lnTo>
                      <a:pt x="10800" y="0"/>
                    </a:lnTo>
                    <a:lnTo>
                      <a:pt x="21600" y="10254"/>
                    </a:lnTo>
                    <a:lnTo>
                      <a:pt x="10800" y="21600"/>
                    </a:lnTo>
                    <a:lnTo>
                      <a:pt x="0" y="10254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Shape">
                <a:extLst>
                  <a:ext uri="{FF2B5EF4-FFF2-40B4-BE49-F238E27FC236}">
                    <a16:creationId xmlns:a16="http://schemas.microsoft.com/office/drawing/2014/main" id="{9665A030-C6E3-4186-BB18-8BB9912801C9}"/>
                  </a:ext>
                </a:extLst>
              </p:cNvPr>
              <p:cNvSpPr/>
              <p:nvPr/>
            </p:nvSpPr>
            <p:spPr>
              <a:xfrm>
                <a:off x="635000" y="334970"/>
                <a:ext cx="635000" cy="11097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7209"/>
                    </a:moveTo>
                    <a:lnTo>
                      <a:pt x="21600" y="0"/>
                    </a:lnTo>
                    <a:lnTo>
                      <a:pt x="21600" y="14391"/>
                    </a:lnTo>
                    <a:lnTo>
                      <a:pt x="0" y="21600"/>
                    </a:lnTo>
                    <a:lnTo>
                      <a:pt x="0" y="7209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Shape">
                <a:extLst>
                  <a:ext uri="{FF2B5EF4-FFF2-40B4-BE49-F238E27FC236}">
                    <a16:creationId xmlns:a16="http://schemas.microsoft.com/office/drawing/2014/main" id="{A8344642-4C8A-42AD-871D-A6369341E4A3}"/>
                  </a:ext>
                </a:extLst>
              </p:cNvPr>
              <p:cNvSpPr/>
              <p:nvPr/>
            </p:nvSpPr>
            <p:spPr>
              <a:xfrm flipH="1">
                <a:off x="0" y="334970"/>
                <a:ext cx="635000" cy="11097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7209"/>
                    </a:moveTo>
                    <a:lnTo>
                      <a:pt x="21600" y="0"/>
                    </a:lnTo>
                    <a:lnTo>
                      <a:pt x="21600" y="14391"/>
                    </a:lnTo>
                    <a:lnTo>
                      <a:pt x="0" y="21600"/>
                    </a:lnTo>
                    <a:lnTo>
                      <a:pt x="0" y="7209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10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E4D6F6A-C763-4EC5-B241-2518BB114EAA}"/>
                </a:ext>
              </a:extLst>
            </p:cNvPr>
            <p:cNvSpPr/>
            <p:nvPr/>
          </p:nvSpPr>
          <p:spPr>
            <a:xfrm>
              <a:off x="9143732" y="4377817"/>
              <a:ext cx="450764" cy="3993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170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5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75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9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4">
            <a:extLst>
              <a:ext uri="{FF2B5EF4-FFF2-40B4-BE49-F238E27FC236}">
                <a16:creationId xmlns:a16="http://schemas.microsoft.com/office/drawing/2014/main" id="{944589DD-3AF5-4DB6-BFED-D5408E580CBF}"/>
              </a:ext>
            </a:extLst>
          </p:cNvPr>
          <p:cNvSpPr txBox="1">
            <a:spLocks/>
          </p:cNvSpPr>
          <p:nvPr/>
        </p:nvSpPr>
        <p:spPr>
          <a:xfrm>
            <a:off x="592436" y="580809"/>
            <a:ext cx="11000037" cy="587039"/>
          </a:xfrm>
          <a:prstGeom prst="rect">
            <a:avLst/>
          </a:prstGeom>
        </p:spPr>
        <p:txBody>
          <a:bodyPr/>
          <a:lstStyle>
            <a:lvl1pPr algn="l" defTabSz="14607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2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Infographic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3EC5090-4D46-4F5C-AA5C-FA42E6B2F7AE}"/>
              </a:ext>
            </a:extLst>
          </p:cNvPr>
          <p:cNvGrpSpPr/>
          <p:nvPr/>
        </p:nvGrpSpPr>
        <p:grpSpPr>
          <a:xfrm>
            <a:off x="5738496" y="1183554"/>
            <a:ext cx="707917" cy="130783"/>
            <a:chOff x="1110190" y="3155259"/>
            <a:chExt cx="1133316" cy="209373"/>
          </a:xfrm>
        </p:grpSpPr>
        <p:sp>
          <p:nvSpPr>
            <p:cNvPr id="122" name="Freeform 5">
              <a:extLst>
                <a:ext uri="{FF2B5EF4-FFF2-40B4-BE49-F238E27FC236}">
                  <a16:creationId xmlns:a16="http://schemas.microsoft.com/office/drawing/2014/main" id="{D0F52B66-3172-47BD-9739-6E0F37A03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90" y="3155259"/>
              <a:ext cx="202111" cy="2093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3" name="Freeform 5">
              <a:extLst>
                <a:ext uri="{FF2B5EF4-FFF2-40B4-BE49-F238E27FC236}">
                  <a16:creationId xmlns:a16="http://schemas.microsoft.com/office/drawing/2014/main" id="{6D172552-781E-4BEC-AEA4-A5674B321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53" y="3155259"/>
              <a:ext cx="202111" cy="209373"/>
            </a:xfrm>
            <a:prstGeom prst="ellipse">
              <a:avLst/>
            </a:prstGeom>
            <a:solidFill>
              <a:schemeClr val="bg1">
                <a:lumMod val="85000"/>
                <a:alpha val="98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4" name="Freeform 5">
              <a:extLst>
                <a:ext uri="{FF2B5EF4-FFF2-40B4-BE49-F238E27FC236}">
                  <a16:creationId xmlns:a16="http://schemas.microsoft.com/office/drawing/2014/main" id="{C322429E-626C-4576-99C0-B993F4256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115" y="3155259"/>
              <a:ext cx="202111" cy="20937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5" name="Freeform 5">
              <a:extLst>
                <a:ext uri="{FF2B5EF4-FFF2-40B4-BE49-F238E27FC236}">
                  <a16:creationId xmlns:a16="http://schemas.microsoft.com/office/drawing/2014/main" id="{4FF332E8-18A4-4DD4-9F28-5C0FE737D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395" y="3155259"/>
              <a:ext cx="202111" cy="2093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CB60D1A-DBA7-457D-9234-B98A8EECE99D}"/>
              </a:ext>
            </a:extLst>
          </p:cNvPr>
          <p:cNvGrpSpPr/>
          <p:nvPr/>
        </p:nvGrpSpPr>
        <p:grpSpPr>
          <a:xfrm>
            <a:off x="1467049" y="2114395"/>
            <a:ext cx="4958035" cy="3831822"/>
            <a:chOff x="1447653" y="3059379"/>
            <a:chExt cx="8407081" cy="6497421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283AD22-F651-49F4-9BE7-E3D216170BAC}"/>
                </a:ext>
              </a:extLst>
            </p:cNvPr>
            <p:cNvGrpSpPr/>
            <p:nvPr/>
          </p:nvGrpSpPr>
          <p:grpSpPr>
            <a:xfrm flipV="1">
              <a:off x="1447653" y="3059379"/>
              <a:ext cx="8407081" cy="6497421"/>
              <a:chOff x="681719" y="1909762"/>
              <a:chExt cx="5262563" cy="4067177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A4E0031F-3D7B-435E-883E-D54A4C416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3294" y="4959351"/>
                <a:ext cx="2917825" cy="1017588"/>
              </a:xfrm>
              <a:custGeom>
                <a:avLst/>
                <a:gdLst>
                  <a:gd name="T0" fmla="*/ 7353 w 7353"/>
                  <a:gd name="T1" fmla="*/ 0 h 2562"/>
                  <a:gd name="T2" fmla="*/ 6369 w 7353"/>
                  <a:gd name="T3" fmla="*/ 2562 h 2562"/>
                  <a:gd name="T4" fmla="*/ 984 w 7353"/>
                  <a:gd name="T5" fmla="*/ 2562 h 2562"/>
                  <a:gd name="T6" fmla="*/ 0 w 7353"/>
                  <a:gd name="T7" fmla="*/ 0 h 2562"/>
                  <a:gd name="T8" fmla="*/ 7353 w 7353"/>
                  <a:gd name="T9" fmla="*/ 0 h 2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53" h="2562">
                    <a:moveTo>
                      <a:pt x="7353" y="0"/>
                    </a:moveTo>
                    <a:lnTo>
                      <a:pt x="6369" y="2562"/>
                    </a:lnTo>
                    <a:lnTo>
                      <a:pt x="984" y="2562"/>
                    </a:lnTo>
                    <a:lnTo>
                      <a:pt x="0" y="0"/>
                    </a:lnTo>
                    <a:lnTo>
                      <a:pt x="73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91A6E862-F6F7-4687-B301-4D2A4FFDD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769" y="3943351"/>
                <a:ext cx="3698875" cy="1016000"/>
              </a:xfrm>
              <a:custGeom>
                <a:avLst/>
                <a:gdLst>
                  <a:gd name="T0" fmla="*/ 9322 w 9322"/>
                  <a:gd name="T1" fmla="*/ 0 h 2561"/>
                  <a:gd name="T2" fmla="*/ 8337 w 9322"/>
                  <a:gd name="T3" fmla="*/ 2561 h 2561"/>
                  <a:gd name="T4" fmla="*/ 984 w 9322"/>
                  <a:gd name="T5" fmla="*/ 2561 h 2561"/>
                  <a:gd name="T6" fmla="*/ 0 w 9322"/>
                  <a:gd name="T7" fmla="*/ 0 h 2561"/>
                  <a:gd name="T8" fmla="*/ 9322 w 9322"/>
                  <a:gd name="T9" fmla="*/ 0 h 2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22" h="2561">
                    <a:moveTo>
                      <a:pt x="9322" y="0"/>
                    </a:moveTo>
                    <a:lnTo>
                      <a:pt x="8337" y="2561"/>
                    </a:lnTo>
                    <a:lnTo>
                      <a:pt x="984" y="2561"/>
                    </a:lnTo>
                    <a:lnTo>
                      <a:pt x="0" y="0"/>
                    </a:lnTo>
                    <a:lnTo>
                      <a:pt x="93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Freeform 9">
                <a:extLst>
                  <a:ext uri="{FF2B5EF4-FFF2-40B4-BE49-F238E27FC236}">
                    <a16:creationId xmlns:a16="http://schemas.microsoft.com/office/drawing/2014/main" id="{34E60417-FCDA-4B4C-9D73-4D603BEBE7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2244" y="2927351"/>
                <a:ext cx="4479925" cy="1016000"/>
              </a:xfrm>
              <a:custGeom>
                <a:avLst/>
                <a:gdLst>
                  <a:gd name="T0" fmla="*/ 11291 w 11291"/>
                  <a:gd name="T1" fmla="*/ 0 h 2563"/>
                  <a:gd name="T2" fmla="*/ 10307 w 11291"/>
                  <a:gd name="T3" fmla="*/ 2563 h 2563"/>
                  <a:gd name="T4" fmla="*/ 985 w 11291"/>
                  <a:gd name="T5" fmla="*/ 2563 h 2563"/>
                  <a:gd name="T6" fmla="*/ 0 w 11291"/>
                  <a:gd name="T7" fmla="*/ 0 h 2563"/>
                  <a:gd name="T8" fmla="*/ 11291 w 11291"/>
                  <a:gd name="T9" fmla="*/ 0 h 2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91" h="2563">
                    <a:moveTo>
                      <a:pt x="11291" y="0"/>
                    </a:moveTo>
                    <a:lnTo>
                      <a:pt x="10307" y="2563"/>
                    </a:lnTo>
                    <a:lnTo>
                      <a:pt x="985" y="2563"/>
                    </a:lnTo>
                    <a:lnTo>
                      <a:pt x="0" y="0"/>
                    </a:lnTo>
                    <a:lnTo>
                      <a:pt x="112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Freeform 10">
                <a:extLst>
                  <a:ext uri="{FF2B5EF4-FFF2-40B4-BE49-F238E27FC236}">
                    <a16:creationId xmlns:a16="http://schemas.microsoft.com/office/drawing/2014/main" id="{25FFF2D8-A08F-4C68-954C-EC824999AA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719" y="1909763"/>
                <a:ext cx="5262563" cy="1017588"/>
              </a:xfrm>
              <a:custGeom>
                <a:avLst/>
                <a:gdLst>
                  <a:gd name="T0" fmla="*/ 13260 w 13260"/>
                  <a:gd name="T1" fmla="*/ 0 h 2562"/>
                  <a:gd name="T2" fmla="*/ 12275 w 13260"/>
                  <a:gd name="T3" fmla="*/ 2562 h 2562"/>
                  <a:gd name="T4" fmla="*/ 984 w 13260"/>
                  <a:gd name="T5" fmla="*/ 2562 h 2562"/>
                  <a:gd name="T6" fmla="*/ 0 w 13260"/>
                  <a:gd name="T7" fmla="*/ 0 h 2562"/>
                  <a:gd name="T8" fmla="*/ 13260 w 13260"/>
                  <a:gd name="T9" fmla="*/ 0 h 2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60" h="2562">
                    <a:moveTo>
                      <a:pt x="13260" y="0"/>
                    </a:moveTo>
                    <a:lnTo>
                      <a:pt x="12275" y="2562"/>
                    </a:lnTo>
                    <a:lnTo>
                      <a:pt x="984" y="2562"/>
                    </a:lnTo>
                    <a:lnTo>
                      <a:pt x="0" y="0"/>
                    </a:lnTo>
                    <a:lnTo>
                      <a:pt x="1326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Freeform 5">
                <a:extLst>
                  <a:ext uri="{FF2B5EF4-FFF2-40B4-BE49-F238E27FC236}">
                    <a16:creationId xmlns:a16="http://schemas.microsoft.com/office/drawing/2014/main" id="{11E48056-8B54-412C-886C-0E729FC85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719" y="1909763"/>
                <a:ext cx="1762125" cy="4067175"/>
              </a:xfrm>
              <a:custGeom>
                <a:avLst/>
                <a:gdLst>
                  <a:gd name="T0" fmla="*/ 0 w 4439"/>
                  <a:gd name="T1" fmla="*/ 0 h 10248"/>
                  <a:gd name="T2" fmla="*/ 2213 w 4439"/>
                  <a:gd name="T3" fmla="*/ 0 h 10248"/>
                  <a:gd name="T4" fmla="*/ 4439 w 4439"/>
                  <a:gd name="T5" fmla="*/ 10248 h 10248"/>
                  <a:gd name="T6" fmla="*/ 3938 w 4439"/>
                  <a:gd name="T7" fmla="*/ 10248 h 10248"/>
                  <a:gd name="T8" fmla="*/ 0 w 4439"/>
                  <a:gd name="T9" fmla="*/ 0 h 10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39" h="10248">
                    <a:moveTo>
                      <a:pt x="0" y="0"/>
                    </a:moveTo>
                    <a:lnTo>
                      <a:pt x="2213" y="0"/>
                    </a:lnTo>
                    <a:lnTo>
                      <a:pt x="4439" y="10248"/>
                    </a:lnTo>
                    <a:lnTo>
                      <a:pt x="3938" y="102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25000"/>
                </a:schemeClr>
              </a:solidFill>
              <a:ln>
                <a:noFill/>
              </a:ln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Freeform 6">
                <a:extLst>
                  <a:ext uri="{FF2B5EF4-FFF2-40B4-BE49-F238E27FC236}">
                    <a16:creationId xmlns:a16="http://schemas.microsoft.com/office/drawing/2014/main" id="{91FA9BA2-BD89-475D-8B05-3DB2E67B7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0569" y="1909762"/>
                <a:ext cx="1762125" cy="4067175"/>
              </a:xfrm>
              <a:custGeom>
                <a:avLst/>
                <a:gdLst>
                  <a:gd name="T0" fmla="*/ 2226 w 4439"/>
                  <a:gd name="T1" fmla="*/ 0 h 10248"/>
                  <a:gd name="T2" fmla="*/ 4439 w 4439"/>
                  <a:gd name="T3" fmla="*/ 0 h 10248"/>
                  <a:gd name="T4" fmla="*/ 501 w 4439"/>
                  <a:gd name="T5" fmla="*/ 10248 h 10248"/>
                  <a:gd name="T6" fmla="*/ 0 w 4439"/>
                  <a:gd name="T7" fmla="*/ 10248 h 10248"/>
                  <a:gd name="T8" fmla="*/ 2226 w 4439"/>
                  <a:gd name="T9" fmla="*/ 0 h 10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39" h="10248">
                    <a:moveTo>
                      <a:pt x="2226" y="0"/>
                    </a:moveTo>
                    <a:lnTo>
                      <a:pt x="4439" y="0"/>
                    </a:lnTo>
                    <a:lnTo>
                      <a:pt x="501" y="10248"/>
                    </a:lnTo>
                    <a:lnTo>
                      <a:pt x="0" y="10248"/>
                    </a:lnTo>
                    <a:lnTo>
                      <a:pt x="2226" y="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25000"/>
                </a:schemeClr>
              </a:solidFill>
              <a:ln>
                <a:noFill/>
              </a:ln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87F247A-A05F-44D9-9DBC-C80FC7A16478}"/>
                </a:ext>
              </a:extLst>
            </p:cNvPr>
            <p:cNvSpPr/>
            <p:nvPr/>
          </p:nvSpPr>
          <p:spPr>
            <a:xfrm>
              <a:off x="3302073" y="8459872"/>
              <a:ext cx="4698238" cy="624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 Light" panose="020B0502040204020203" pitchFamily="34" charset="0"/>
                </a:rPr>
                <a:t>Lorem Ipsum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69708F0-F919-4C4D-A565-CF62442A73B5}"/>
                </a:ext>
              </a:extLst>
            </p:cNvPr>
            <p:cNvSpPr/>
            <p:nvPr/>
          </p:nvSpPr>
          <p:spPr>
            <a:xfrm>
              <a:off x="3302073" y="6871506"/>
              <a:ext cx="4698238" cy="624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 Light" panose="020B0502040204020203" pitchFamily="34" charset="0"/>
                </a:rPr>
                <a:t>Lorem Ipsum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78C8708-EA44-4302-9F0F-E0D7D8B7F1C0}"/>
                </a:ext>
              </a:extLst>
            </p:cNvPr>
            <p:cNvSpPr/>
            <p:nvPr/>
          </p:nvSpPr>
          <p:spPr>
            <a:xfrm>
              <a:off x="3302073" y="5206636"/>
              <a:ext cx="4698238" cy="624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 Light" panose="020B0502040204020203" pitchFamily="34" charset="0"/>
                </a:rPr>
                <a:t>Lorem Ipsum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636D12D-93E2-475A-B11F-B6F394B9410E}"/>
                </a:ext>
              </a:extLst>
            </p:cNvPr>
            <p:cNvSpPr/>
            <p:nvPr/>
          </p:nvSpPr>
          <p:spPr>
            <a:xfrm>
              <a:off x="3302073" y="3618270"/>
              <a:ext cx="4698238" cy="624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 Light" panose="020B0502040204020203" pitchFamily="34" charset="0"/>
                </a:rPr>
                <a:t>Lorem Ipsum</a:t>
              </a:r>
            </a:p>
          </p:txBody>
        </p: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A6054D0-EEED-41C5-B37F-DAABD6FC43A5}"/>
              </a:ext>
            </a:extLst>
          </p:cNvPr>
          <p:cNvCxnSpPr>
            <a:cxnSpLocks/>
          </p:cNvCxnSpPr>
          <p:nvPr/>
        </p:nvCxnSpPr>
        <p:spPr>
          <a:xfrm flipH="1" flipV="1">
            <a:off x="5903212" y="5430968"/>
            <a:ext cx="1329619" cy="0"/>
          </a:xfrm>
          <a:prstGeom prst="line">
            <a:avLst/>
          </a:prstGeom>
          <a:ln w="6350">
            <a:solidFill>
              <a:schemeClr val="tx2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39FC4F9-B3B1-4ECF-97B6-24026EC33180}"/>
              </a:ext>
            </a:extLst>
          </p:cNvPr>
          <p:cNvCxnSpPr>
            <a:cxnSpLocks/>
          </p:cNvCxnSpPr>
          <p:nvPr/>
        </p:nvCxnSpPr>
        <p:spPr>
          <a:xfrm flipH="1" flipV="1">
            <a:off x="5622780" y="4466015"/>
            <a:ext cx="1610052" cy="0"/>
          </a:xfrm>
          <a:prstGeom prst="line">
            <a:avLst/>
          </a:prstGeom>
          <a:ln w="6350">
            <a:solidFill>
              <a:schemeClr val="accent2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E78782-2791-458E-8FCE-10071A9BF40C}"/>
              </a:ext>
            </a:extLst>
          </p:cNvPr>
          <p:cNvCxnSpPr>
            <a:cxnSpLocks/>
          </p:cNvCxnSpPr>
          <p:nvPr/>
        </p:nvCxnSpPr>
        <p:spPr>
          <a:xfrm flipH="1" flipV="1">
            <a:off x="5319808" y="3532990"/>
            <a:ext cx="1913025" cy="0"/>
          </a:xfrm>
          <a:prstGeom prst="line">
            <a:avLst/>
          </a:prstGeom>
          <a:ln w="6350">
            <a:solidFill>
              <a:schemeClr val="accent3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3275327-2933-4D3A-8606-9818D65FB988}"/>
              </a:ext>
            </a:extLst>
          </p:cNvPr>
          <p:cNvCxnSpPr>
            <a:cxnSpLocks/>
          </p:cNvCxnSpPr>
          <p:nvPr/>
        </p:nvCxnSpPr>
        <p:spPr>
          <a:xfrm flipH="1" flipV="1">
            <a:off x="4994613" y="2581765"/>
            <a:ext cx="2238220" cy="0"/>
          </a:xfrm>
          <a:prstGeom prst="line">
            <a:avLst/>
          </a:prstGeom>
          <a:ln w="6350">
            <a:solidFill>
              <a:schemeClr val="accent4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96E898E-DA8E-40B4-A5C9-33A0BAE90626}"/>
              </a:ext>
            </a:extLst>
          </p:cNvPr>
          <p:cNvGrpSpPr/>
          <p:nvPr/>
        </p:nvGrpSpPr>
        <p:grpSpPr>
          <a:xfrm>
            <a:off x="8225300" y="2224825"/>
            <a:ext cx="2499651" cy="710634"/>
            <a:chOff x="8225300" y="2224825"/>
            <a:chExt cx="2499651" cy="71063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47EB7E1-3BEF-4A3D-80BC-3A70F656461D}"/>
                </a:ext>
              </a:extLst>
            </p:cNvPr>
            <p:cNvSpPr/>
            <p:nvPr/>
          </p:nvSpPr>
          <p:spPr>
            <a:xfrm>
              <a:off x="8225300" y="2224825"/>
              <a:ext cx="2009290" cy="2970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FFC000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DE910FE-4E96-4E9B-9D34-762498536CFB}"/>
                </a:ext>
              </a:extLst>
            </p:cNvPr>
            <p:cNvSpPr/>
            <p:nvPr/>
          </p:nvSpPr>
          <p:spPr>
            <a:xfrm>
              <a:off x="8225300" y="2487901"/>
              <a:ext cx="2499651" cy="447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3FFC922-C5E9-4A2B-ACFB-80034572FFBF}"/>
              </a:ext>
            </a:extLst>
          </p:cNvPr>
          <p:cNvGrpSpPr/>
          <p:nvPr/>
        </p:nvGrpSpPr>
        <p:grpSpPr>
          <a:xfrm>
            <a:off x="8225300" y="3137008"/>
            <a:ext cx="2555357" cy="710635"/>
            <a:chOff x="8225300" y="3137008"/>
            <a:chExt cx="2555357" cy="710635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D020687-1F5A-42D0-9D1F-2EFF7C79C3BC}"/>
                </a:ext>
              </a:extLst>
            </p:cNvPr>
            <p:cNvSpPr/>
            <p:nvPr/>
          </p:nvSpPr>
          <p:spPr>
            <a:xfrm>
              <a:off x="8225300" y="3137008"/>
              <a:ext cx="2009290" cy="2970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BCBCBC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1723E8C-75E1-45B8-9700-9F29859701E7}"/>
                </a:ext>
              </a:extLst>
            </p:cNvPr>
            <p:cNvSpPr/>
            <p:nvPr/>
          </p:nvSpPr>
          <p:spPr>
            <a:xfrm>
              <a:off x="8225300" y="3400085"/>
              <a:ext cx="2555357" cy="447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10C0E0B-8843-41E2-8662-9AFFA51DF031}"/>
              </a:ext>
            </a:extLst>
          </p:cNvPr>
          <p:cNvGrpSpPr/>
          <p:nvPr/>
        </p:nvGrpSpPr>
        <p:grpSpPr>
          <a:xfrm>
            <a:off x="8225300" y="4088046"/>
            <a:ext cx="2555357" cy="710633"/>
            <a:chOff x="8225300" y="4088046"/>
            <a:chExt cx="2555357" cy="71063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382D233-EFA6-41EA-956E-B5ADF87C2A02}"/>
                </a:ext>
              </a:extLst>
            </p:cNvPr>
            <p:cNvSpPr/>
            <p:nvPr/>
          </p:nvSpPr>
          <p:spPr>
            <a:xfrm>
              <a:off x="8225300" y="4088046"/>
              <a:ext cx="2009290" cy="2970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ED7D31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CB33357-55C9-4464-9359-587F0CF91A7F}"/>
                </a:ext>
              </a:extLst>
            </p:cNvPr>
            <p:cNvSpPr/>
            <p:nvPr/>
          </p:nvSpPr>
          <p:spPr>
            <a:xfrm>
              <a:off x="8225300" y="4351121"/>
              <a:ext cx="2555357" cy="447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52B0D7C-0524-4F20-9F6A-3754F8546A56}"/>
              </a:ext>
            </a:extLst>
          </p:cNvPr>
          <p:cNvGrpSpPr/>
          <p:nvPr/>
        </p:nvGrpSpPr>
        <p:grpSpPr>
          <a:xfrm>
            <a:off x="8225300" y="5074711"/>
            <a:ext cx="2555357" cy="710635"/>
            <a:chOff x="8225300" y="5074711"/>
            <a:chExt cx="2555357" cy="71063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417DE9F-3AC1-4701-B718-72125C5E641F}"/>
                </a:ext>
              </a:extLst>
            </p:cNvPr>
            <p:cNvSpPr/>
            <p:nvPr/>
          </p:nvSpPr>
          <p:spPr>
            <a:xfrm>
              <a:off x="8225300" y="5074711"/>
              <a:ext cx="2009290" cy="2970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rgbClr val="44546A"/>
                  </a:solidFill>
                  <a:latin typeface="Roboto Bold" panose="02000000000000000000" pitchFamily="2" charset="0"/>
                  <a:ea typeface="Roboto Bold" panose="02000000000000000000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6CEB38C-5F6E-43A9-9BF4-2AC9DC8C3363}"/>
                </a:ext>
              </a:extLst>
            </p:cNvPr>
            <p:cNvSpPr/>
            <p:nvPr/>
          </p:nvSpPr>
          <p:spPr>
            <a:xfrm>
              <a:off x="8225300" y="5337788"/>
              <a:ext cx="2555357" cy="447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Segoe UI Light" panose="020B0502040204020203" pitchFamily="34" charset="0"/>
                </a:rPr>
                <a:t>Lorem Ipsum is simply dummy text of the printing and typesetting industry. 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3862C27-79A7-46D4-B8F1-DF05AC41F699}"/>
              </a:ext>
            </a:extLst>
          </p:cNvPr>
          <p:cNvGrpSpPr/>
          <p:nvPr/>
        </p:nvGrpSpPr>
        <p:grpSpPr>
          <a:xfrm>
            <a:off x="7485161" y="5123949"/>
            <a:ext cx="641425" cy="641425"/>
            <a:chOff x="912987" y="3985306"/>
            <a:chExt cx="1332461" cy="1332461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CA9A105-9373-4580-89F6-DB16E641A8E9}"/>
                </a:ext>
              </a:extLst>
            </p:cNvPr>
            <p:cNvSpPr/>
            <p:nvPr/>
          </p:nvSpPr>
          <p:spPr>
            <a:xfrm>
              <a:off x="912987" y="3985306"/>
              <a:ext cx="1332461" cy="1332461"/>
            </a:xfrm>
            <a:prstGeom prst="ellipse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C592C3C-AB3A-4326-AF81-04194A5E1BC5}"/>
                </a:ext>
              </a:extLst>
            </p:cNvPr>
            <p:cNvSpPr/>
            <p:nvPr/>
          </p:nvSpPr>
          <p:spPr>
            <a:xfrm>
              <a:off x="1008481" y="4080800"/>
              <a:ext cx="1141474" cy="1141474"/>
            </a:xfrm>
            <a:prstGeom prst="ellipse">
              <a:avLst/>
            </a:prstGeom>
            <a:solidFill>
              <a:schemeClr val="tx2">
                <a:alpha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6D3CB56E-0A9C-47B6-A7A9-B9A95A46DA85}"/>
                </a:ext>
              </a:extLst>
            </p:cNvPr>
            <p:cNvSpPr/>
            <p:nvPr/>
          </p:nvSpPr>
          <p:spPr>
            <a:xfrm>
              <a:off x="1108900" y="4181219"/>
              <a:ext cx="940635" cy="94063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4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C75B3E5-75DF-4C9A-ABA6-B809E149317E}"/>
              </a:ext>
            </a:extLst>
          </p:cNvPr>
          <p:cNvGrpSpPr/>
          <p:nvPr/>
        </p:nvGrpSpPr>
        <p:grpSpPr>
          <a:xfrm>
            <a:off x="7485161" y="2261052"/>
            <a:ext cx="641425" cy="641425"/>
            <a:chOff x="912987" y="3985306"/>
            <a:chExt cx="1332461" cy="1332461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C908E1BB-A34C-40D2-8B71-35C437465C01}"/>
                </a:ext>
              </a:extLst>
            </p:cNvPr>
            <p:cNvSpPr/>
            <p:nvPr/>
          </p:nvSpPr>
          <p:spPr>
            <a:xfrm>
              <a:off x="912987" y="3985306"/>
              <a:ext cx="1332461" cy="1332461"/>
            </a:xfrm>
            <a:prstGeom prst="ellipse">
              <a:avLst/>
            </a:prstGeom>
            <a:solidFill>
              <a:schemeClr val="accent4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124D22B-A330-425B-80F1-6BC9E3780EA4}"/>
                </a:ext>
              </a:extLst>
            </p:cNvPr>
            <p:cNvSpPr/>
            <p:nvPr/>
          </p:nvSpPr>
          <p:spPr>
            <a:xfrm>
              <a:off x="1008481" y="4080800"/>
              <a:ext cx="1141474" cy="1141474"/>
            </a:xfrm>
            <a:prstGeom prst="ellipse">
              <a:avLst/>
            </a:prstGeom>
            <a:solidFill>
              <a:schemeClr val="accent4">
                <a:alpha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4B883468-830B-4668-AF9E-75F17D7596D5}"/>
                </a:ext>
              </a:extLst>
            </p:cNvPr>
            <p:cNvSpPr/>
            <p:nvPr/>
          </p:nvSpPr>
          <p:spPr>
            <a:xfrm>
              <a:off x="1108900" y="4181219"/>
              <a:ext cx="940635" cy="94063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1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47B2C3-4F7D-4FFD-A156-D9916CC9D21B}"/>
              </a:ext>
            </a:extLst>
          </p:cNvPr>
          <p:cNvGrpSpPr/>
          <p:nvPr/>
        </p:nvGrpSpPr>
        <p:grpSpPr>
          <a:xfrm>
            <a:off x="7485161" y="4148592"/>
            <a:ext cx="641425" cy="641425"/>
            <a:chOff x="912987" y="3985306"/>
            <a:chExt cx="1332461" cy="1332461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E86534BD-A8E7-48F4-89B4-B5630B82AC1B}"/>
                </a:ext>
              </a:extLst>
            </p:cNvPr>
            <p:cNvSpPr/>
            <p:nvPr/>
          </p:nvSpPr>
          <p:spPr>
            <a:xfrm>
              <a:off x="912987" y="3985306"/>
              <a:ext cx="1332461" cy="1332461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CE4573E-A8FF-4F3A-9AC1-21A4ED81B41D}"/>
                </a:ext>
              </a:extLst>
            </p:cNvPr>
            <p:cNvSpPr/>
            <p:nvPr/>
          </p:nvSpPr>
          <p:spPr>
            <a:xfrm>
              <a:off x="1008481" y="4080800"/>
              <a:ext cx="1141474" cy="1141474"/>
            </a:xfrm>
            <a:prstGeom prst="ellipse">
              <a:avLst/>
            </a:prstGeom>
            <a:solidFill>
              <a:schemeClr val="accent2">
                <a:alpha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623C4BD1-D25B-44E3-B47E-72FA171AA4A3}"/>
                </a:ext>
              </a:extLst>
            </p:cNvPr>
            <p:cNvSpPr/>
            <p:nvPr/>
          </p:nvSpPr>
          <p:spPr>
            <a:xfrm>
              <a:off x="1108900" y="4181219"/>
              <a:ext cx="940635" cy="940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3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EAB92FC-9761-4197-9901-613EFBD3C007}"/>
              </a:ext>
            </a:extLst>
          </p:cNvPr>
          <p:cNvGrpSpPr/>
          <p:nvPr/>
        </p:nvGrpSpPr>
        <p:grpSpPr>
          <a:xfrm>
            <a:off x="7485161" y="3173236"/>
            <a:ext cx="641425" cy="641425"/>
            <a:chOff x="912987" y="3985306"/>
            <a:chExt cx="1332461" cy="1332461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EEADB23-56CB-4906-BDA8-A2002CAF92A7}"/>
                </a:ext>
              </a:extLst>
            </p:cNvPr>
            <p:cNvSpPr/>
            <p:nvPr/>
          </p:nvSpPr>
          <p:spPr>
            <a:xfrm>
              <a:off x="912987" y="3985306"/>
              <a:ext cx="1332461" cy="1332461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EB2A9F68-E6FA-4B18-B403-91B92A24022E}"/>
                </a:ext>
              </a:extLst>
            </p:cNvPr>
            <p:cNvSpPr/>
            <p:nvPr/>
          </p:nvSpPr>
          <p:spPr>
            <a:xfrm>
              <a:off x="1008481" y="4080800"/>
              <a:ext cx="1141474" cy="1141474"/>
            </a:xfrm>
            <a:prstGeom prst="ellipse">
              <a:avLst/>
            </a:prstGeom>
            <a:solidFill>
              <a:schemeClr val="accent3">
                <a:alpha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1F85D9F-5061-4844-B76A-6745E48E2666}"/>
                </a:ext>
              </a:extLst>
            </p:cNvPr>
            <p:cNvSpPr/>
            <p:nvPr/>
          </p:nvSpPr>
          <p:spPr>
            <a:xfrm>
              <a:off x="1108900" y="4181219"/>
              <a:ext cx="940635" cy="94063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0613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4">
            <a:extLst>
              <a:ext uri="{FF2B5EF4-FFF2-40B4-BE49-F238E27FC236}">
                <a16:creationId xmlns:a16="http://schemas.microsoft.com/office/drawing/2014/main" id="{944589DD-3AF5-4DB6-BFED-D5408E580CBF}"/>
              </a:ext>
            </a:extLst>
          </p:cNvPr>
          <p:cNvSpPr txBox="1">
            <a:spLocks/>
          </p:cNvSpPr>
          <p:nvPr/>
        </p:nvSpPr>
        <p:spPr>
          <a:xfrm>
            <a:off x="592436" y="580809"/>
            <a:ext cx="11000037" cy="587039"/>
          </a:xfrm>
          <a:prstGeom prst="rect">
            <a:avLst/>
          </a:prstGeom>
        </p:spPr>
        <p:txBody>
          <a:bodyPr/>
          <a:lstStyle>
            <a:lvl1pPr algn="l" defTabSz="14607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2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Infographic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3EC5090-4D46-4F5C-AA5C-FA42E6B2F7AE}"/>
              </a:ext>
            </a:extLst>
          </p:cNvPr>
          <p:cNvGrpSpPr/>
          <p:nvPr/>
        </p:nvGrpSpPr>
        <p:grpSpPr>
          <a:xfrm>
            <a:off x="5738496" y="1183554"/>
            <a:ext cx="707917" cy="130783"/>
            <a:chOff x="1110190" y="3155259"/>
            <a:chExt cx="1133316" cy="209373"/>
          </a:xfrm>
        </p:grpSpPr>
        <p:sp>
          <p:nvSpPr>
            <p:cNvPr id="122" name="Freeform 5">
              <a:extLst>
                <a:ext uri="{FF2B5EF4-FFF2-40B4-BE49-F238E27FC236}">
                  <a16:creationId xmlns:a16="http://schemas.microsoft.com/office/drawing/2014/main" id="{D0F52B66-3172-47BD-9739-6E0F37A03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90" y="3155259"/>
              <a:ext cx="202111" cy="2093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3" name="Freeform 5">
              <a:extLst>
                <a:ext uri="{FF2B5EF4-FFF2-40B4-BE49-F238E27FC236}">
                  <a16:creationId xmlns:a16="http://schemas.microsoft.com/office/drawing/2014/main" id="{6D172552-781E-4BEC-AEA4-A5674B321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53" y="3155259"/>
              <a:ext cx="202111" cy="209373"/>
            </a:xfrm>
            <a:prstGeom prst="ellipse">
              <a:avLst/>
            </a:prstGeom>
            <a:solidFill>
              <a:schemeClr val="bg1">
                <a:lumMod val="85000"/>
                <a:alpha val="98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4" name="Freeform 5">
              <a:extLst>
                <a:ext uri="{FF2B5EF4-FFF2-40B4-BE49-F238E27FC236}">
                  <a16:creationId xmlns:a16="http://schemas.microsoft.com/office/drawing/2014/main" id="{C322429E-626C-4576-99C0-B993F4256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115" y="3155259"/>
              <a:ext cx="202111" cy="20937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5" name="Freeform 5">
              <a:extLst>
                <a:ext uri="{FF2B5EF4-FFF2-40B4-BE49-F238E27FC236}">
                  <a16:creationId xmlns:a16="http://schemas.microsoft.com/office/drawing/2014/main" id="{4FF332E8-18A4-4DD4-9F28-5C0FE737D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395" y="3155259"/>
              <a:ext cx="202111" cy="2093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27F15C7-A13D-4FCE-9257-625708A04F61}"/>
              </a:ext>
            </a:extLst>
          </p:cNvPr>
          <p:cNvGrpSpPr/>
          <p:nvPr/>
        </p:nvGrpSpPr>
        <p:grpSpPr>
          <a:xfrm rot="16852807">
            <a:off x="4465022" y="1808990"/>
            <a:ext cx="1587235" cy="2135526"/>
            <a:chOff x="6273500" y="2152709"/>
            <a:chExt cx="1305509" cy="1756481"/>
          </a:xfrm>
        </p:grpSpPr>
        <p:sp>
          <p:nvSpPr>
            <p:cNvPr id="80" name="Freeform 5">
              <a:extLst>
                <a:ext uri="{FF2B5EF4-FFF2-40B4-BE49-F238E27FC236}">
                  <a16:creationId xmlns:a16="http://schemas.microsoft.com/office/drawing/2014/main" id="{FE45C0EF-5AC8-4965-A1EE-16A2357DDB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3500" y="2152709"/>
              <a:ext cx="1002548" cy="1744918"/>
            </a:xfrm>
            <a:custGeom>
              <a:avLst/>
              <a:gdLst>
                <a:gd name="T0" fmla="*/ 118 w 441"/>
                <a:gd name="T1" fmla="*/ 173 h 767"/>
                <a:gd name="T2" fmla="*/ 116 w 441"/>
                <a:gd name="T3" fmla="*/ 176 h 767"/>
                <a:gd name="T4" fmla="*/ 111 w 441"/>
                <a:gd name="T5" fmla="*/ 182 h 767"/>
                <a:gd name="T6" fmla="*/ 100 w 441"/>
                <a:gd name="T7" fmla="*/ 195 h 767"/>
                <a:gd name="T8" fmla="*/ 93 w 441"/>
                <a:gd name="T9" fmla="*/ 203 h 767"/>
                <a:gd name="T10" fmla="*/ 85 w 441"/>
                <a:gd name="T11" fmla="*/ 211 h 767"/>
                <a:gd name="T12" fmla="*/ 50 w 441"/>
                <a:gd name="T13" fmla="*/ 256 h 767"/>
                <a:gd name="T14" fmla="*/ 28 w 441"/>
                <a:gd name="T15" fmla="*/ 193 h 767"/>
                <a:gd name="T16" fmla="*/ 37 w 441"/>
                <a:gd name="T17" fmla="*/ 182 h 767"/>
                <a:gd name="T18" fmla="*/ 44 w 441"/>
                <a:gd name="T19" fmla="*/ 174 h 767"/>
                <a:gd name="T20" fmla="*/ 50 w 441"/>
                <a:gd name="T21" fmla="*/ 168 h 767"/>
                <a:gd name="T22" fmla="*/ 65 w 441"/>
                <a:gd name="T23" fmla="*/ 151 h 767"/>
                <a:gd name="T24" fmla="*/ 68 w 441"/>
                <a:gd name="T25" fmla="*/ 146 h 767"/>
                <a:gd name="T26" fmla="*/ 75 w 441"/>
                <a:gd name="T27" fmla="*/ 133 h 767"/>
                <a:gd name="T28" fmla="*/ 79 w 441"/>
                <a:gd name="T29" fmla="*/ 124 h 767"/>
                <a:gd name="T30" fmla="*/ 78 w 441"/>
                <a:gd name="T31" fmla="*/ 73 h 767"/>
                <a:gd name="T32" fmla="*/ 55 w 441"/>
                <a:gd name="T33" fmla="*/ 0 h 767"/>
                <a:gd name="T34" fmla="*/ 55 w 441"/>
                <a:gd name="T35" fmla="*/ 0 h 767"/>
                <a:gd name="T36" fmla="*/ 115 w 441"/>
                <a:gd name="T37" fmla="*/ 12 h 767"/>
                <a:gd name="T38" fmla="*/ 126 w 441"/>
                <a:gd name="T39" fmla="*/ 15 h 767"/>
                <a:gd name="T40" fmla="*/ 149 w 441"/>
                <a:gd name="T41" fmla="*/ 22 h 767"/>
                <a:gd name="T42" fmla="*/ 171 w 441"/>
                <a:gd name="T43" fmla="*/ 30 h 767"/>
                <a:gd name="T44" fmla="*/ 192 w 441"/>
                <a:gd name="T45" fmla="*/ 38 h 767"/>
                <a:gd name="T46" fmla="*/ 213 w 441"/>
                <a:gd name="T47" fmla="*/ 48 h 767"/>
                <a:gd name="T48" fmla="*/ 233 w 441"/>
                <a:gd name="T49" fmla="*/ 58 h 767"/>
                <a:gd name="T50" fmla="*/ 262 w 441"/>
                <a:gd name="T51" fmla="*/ 75 h 767"/>
                <a:gd name="T52" fmla="*/ 242 w 441"/>
                <a:gd name="T53" fmla="*/ 65 h 767"/>
                <a:gd name="T54" fmla="*/ 221 w 441"/>
                <a:gd name="T55" fmla="*/ 57 h 767"/>
                <a:gd name="T56" fmla="*/ 199 w 441"/>
                <a:gd name="T57" fmla="*/ 49 h 767"/>
                <a:gd name="T58" fmla="*/ 175 w 441"/>
                <a:gd name="T59" fmla="*/ 42 h 767"/>
                <a:gd name="T60" fmla="*/ 157 w 441"/>
                <a:gd name="T61" fmla="*/ 37 h 767"/>
                <a:gd name="T62" fmla="*/ 141 w 441"/>
                <a:gd name="T63" fmla="*/ 33 h 767"/>
                <a:gd name="T64" fmla="*/ 125 w 441"/>
                <a:gd name="T65" fmla="*/ 30 h 767"/>
                <a:gd name="T66" fmla="*/ 104 w 441"/>
                <a:gd name="T67" fmla="*/ 27 h 767"/>
                <a:gd name="T68" fmla="*/ 119 w 441"/>
                <a:gd name="T69" fmla="*/ 68 h 767"/>
                <a:gd name="T70" fmla="*/ 132 w 441"/>
                <a:gd name="T71" fmla="*/ 115 h 767"/>
                <a:gd name="T72" fmla="*/ 127 w 441"/>
                <a:gd name="T73" fmla="*/ 154 h 767"/>
                <a:gd name="T74" fmla="*/ 125 w 441"/>
                <a:gd name="T75" fmla="*/ 160 h 767"/>
                <a:gd name="T76" fmla="*/ 121 w 441"/>
                <a:gd name="T77" fmla="*/ 167 h 767"/>
                <a:gd name="T78" fmla="*/ 437 w 441"/>
                <a:gd name="T79" fmla="*/ 764 h 767"/>
                <a:gd name="T80" fmla="*/ 359 w 441"/>
                <a:gd name="T81" fmla="*/ 701 h 767"/>
                <a:gd name="T82" fmla="*/ 361 w 441"/>
                <a:gd name="T83" fmla="*/ 645 h 767"/>
                <a:gd name="T84" fmla="*/ 119 w 441"/>
                <a:gd name="T85" fmla="*/ 268 h 767"/>
                <a:gd name="T86" fmla="*/ 308 w 441"/>
                <a:gd name="T87" fmla="*/ 667 h 767"/>
                <a:gd name="T88" fmla="*/ 320 w 441"/>
                <a:gd name="T89" fmla="*/ 685 h 767"/>
                <a:gd name="T90" fmla="*/ 391 w 441"/>
                <a:gd name="T91" fmla="*/ 740 h 767"/>
                <a:gd name="T92" fmla="*/ 437 w 441"/>
                <a:gd name="T93" fmla="*/ 764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41" h="767">
                  <a:moveTo>
                    <a:pt x="121" y="167"/>
                  </a:moveTo>
                  <a:cubicBezTo>
                    <a:pt x="120" y="169"/>
                    <a:pt x="119" y="171"/>
                    <a:pt x="118" y="173"/>
                  </a:cubicBezTo>
                  <a:cubicBezTo>
                    <a:pt x="117" y="174"/>
                    <a:pt x="117" y="175"/>
                    <a:pt x="116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5" y="177"/>
                    <a:pt x="115" y="177"/>
                    <a:pt x="114" y="178"/>
                  </a:cubicBezTo>
                  <a:cubicBezTo>
                    <a:pt x="113" y="180"/>
                    <a:pt x="112" y="181"/>
                    <a:pt x="111" y="182"/>
                  </a:cubicBezTo>
                  <a:cubicBezTo>
                    <a:pt x="111" y="182"/>
                    <a:pt x="111" y="183"/>
                    <a:pt x="110" y="183"/>
                  </a:cubicBezTo>
                  <a:cubicBezTo>
                    <a:pt x="110" y="183"/>
                    <a:pt x="106" y="188"/>
                    <a:pt x="100" y="195"/>
                  </a:cubicBezTo>
                  <a:cubicBezTo>
                    <a:pt x="98" y="197"/>
                    <a:pt x="96" y="199"/>
                    <a:pt x="94" y="201"/>
                  </a:cubicBezTo>
                  <a:cubicBezTo>
                    <a:pt x="94" y="201"/>
                    <a:pt x="93" y="202"/>
                    <a:pt x="93" y="203"/>
                  </a:cubicBezTo>
                  <a:cubicBezTo>
                    <a:pt x="91" y="205"/>
                    <a:pt x="89" y="207"/>
                    <a:pt x="87" y="209"/>
                  </a:cubicBezTo>
                  <a:cubicBezTo>
                    <a:pt x="86" y="210"/>
                    <a:pt x="86" y="211"/>
                    <a:pt x="85" y="211"/>
                  </a:cubicBezTo>
                  <a:cubicBezTo>
                    <a:pt x="83" y="214"/>
                    <a:pt x="80" y="217"/>
                    <a:pt x="78" y="220"/>
                  </a:cubicBezTo>
                  <a:cubicBezTo>
                    <a:pt x="65" y="235"/>
                    <a:pt x="54" y="250"/>
                    <a:pt x="50" y="256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5" y="223"/>
                    <a:pt x="16" y="208"/>
                    <a:pt x="28" y="193"/>
                  </a:cubicBezTo>
                  <a:cubicBezTo>
                    <a:pt x="30" y="190"/>
                    <a:pt x="33" y="187"/>
                    <a:pt x="35" y="184"/>
                  </a:cubicBezTo>
                  <a:cubicBezTo>
                    <a:pt x="36" y="184"/>
                    <a:pt x="37" y="183"/>
                    <a:pt x="37" y="182"/>
                  </a:cubicBezTo>
                  <a:cubicBezTo>
                    <a:pt x="39" y="180"/>
                    <a:pt x="41" y="178"/>
                    <a:pt x="43" y="176"/>
                  </a:cubicBezTo>
                  <a:cubicBezTo>
                    <a:pt x="43" y="175"/>
                    <a:pt x="44" y="175"/>
                    <a:pt x="44" y="174"/>
                  </a:cubicBezTo>
                  <a:cubicBezTo>
                    <a:pt x="44" y="174"/>
                    <a:pt x="44" y="174"/>
                    <a:pt x="44" y="174"/>
                  </a:cubicBezTo>
                  <a:cubicBezTo>
                    <a:pt x="46" y="172"/>
                    <a:pt x="48" y="170"/>
                    <a:pt x="50" y="168"/>
                  </a:cubicBezTo>
                  <a:cubicBezTo>
                    <a:pt x="56" y="161"/>
                    <a:pt x="60" y="156"/>
                    <a:pt x="61" y="156"/>
                  </a:cubicBezTo>
                  <a:cubicBezTo>
                    <a:pt x="62" y="155"/>
                    <a:pt x="63" y="153"/>
                    <a:pt x="65" y="151"/>
                  </a:cubicBezTo>
                  <a:cubicBezTo>
                    <a:pt x="65" y="150"/>
                    <a:pt x="66" y="150"/>
                    <a:pt x="66" y="149"/>
                  </a:cubicBezTo>
                  <a:cubicBezTo>
                    <a:pt x="67" y="148"/>
                    <a:pt x="68" y="147"/>
                    <a:pt x="68" y="146"/>
                  </a:cubicBezTo>
                  <a:cubicBezTo>
                    <a:pt x="69" y="144"/>
                    <a:pt x="71" y="142"/>
                    <a:pt x="72" y="140"/>
                  </a:cubicBezTo>
                  <a:cubicBezTo>
                    <a:pt x="73" y="138"/>
                    <a:pt x="74" y="136"/>
                    <a:pt x="75" y="133"/>
                  </a:cubicBezTo>
                  <a:cubicBezTo>
                    <a:pt x="76" y="133"/>
                    <a:pt x="76" y="132"/>
                    <a:pt x="76" y="132"/>
                  </a:cubicBezTo>
                  <a:cubicBezTo>
                    <a:pt x="77" y="129"/>
                    <a:pt x="78" y="127"/>
                    <a:pt x="79" y="124"/>
                  </a:cubicBezTo>
                  <a:cubicBezTo>
                    <a:pt x="83" y="111"/>
                    <a:pt x="85" y="98"/>
                    <a:pt x="82" y="88"/>
                  </a:cubicBezTo>
                  <a:cubicBezTo>
                    <a:pt x="82" y="87"/>
                    <a:pt x="81" y="82"/>
                    <a:pt x="78" y="73"/>
                  </a:cubicBezTo>
                  <a:cubicBezTo>
                    <a:pt x="76" y="64"/>
                    <a:pt x="73" y="52"/>
                    <a:pt x="69" y="41"/>
                  </a:cubicBezTo>
                  <a:cubicBezTo>
                    <a:pt x="64" y="24"/>
                    <a:pt x="58" y="8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75" y="3"/>
                    <a:pt x="95" y="7"/>
                    <a:pt x="115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8" y="12"/>
                    <a:pt x="120" y="13"/>
                    <a:pt x="123" y="14"/>
                  </a:cubicBezTo>
                  <a:cubicBezTo>
                    <a:pt x="124" y="14"/>
                    <a:pt x="125" y="14"/>
                    <a:pt x="126" y="15"/>
                  </a:cubicBezTo>
                  <a:cubicBezTo>
                    <a:pt x="132" y="16"/>
                    <a:pt x="139" y="18"/>
                    <a:pt x="145" y="21"/>
                  </a:cubicBezTo>
                  <a:cubicBezTo>
                    <a:pt x="147" y="21"/>
                    <a:pt x="148" y="21"/>
                    <a:pt x="149" y="22"/>
                  </a:cubicBezTo>
                  <a:cubicBezTo>
                    <a:pt x="155" y="24"/>
                    <a:pt x="162" y="26"/>
                    <a:pt x="168" y="29"/>
                  </a:cubicBezTo>
                  <a:cubicBezTo>
                    <a:pt x="169" y="29"/>
                    <a:pt x="170" y="29"/>
                    <a:pt x="171" y="30"/>
                  </a:cubicBezTo>
                  <a:cubicBezTo>
                    <a:pt x="178" y="32"/>
                    <a:pt x="184" y="35"/>
                    <a:pt x="191" y="38"/>
                  </a:cubicBezTo>
                  <a:cubicBezTo>
                    <a:pt x="191" y="38"/>
                    <a:pt x="192" y="38"/>
                    <a:pt x="192" y="38"/>
                  </a:cubicBezTo>
                  <a:cubicBezTo>
                    <a:pt x="198" y="41"/>
                    <a:pt x="205" y="44"/>
                    <a:pt x="211" y="47"/>
                  </a:cubicBezTo>
                  <a:cubicBezTo>
                    <a:pt x="211" y="47"/>
                    <a:pt x="212" y="47"/>
                    <a:pt x="213" y="48"/>
                  </a:cubicBezTo>
                  <a:cubicBezTo>
                    <a:pt x="213" y="48"/>
                    <a:pt x="214" y="48"/>
                    <a:pt x="214" y="48"/>
                  </a:cubicBezTo>
                  <a:cubicBezTo>
                    <a:pt x="220" y="51"/>
                    <a:pt x="227" y="55"/>
                    <a:pt x="233" y="58"/>
                  </a:cubicBezTo>
                  <a:cubicBezTo>
                    <a:pt x="282" y="85"/>
                    <a:pt x="282" y="85"/>
                    <a:pt x="282" y="85"/>
                  </a:cubicBezTo>
                  <a:cubicBezTo>
                    <a:pt x="276" y="81"/>
                    <a:pt x="269" y="78"/>
                    <a:pt x="262" y="75"/>
                  </a:cubicBezTo>
                  <a:cubicBezTo>
                    <a:pt x="262" y="74"/>
                    <a:pt x="261" y="74"/>
                    <a:pt x="260" y="74"/>
                  </a:cubicBezTo>
                  <a:cubicBezTo>
                    <a:pt x="254" y="71"/>
                    <a:pt x="248" y="68"/>
                    <a:pt x="242" y="65"/>
                  </a:cubicBezTo>
                  <a:cubicBezTo>
                    <a:pt x="241" y="65"/>
                    <a:pt x="241" y="65"/>
                    <a:pt x="240" y="65"/>
                  </a:cubicBezTo>
                  <a:cubicBezTo>
                    <a:pt x="234" y="62"/>
                    <a:pt x="227" y="59"/>
                    <a:pt x="221" y="57"/>
                  </a:cubicBezTo>
                  <a:cubicBezTo>
                    <a:pt x="220" y="56"/>
                    <a:pt x="219" y="56"/>
                    <a:pt x="218" y="56"/>
                  </a:cubicBezTo>
                  <a:cubicBezTo>
                    <a:pt x="211" y="53"/>
                    <a:pt x="205" y="51"/>
                    <a:pt x="199" y="49"/>
                  </a:cubicBezTo>
                  <a:cubicBezTo>
                    <a:pt x="197" y="48"/>
                    <a:pt x="196" y="48"/>
                    <a:pt x="195" y="48"/>
                  </a:cubicBezTo>
                  <a:cubicBezTo>
                    <a:pt x="189" y="45"/>
                    <a:pt x="182" y="43"/>
                    <a:pt x="175" y="42"/>
                  </a:cubicBezTo>
                  <a:cubicBezTo>
                    <a:pt x="174" y="41"/>
                    <a:pt x="174" y="41"/>
                    <a:pt x="173" y="41"/>
                  </a:cubicBezTo>
                  <a:cubicBezTo>
                    <a:pt x="167" y="39"/>
                    <a:pt x="162" y="38"/>
                    <a:pt x="157" y="37"/>
                  </a:cubicBezTo>
                  <a:cubicBezTo>
                    <a:pt x="156" y="37"/>
                    <a:pt x="156" y="36"/>
                    <a:pt x="155" y="36"/>
                  </a:cubicBezTo>
                  <a:cubicBezTo>
                    <a:pt x="150" y="35"/>
                    <a:pt x="146" y="34"/>
                    <a:pt x="141" y="33"/>
                  </a:cubicBezTo>
                  <a:cubicBezTo>
                    <a:pt x="140" y="33"/>
                    <a:pt x="139" y="33"/>
                    <a:pt x="138" y="33"/>
                  </a:cubicBezTo>
                  <a:cubicBezTo>
                    <a:pt x="133" y="32"/>
                    <a:pt x="129" y="31"/>
                    <a:pt x="125" y="30"/>
                  </a:cubicBezTo>
                  <a:cubicBezTo>
                    <a:pt x="123" y="30"/>
                    <a:pt x="122" y="30"/>
                    <a:pt x="121" y="29"/>
                  </a:cubicBezTo>
                  <a:cubicBezTo>
                    <a:pt x="115" y="28"/>
                    <a:pt x="110" y="28"/>
                    <a:pt x="104" y="27"/>
                  </a:cubicBezTo>
                  <a:cubicBezTo>
                    <a:pt x="105" y="30"/>
                    <a:pt x="107" y="34"/>
                    <a:pt x="109" y="39"/>
                  </a:cubicBezTo>
                  <a:cubicBezTo>
                    <a:pt x="112" y="47"/>
                    <a:pt x="116" y="58"/>
                    <a:pt x="119" y="68"/>
                  </a:cubicBezTo>
                  <a:cubicBezTo>
                    <a:pt x="123" y="79"/>
                    <a:pt x="126" y="91"/>
                    <a:pt x="128" y="100"/>
                  </a:cubicBezTo>
                  <a:cubicBezTo>
                    <a:pt x="130" y="109"/>
                    <a:pt x="132" y="114"/>
                    <a:pt x="132" y="115"/>
                  </a:cubicBezTo>
                  <a:cubicBezTo>
                    <a:pt x="134" y="125"/>
                    <a:pt x="133" y="138"/>
                    <a:pt x="129" y="151"/>
                  </a:cubicBezTo>
                  <a:cubicBezTo>
                    <a:pt x="128" y="152"/>
                    <a:pt x="128" y="153"/>
                    <a:pt x="127" y="154"/>
                  </a:cubicBezTo>
                  <a:cubicBezTo>
                    <a:pt x="127" y="156"/>
                    <a:pt x="126" y="157"/>
                    <a:pt x="125" y="159"/>
                  </a:cubicBezTo>
                  <a:cubicBezTo>
                    <a:pt x="125" y="159"/>
                    <a:pt x="125" y="160"/>
                    <a:pt x="125" y="160"/>
                  </a:cubicBezTo>
                  <a:cubicBezTo>
                    <a:pt x="124" y="162"/>
                    <a:pt x="123" y="165"/>
                    <a:pt x="122" y="167"/>
                  </a:cubicBezTo>
                  <a:cubicBezTo>
                    <a:pt x="122" y="167"/>
                    <a:pt x="121" y="167"/>
                    <a:pt x="121" y="167"/>
                  </a:cubicBezTo>
                  <a:close/>
                  <a:moveTo>
                    <a:pt x="437" y="764"/>
                  </a:moveTo>
                  <a:cubicBezTo>
                    <a:pt x="437" y="764"/>
                    <a:pt x="437" y="764"/>
                    <a:pt x="437" y="764"/>
                  </a:cubicBezTo>
                  <a:cubicBezTo>
                    <a:pt x="369" y="712"/>
                    <a:pt x="369" y="712"/>
                    <a:pt x="369" y="712"/>
                  </a:cubicBezTo>
                  <a:cubicBezTo>
                    <a:pt x="365" y="710"/>
                    <a:pt x="362" y="705"/>
                    <a:pt x="359" y="701"/>
                  </a:cubicBezTo>
                  <a:cubicBezTo>
                    <a:pt x="359" y="700"/>
                    <a:pt x="358" y="695"/>
                    <a:pt x="358" y="694"/>
                  </a:cubicBezTo>
                  <a:cubicBezTo>
                    <a:pt x="360" y="678"/>
                    <a:pt x="360" y="662"/>
                    <a:pt x="361" y="645"/>
                  </a:cubicBezTo>
                  <a:cubicBezTo>
                    <a:pt x="361" y="487"/>
                    <a:pt x="284" y="358"/>
                    <a:pt x="168" y="295"/>
                  </a:cubicBezTo>
                  <a:cubicBezTo>
                    <a:pt x="119" y="268"/>
                    <a:pt x="119" y="268"/>
                    <a:pt x="119" y="268"/>
                  </a:cubicBezTo>
                  <a:cubicBezTo>
                    <a:pt x="235" y="331"/>
                    <a:pt x="311" y="460"/>
                    <a:pt x="311" y="618"/>
                  </a:cubicBezTo>
                  <a:cubicBezTo>
                    <a:pt x="311" y="635"/>
                    <a:pt x="310" y="651"/>
                    <a:pt x="308" y="667"/>
                  </a:cubicBezTo>
                  <a:cubicBezTo>
                    <a:pt x="308" y="668"/>
                    <a:pt x="309" y="673"/>
                    <a:pt x="310" y="674"/>
                  </a:cubicBezTo>
                  <a:cubicBezTo>
                    <a:pt x="312" y="678"/>
                    <a:pt x="316" y="683"/>
                    <a:pt x="320" y="685"/>
                  </a:cubicBezTo>
                  <a:cubicBezTo>
                    <a:pt x="387" y="737"/>
                    <a:pt x="387" y="737"/>
                    <a:pt x="387" y="737"/>
                  </a:cubicBezTo>
                  <a:cubicBezTo>
                    <a:pt x="388" y="738"/>
                    <a:pt x="390" y="739"/>
                    <a:pt x="391" y="740"/>
                  </a:cubicBezTo>
                  <a:cubicBezTo>
                    <a:pt x="441" y="767"/>
                    <a:pt x="441" y="767"/>
                    <a:pt x="441" y="767"/>
                  </a:cubicBezTo>
                  <a:cubicBezTo>
                    <a:pt x="439" y="766"/>
                    <a:pt x="438" y="765"/>
                    <a:pt x="437" y="764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558" tIns="54781" rIns="109558" bIns="54781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1BB70D26-B5FD-4DC0-8FD5-5B653F844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6821" y="2213995"/>
              <a:ext cx="1192188" cy="1695195"/>
            </a:xfrm>
            <a:custGeom>
              <a:avLst/>
              <a:gdLst>
                <a:gd name="T0" fmla="*/ 54 w 524"/>
                <a:gd name="T1" fmla="*/ 0 h 745"/>
                <a:gd name="T2" fmla="*/ 523 w 524"/>
                <a:gd name="T3" fmla="*/ 589 h 745"/>
                <a:gd name="T4" fmla="*/ 520 w 524"/>
                <a:gd name="T5" fmla="*/ 650 h 745"/>
                <a:gd name="T6" fmla="*/ 504 w 524"/>
                <a:gd name="T7" fmla="*/ 680 h 745"/>
                <a:gd name="T8" fmla="*/ 418 w 524"/>
                <a:gd name="T9" fmla="*/ 741 h 745"/>
                <a:gd name="T10" fmla="*/ 410 w 524"/>
                <a:gd name="T11" fmla="*/ 743 h 745"/>
                <a:gd name="T12" fmla="*/ 387 w 524"/>
                <a:gd name="T13" fmla="*/ 737 h 745"/>
                <a:gd name="T14" fmla="*/ 319 w 524"/>
                <a:gd name="T15" fmla="*/ 685 h 745"/>
                <a:gd name="T16" fmla="*/ 309 w 524"/>
                <a:gd name="T17" fmla="*/ 674 h 745"/>
                <a:gd name="T18" fmla="*/ 308 w 524"/>
                <a:gd name="T19" fmla="*/ 667 h 745"/>
                <a:gd name="T20" fmla="*/ 311 w 524"/>
                <a:gd name="T21" fmla="*/ 618 h 745"/>
                <a:gd name="T22" fmla="*/ 0 w 524"/>
                <a:gd name="T23" fmla="*/ 229 h 745"/>
                <a:gd name="T24" fmla="*/ 28 w 524"/>
                <a:gd name="T25" fmla="*/ 193 h 745"/>
                <a:gd name="T26" fmla="*/ 50 w 524"/>
                <a:gd name="T27" fmla="*/ 168 h 745"/>
                <a:gd name="T28" fmla="*/ 60 w 524"/>
                <a:gd name="T29" fmla="*/ 156 h 745"/>
                <a:gd name="T30" fmla="*/ 79 w 524"/>
                <a:gd name="T31" fmla="*/ 124 h 745"/>
                <a:gd name="T32" fmla="*/ 82 w 524"/>
                <a:gd name="T33" fmla="*/ 88 h 745"/>
                <a:gd name="T34" fmla="*/ 78 w 524"/>
                <a:gd name="T35" fmla="*/ 73 h 745"/>
                <a:gd name="T36" fmla="*/ 69 w 524"/>
                <a:gd name="T37" fmla="*/ 41 h 745"/>
                <a:gd name="T38" fmla="*/ 54 w 524"/>
                <a:gd name="T39" fmla="*/ 0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4" h="745">
                  <a:moveTo>
                    <a:pt x="54" y="0"/>
                  </a:moveTo>
                  <a:cubicBezTo>
                    <a:pt x="324" y="37"/>
                    <a:pt x="524" y="274"/>
                    <a:pt x="523" y="589"/>
                  </a:cubicBezTo>
                  <a:cubicBezTo>
                    <a:pt x="523" y="609"/>
                    <a:pt x="522" y="630"/>
                    <a:pt x="520" y="650"/>
                  </a:cubicBezTo>
                  <a:cubicBezTo>
                    <a:pt x="518" y="667"/>
                    <a:pt x="514" y="673"/>
                    <a:pt x="504" y="680"/>
                  </a:cubicBezTo>
                  <a:cubicBezTo>
                    <a:pt x="418" y="741"/>
                    <a:pt x="418" y="741"/>
                    <a:pt x="418" y="741"/>
                  </a:cubicBezTo>
                  <a:cubicBezTo>
                    <a:pt x="416" y="742"/>
                    <a:pt x="413" y="743"/>
                    <a:pt x="410" y="743"/>
                  </a:cubicBezTo>
                  <a:cubicBezTo>
                    <a:pt x="402" y="745"/>
                    <a:pt x="392" y="742"/>
                    <a:pt x="387" y="737"/>
                  </a:cubicBezTo>
                  <a:cubicBezTo>
                    <a:pt x="319" y="685"/>
                    <a:pt x="319" y="685"/>
                    <a:pt x="319" y="685"/>
                  </a:cubicBezTo>
                  <a:cubicBezTo>
                    <a:pt x="315" y="683"/>
                    <a:pt x="312" y="678"/>
                    <a:pt x="309" y="674"/>
                  </a:cubicBezTo>
                  <a:cubicBezTo>
                    <a:pt x="309" y="673"/>
                    <a:pt x="308" y="668"/>
                    <a:pt x="308" y="667"/>
                  </a:cubicBezTo>
                  <a:cubicBezTo>
                    <a:pt x="310" y="651"/>
                    <a:pt x="310" y="635"/>
                    <a:pt x="311" y="618"/>
                  </a:cubicBezTo>
                  <a:cubicBezTo>
                    <a:pt x="311" y="410"/>
                    <a:pt x="179" y="253"/>
                    <a:pt x="0" y="229"/>
                  </a:cubicBezTo>
                  <a:cubicBezTo>
                    <a:pt x="4" y="223"/>
                    <a:pt x="15" y="208"/>
                    <a:pt x="28" y="193"/>
                  </a:cubicBezTo>
                  <a:cubicBezTo>
                    <a:pt x="35" y="184"/>
                    <a:pt x="43" y="175"/>
                    <a:pt x="50" y="168"/>
                  </a:cubicBezTo>
                  <a:cubicBezTo>
                    <a:pt x="56" y="161"/>
                    <a:pt x="60" y="156"/>
                    <a:pt x="60" y="156"/>
                  </a:cubicBezTo>
                  <a:cubicBezTo>
                    <a:pt x="68" y="148"/>
                    <a:pt x="75" y="136"/>
                    <a:pt x="79" y="124"/>
                  </a:cubicBezTo>
                  <a:cubicBezTo>
                    <a:pt x="83" y="111"/>
                    <a:pt x="84" y="98"/>
                    <a:pt x="82" y="88"/>
                  </a:cubicBezTo>
                  <a:cubicBezTo>
                    <a:pt x="82" y="87"/>
                    <a:pt x="80" y="82"/>
                    <a:pt x="78" y="73"/>
                  </a:cubicBezTo>
                  <a:cubicBezTo>
                    <a:pt x="76" y="64"/>
                    <a:pt x="73" y="52"/>
                    <a:pt x="69" y="41"/>
                  </a:cubicBezTo>
                  <a:cubicBezTo>
                    <a:pt x="64" y="24"/>
                    <a:pt x="57" y="8"/>
                    <a:pt x="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558" tIns="54781" rIns="109558" bIns="54781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5629CA9-0A56-468D-B95C-FD5F5BF5ADA3}"/>
              </a:ext>
            </a:extLst>
          </p:cNvPr>
          <p:cNvGrpSpPr/>
          <p:nvPr/>
        </p:nvGrpSpPr>
        <p:grpSpPr>
          <a:xfrm rot="16852807">
            <a:off x="5930848" y="2667346"/>
            <a:ext cx="2173486" cy="1809363"/>
            <a:chOff x="5743895" y="3815527"/>
            <a:chExt cx="1787704" cy="1488210"/>
          </a:xfrm>
        </p:grpSpPr>
        <p:sp>
          <p:nvSpPr>
            <p:cNvPr id="77" name="Freeform 7">
              <a:extLst>
                <a:ext uri="{FF2B5EF4-FFF2-40B4-BE49-F238E27FC236}">
                  <a16:creationId xmlns:a16="http://schemas.microsoft.com/office/drawing/2014/main" id="{A3CE8369-1624-4BD3-9B19-875D5C93C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2592" y="3876813"/>
              <a:ext cx="1679007" cy="1426924"/>
            </a:xfrm>
            <a:custGeom>
              <a:avLst/>
              <a:gdLst>
                <a:gd name="T0" fmla="*/ 532 w 738"/>
                <a:gd name="T1" fmla="*/ 0 h 627"/>
                <a:gd name="T2" fmla="*/ 562 w 738"/>
                <a:gd name="T3" fmla="*/ 26 h 627"/>
                <a:gd name="T4" fmla="*/ 583 w 738"/>
                <a:gd name="T5" fmla="*/ 46 h 627"/>
                <a:gd name="T6" fmla="*/ 592 w 738"/>
                <a:gd name="T7" fmla="*/ 57 h 627"/>
                <a:gd name="T8" fmla="*/ 620 w 738"/>
                <a:gd name="T9" fmla="*/ 72 h 627"/>
                <a:gd name="T10" fmla="*/ 642 w 738"/>
                <a:gd name="T11" fmla="*/ 74 h 627"/>
                <a:gd name="T12" fmla="*/ 653 w 738"/>
                <a:gd name="T13" fmla="*/ 71 h 627"/>
                <a:gd name="T14" fmla="*/ 667 w 738"/>
                <a:gd name="T15" fmla="*/ 65 h 627"/>
                <a:gd name="T16" fmla="*/ 698 w 738"/>
                <a:gd name="T17" fmla="*/ 51 h 627"/>
                <a:gd name="T18" fmla="*/ 738 w 738"/>
                <a:gd name="T19" fmla="*/ 29 h 627"/>
                <a:gd name="T20" fmla="*/ 130 w 738"/>
                <a:gd name="T21" fmla="*/ 622 h 627"/>
                <a:gd name="T22" fmla="*/ 73 w 738"/>
                <a:gd name="T23" fmla="*/ 627 h 627"/>
                <a:gd name="T24" fmla="*/ 48 w 738"/>
                <a:gd name="T25" fmla="*/ 613 h 627"/>
                <a:gd name="T26" fmla="*/ 3 w 738"/>
                <a:gd name="T27" fmla="*/ 527 h 627"/>
                <a:gd name="T28" fmla="*/ 11 w 738"/>
                <a:gd name="T29" fmla="*/ 492 h 627"/>
                <a:gd name="T30" fmla="*/ 68 w 738"/>
                <a:gd name="T31" fmla="*/ 411 h 627"/>
                <a:gd name="T32" fmla="*/ 80 w 738"/>
                <a:gd name="T33" fmla="*/ 398 h 627"/>
                <a:gd name="T34" fmla="*/ 86 w 738"/>
                <a:gd name="T35" fmla="*/ 396 h 627"/>
                <a:gd name="T36" fmla="*/ 131 w 738"/>
                <a:gd name="T37" fmla="*/ 392 h 627"/>
                <a:gd name="T38" fmla="*/ 532 w 738"/>
                <a:gd name="T39" fmla="*/ 0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38" h="627">
                  <a:moveTo>
                    <a:pt x="532" y="0"/>
                  </a:moveTo>
                  <a:cubicBezTo>
                    <a:pt x="537" y="4"/>
                    <a:pt x="550" y="14"/>
                    <a:pt x="562" y="26"/>
                  </a:cubicBezTo>
                  <a:cubicBezTo>
                    <a:pt x="570" y="33"/>
                    <a:pt x="577" y="41"/>
                    <a:pt x="583" y="46"/>
                  </a:cubicBezTo>
                  <a:cubicBezTo>
                    <a:pt x="589" y="52"/>
                    <a:pt x="592" y="56"/>
                    <a:pt x="592" y="57"/>
                  </a:cubicBezTo>
                  <a:cubicBezTo>
                    <a:pt x="599" y="64"/>
                    <a:pt x="609" y="70"/>
                    <a:pt x="620" y="72"/>
                  </a:cubicBezTo>
                  <a:cubicBezTo>
                    <a:pt x="627" y="74"/>
                    <a:pt x="635" y="75"/>
                    <a:pt x="642" y="74"/>
                  </a:cubicBezTo>
                  <a:cubicBezTo>
                    <a:pt x="646" y="73"/>
                    <a:pt x="649" y="72"/>
                    <a:pt x="653" y="71"/>
                  </a:cubicBezTo>
                  <a:cubicBezTo>
                    <a:pt x="653" y="71"/>
                    <a:pt x="658" y="69"/>
                    <a:pt x="667" y="65"/>
                  </a:cubicBezTo>
                  <a:cubicBezTo>
                    <a:pt x="675" y="61"/>
                    <a:pt x="687" y="56"/>
                    <a:pt x="698" y="51"/>
                  </a:cubicBezTo>
                  <a:cubicBezTo>
                    <a:pt x="714" y="43"/>
                    <a:pt x="730" y="34"/>
                    <a:pt x="738" y="29"/>
                  </a:cubicBezTo>
                  <a:cubicBezTo>
                    <a:pt x="668" y="331"/>
                    <a:pt x="422" y="581"/>
                    <a:pt x="130" y="622"/>
                  </a:cubicBezTo>
                  <a:cubicBezTo>
                    <a:pt x="111" y="625"/>
                    <a:pt x="92" y="626"/>
                    <a:pt x="73" y="627"/>
                  </a:cubicBezTo>
                  <a:cubicBezTo>
                    <a:pt x="58" y="627"/>
                    <a:pt x="54" y="623"/>
                    <a:pt x="48" y="613"/>
                  </a:cubicBezTo>
                  <a:cubicBezTo>
                    <a:pt x="3" y="527"/>
                    <a:pt x="3" y="527"/>
                    <a:pt x="3" y="527"/>
                  </a:cubicBezTo>
                  <a:cubicBezTo>
                    <a:pt x="0" y="517"/>
                    <a:pt x="3" y="501"/>
                    <a:pt x="11" y="492"/>
                  </a:cubicBezTo>
                  <a:cubicBezTo>
                    <a:pt x="68" y="411"/>
                    <a:pt x="68" y="411"/>
                    <a:pt x="68" y="411"/>
                  </a:cubicBezTo>
                  <a:cubicBezTo>
                    <a:pt x="70" y="406"/>
                    <a:pt x="75" y="402"/>
                    <a:pt x="80" y="398"/>
                  </a:cubicBezTo>
                  <a:cubicBezTo>
                    <a:pt x="81" y="398"/>
                    <a:pt x="85" y="396"/>
                    <a:pt x="86" y="396"/>
                  </a:cubicBezTo>
                  <a:cubicBezTo>
                    <a:pt x="101" y="396"/>
                    <a:pt x="116" y="395"/>
                    <a:pt x="131" y="392"/>
                  </a:cubicBezTo>
                  <a:cubicBezTo>
                    <a:pt x="324" y="365"/>
                    <a:pt x="486" y="200"/>
                    <a:pt x="5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558" tIns="54781" rIns="109558" bIns="54781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78" name="Freeform 8">
              <a:extLst>
                <a:ext uri="{FF2B5EF4-FFF2-40B4-BE49-F238E27FC236}">
                  <a16:creationId xmlns:a16="http://schemas.microsoft.com/office/drawing/2014/main" id="{316EEC0C-65DD-4341-9BAC-25860BCD02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3895" y="3815527"/>
              <a:ext cx="1787703" cy="1481272"/>
            </a:xfrm>
            <a:custGeom>
              <a:avLst/>
              <a:gdLst>
                <a:gd name="T0" fmla="*/ 737 w 786"/>
                <a:gd name="T1" fmla="*/ 82 h 651"/>
                <a:gd name="T2" fmla="*/ 721 w 786"/>
                <a:gd name="T3" fmla="*/ 90 h 651"/>
                <a:gd name="T4" fmla="*/ 668 w 786"/>
                <a:gd name="T5" fmla="*/ 99 h 651"/>
                <a:gd name="T6" fmla="*/ 656 w 786"/>
                <a:gd name="T7" fmla="*/ 95 h 651"/>
                <a:gd name="T8" fmla="*/ 611 w 786"/>
                <a:gd name="T9" fmla="*/ 70 h 651"/>
                <a:gd name="T10" fmla="*/ 665 w 786"/>
                <a:gd name="T11" fmla="*/ 65 h 651"/>
                <a:gd name="T12" fmla="*/ 680 w 786"/>
                <a:gd name="T13" fmla="*/ 58 h 651"/>
                <a:gd name="T14" fmla="*/ 786 w 786"/>
                <a:gd name="T15" fmla="*/ 56 h 651"/>
                <a:gd name="T16" fmla="*/ 519 w 786"/>
                <a:gd name="T17" fmla="*/ 41 h 651"/>
                <a:gd name="T18" fmla="*/ 507 w 786"/>
                <a:gd name="T19" fmla="*/ 77 h 651"/>
                <a:gd name="T20" fmla="*/ 491 w 786"/>
                <a:gd name="T21" fmla="*/ 112 h 651"/>
                <a:gd name="T22" fmla="*/ 474 w 786"/>
                <a:gd name="T23" fmla="*/ 144 h 651"/>
                <a:gd name="T24" fmla="*/ 456 w 786"/>
                <a:gd name="T25" fmla="*/ 174 h 651"/>
                <a:gd name="T26" fmla="*/ 432 w 786"/>
                <a:gd name="T27" fmla="*/ 208 h 651"/>
                <a:gd name="T28" fmla="*/ 410 w 786"/>
                <a:gd name="T29" fmla="*/ 234 h 651"/>
                <a:gd name="T30" fmla="*/ 383 w 786"/>
                <a:gd name="T31" fmla="*/ 263 h 651"/>
                <a:gd name="T32" fmla="*/ 357 w 786"/>
                <a:gd name="T33" fmla="*/ 287 h 651"/>
                <a:gd name="T34" fmla="*/ 325 w 786"/>
                <a:gd name="T35" fmla="*/ 311 h 651"/>
                <a:gd name="T36" fmla="*/ 290 w 786"/>
                <a:gd name="T37" fmla="*/ 335 h 651"/>
                <a:gd name="T38" fmla="*/ 250 w 786"/>
                <a:gd name="T39" fmla="*/ 356 h 651"/>
                <a:gd name="T40" fmla="*/ 213 w 786"/>
                <a:gd name="T41" fmla="*/ 372 h 651"/>
                <a:gd name="T42" fmla="*/ 180 w 786"/>
                <a:gd name="T43" fmla="*/ 382 h 651"/>
                <a:gd name="T44" fmla="*/ 146 w 786"/>
                <a:gd name="T45" fmla="*/ 390 h 651"/>
                <a:gd name="T46" fmla="*/ 83 w 786"/>
                <a:gd name="T47" fmla="*/ 397 h 651"/>
                <a:gd name="T48" fmla="*/ 79 w 786"/>
                <a:gd name="T49" fmla="*/ 398 h 651"/>
                <a:gd name="T50" fmla="*/ 78 w 786"/>
                <a:gd name="T51" fmla="*/ 399 h 651"/>
                <a:gd name="T52" fmla="*/ 73 w 786"/>
                <a:gd name="T53" fmla="*/ 403 h 651"/>
                <a:gd name="T54" fmla="*/ 68 w 786"/>
                <a:gd name="T55" fmla="*/ 408 h 651"/>
                <a:gd name="T56" fmla="*/ 8 w 786"/>
                <a:gd name="T57" fmla="*/ 493 h 651"/>
                <a:gd name="T58" fmla="*/ 5 w 786"/>
                <a:gd name="T59" fmla="*/ 498 h 651"/>
                <a:gd name="T60" fmla="*/ 1 w 786"/>
                <a:gd name="T61" fmla="*/ 509 h 651"/>
                <a:gd name="T62" fmla="*/ 0 w 786"/>
                <a:gd name="T63" fmla="*/ 520 h 651"/>
                <a:gd name="T64" fmla="*/ 48 w 786"/>
                <a:gd name="T65" fmla="*/ 617 h 651"/>
                <a:gd name="T66" fmla="*/ 51 w 786"/>
                <a:gd name="T67" fmla="*/ 554 h 651"/>
                <a:gd name="T68" fmla="*/ 50 w 786"/>
                <a:gd name="T69" fmla="*/ 542 h 651"/>
                <a:gd name="T70" fmla="*/ 53 w 786"/>
                <a:gd name="T71" fmla="*/ 529 h 651"/>
                <a:gd name="T72" fmla="*/ 59 w 786"/>
                <a:gd name="T73" fmla="*/ 519 h 651"/>
                <a:gd name="T74" fmla="*/ 120 w 786"/>
                <a:gd name="T75" fmla="*/ 432 h 651"/>
                <a:gd name="T76" fmla="*/ 128 w 786"/>
                <a:gd name="T77" fmla="*/ 425 h 651"/>
                <a:gd name="T78" fmla="*/ 131 w 786"/>
                <a:gd name="T79" fmla="*/ 424 h 651"/>
                <a:gd name="T80" fmla="*/ 179 w 786"/>
                <a:gd name="T81" fmla="*/ 419 h 651"/>
                <a:gd name="T82" fmla="*/ 219 w 786"/>
                <a:gd name="T83" fmla="*/ 412 h 651"/>
                <a:gd name="T84" fmla="*/ 252 w 786"/>
                <a:gd name="T85" fmla="*/ 402 h 651"/>
                <a:gd name="T86" fmla="*/ 284 w 786"/>
                <a:gd name="T87" fmla="*/ 390 h 651"/>
                <a:gd name="T88" fmla="*/ 322 w 786"/>
                <a:gd name="T89" fmla="*/ 372 h 651"/>
                <a:gd name="T90" fmla="*/ 356 w 786"/>
                <a:gd name="T91" fmla="*/ 351 h 651"/>
                <a:gd name="T92" fmla="*/ 379 w 786"/>
                <a:gd name="T93" fmla="*/ 336 h 651"/>
                <a:gd name="T94" fmla="*/ 411 w 786"/>
                <a:gd name="T95" fmla="*/ 310 h 651"/>
                <a:gd name="T96" fmla="*/ 432 w 786"/>
                <a:gd name="T97" fmla="*/ 290 h 651"/>
                <a:gd name="T98" fmla="*/ 459 w 786"/>
                <a:gd name="T99" fmla="*/ 262 h 651"/>
                <a:gd name="T100" fmla="*/ 475 w 786"/>
                <a:gd name="T101" fmla="*/ 244 h 651"/>
                <a:gd name="T102" fmla="*/ 496 w 786"/>
                <a:gd name="T103" fmla="*/ 216 h 651"/>
                <a:gd name="T104" fmla="*/ 515 w 786"/>
                <a:gd name="T105" fmla="*/ 186 h 651"/>
                <a:gd name="T106" fmla="*/ 530 w 786"/>
                <a:gd name="T107" fmla="*/ 160 h 651"/>
                <a:gd name="T108" fmla="*/ 545 w 786"/>
                <a:gd name="T109" fmla="*/ 130 h 651"/>
                <a:gd name="T110" fmla="*/ 560 w 786"/>
                <a:gd name="T111" fmla="*/ 95 h 651"/>
                <a:gd name="T112" fmla="*/ 569 w 786"/>
                <a:gd name="T113" fmla="*/ 68 h 651"/>
                <a:gd name="T114" fmla="*/ 580 w 786"/>
                <a:gd name="T115" fmla="*/ 27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86" h="651">
                  <a:moveTo>
                    <a:pt x="786" y="56"/>
                  </a:moveTo>
                  <a:cubicBezTo>
                    <a:pt x="778" y="61"/>
                    <a:pt x="762" y="70"/>
                    <a:pt x="746" y="78"/>
                  </a:cubicBezTo>
                  <a:cubicBezTo>
                    <a:pt x="743" y="79"/>
                    <a:pt x="740" y="81"/>
                    <a:pt x="737" y="82"/>
                  </a:cubicBezTo>
                  <a:cubicBezTo>
                    <a:pt x="737" y="82"/>
                    <a:pt x="737" y="82"/>
                    <a:pt x="737" y="82"/>
                  </a:cubicBezTo>
                  <a:cubicBezTo>
                    <a:pt x="734" y="83"/>
                    <a:pt x="732" y="84"/>
                    <a:pt x="730" y="85"/>
                  </a:cubicBezTo>
                  <a:cubicBezTo>
                    <a:pt x="729" y="86"/>
                    <a:pt x="729" y="86"/>
                    <a:pt x="728" y="86"/>
                  </a:cubicBezTo>
                  <a:cubicBezTo>
                    <a:pt x="726" y="87"/>
                    <a:pt x="724" y="88"/>
                    <a:pt x="723" y="89"/>
                  </a:cubicBezTo>
                  <a:cubicBezTo>
                    <a:pt x="722" y="89"/>
                    <a:pt x="721" y="89"/>
                    <a:pt x="721" y="90"/>
                  </a:cubicBezTo>
                  <a:cubicBezTo>
                    <a:pt x="719" y="90"/>
                    <a:pt x="717" y="91"/>
                    <a:pt x="715" y="92"/>
                  </a:cubicBezTo>
                  <a:cubicBezTo>
                    <a:pt x="706" y="96"/>
                    <a:pt x="701" y="98"/>
                    <a:pt x="701" y="98"/>
                  </a:cubicBezTo>
                  <a:cubicBezTo>
                    <a:pt x="697" y="99"/>
                    <a:pt x="694" y="100"/>
                    <a:pt x="690" y="101"/>
                  </a:cubicBezTo>
                  <a:cubicBezTo>
                    <a:pt x="683" y="102"/>
                    <a:pt x="675" y="101"/>
                    <a:pt x="668" y="99"/>
                  </a:cubicBezTo>
                  <a:cubicBezTo>
                    <a:pt x="668" y="99"/>
                    <a:pt x="668" y="99"/>
                    <a:pt x="668" y="99"/>
                  </a:cubicBezTo>
                  <a:cubicBezTo>
                    <a:pt x="665" y="99"/>
                    <a:pt x="663" y="98"/>
                    <a:pt x="661" y="97"/>
                  </a:cubicBezTo>
                  <a:cubicBezTo>
                    <a:pt x="660" y="97"/>
                    <a:pt x="660" y="97"/>
                    <a:pt x="659" y="96"/>
                  </a:cubicBezTo>
                  <a:cubicBezTo>
                    <a:pt x="658" y="96"/>
                    <a:pt x="657" y="96"/>
                    <a:pt x="656" y="95"/>
                  </a:cubicBezTo>
                  <a:cubicBezTo>
                    <a:pt x="655" y="95"/>
                    <a:pt x="654" y="94"/>
                    <a:pt x="654" y="94"/>
                  </a:cubicBezTo>
                  <a:cubicBezTo>
                    <a:pt x="604" y="67"/>
                    <a:pt x="604" y="67"/>
                    <a:pt x="604" y="67"/>
                  </a:cubicBezTo>
                  <a:cubicBezTo>
                    <a:pt x="606" y="68"/>
                    <a:pt x="608" y="69"/>
                    <a:pt x="609" y="69"/>
                  </a:cubicBezTo>
                  <a:cubicBezTo>
                    <a:pt x="610" y="70"/>
                    <a:pt x="611" y="70"/>
                    <a:pt x="611" y="70"/>
                  </a:cubicBezTo>
                  <a:cubicBezTo>
                    <a:pt x="614" y="71"/>
                    <a:pt x="616" y="72"/>
                    <a:pt x="618" y="72"/>
                  </a:cubicBezTo>
                  <a:cubicBezTo>
                    <a:pt x="625" y="74"/>
                    <a:pt x="633" y="75"/>
                    <a:pt x="640" y="74"/>
                  </a:cubicBezTo>
                  <a:cubicBezTo>
                    <a:pt x="644" y="73"/>
                    <a:pt x="648" y="72"/>
                    <a:pt x="651" y="71"/>
                  </a:cubicBezTo>
                  <a:cubicBezTo>
                    <a:pt x="651" y="71"/>
                    <a:pt x="657" y="69"/>
                    <a:pt x="665" y="65"/>
                  </a:cubicBezTo>
                  <a:cubicBezTo>
                    <a:pt x="667" y="64"/>
                    <a:pt x="669" y="63"/>
                    <a:pt x="671" y="63"/>
                  </a:cubicBezTo>
                  <a:cubicBezTo>
                    <a:pt x="672" y="62"/>
                    <a:pt x="672" y="62"/>
                    <a:pt x="673" y="62"/>
                  </a:cubicBezTo>
                  <a:cubicBezTo>
                    <a:pt x="675" y="61"/>
                    <a:pt x="676" y="60"/>
                    <a:pt x="678" y="59"/>
                  </a:cubicBezTo>
                  <a:cubicBezTo>
                    <a:pt x="679" y="59"/>
                    <a:pt x="680" y="59"/>
                    <a:pt x="680" y="58"/>
                  </a:cubicBezTo>
                  <a:cubicBezTo>
                    <a:pt x="683" y="57"/>
                    <a:pt x="685" y="56"/>
                    <a:pt x="687" y="55"/>
                  </a:cubicBezTo>
                  <a:cubicBezTo>
                    <a:pt x="690" y="54"/>
                    <a:pt x="693" y="52"/>
                    <a:pt x="696" y="51"/>
                  </a:cubicBezTo>
                  <a:cubicBezTo>
                    <a:pt x="712" y="43"/>
                    <a:pt x="728" y="34"/>
                    <a:pt x="736" y="29"/>
                  </a:cubicBezTo>
                  <a:lnTo>
                    <a:pt x="786" y="56"/>
                  </a:lnTo>
                  <a:close/>
                  <a:moveTo>
                    <a:pt x="526" y="18"/>
                  </a:moveTo>
                  <a:cubicBezTo>
                    <a:pt x="526" y="20"/>
                    <a:pt x="525" y="21"/>
                    <a:pt x="525" y="23"/>
                  </a:cubicBezTo>
                  <a:cubicBezTo>
                    <a:pt x="524" y="27"/>
                    <a:pt x="523" y="31"/>
                    <a:pt x="521" y="35"/>
                  </a:cubicBezTo>
                  <a:cubicBezTo>
                    <a:pt x="521" y="37"/>
                    <a:pt x="520" y="39"/>
                    <a:pt x="519" y="41"/>
                  </a:cubicBezTo>
                  <a:cubicBezTo>
                    <a:pt x="518" y="45"/>
                    <a:pt x="517" y="49"/>
                    <a:pt x="516" y="52"/>
                  </a:cubicBezTo>
                  <a:cubicBezTo>
                    <a:pt x="515" y="54"/>
                    <a:pt x="514" y="57"/>
                    <a:pt x="514" y="59"/>
                  </a:cubicBezTo>
                  <a:cubicBezTo>
                    <a:pt x="512" y="62"/>
                    <a:pt x="511" y="65"/>
                    <a:pt x="510" y="68"/>
                  </a:cubicBezTo>
                  <a:cubicBezTo>
                    <a:pt x="509" y="71"/>
                    <a:pt x="508" y="74"/>
                    <a:pt x="507" y="77"/>
                  </a:cubicBezTo>
                  <a:cubicBezTo>
                    <a:pt x="505" y="80"/>
                    <a:pt x="504" y="83"/>
                    <a:pt x="503" y="86"/>
                  </a:cubicBezTo>
                  <a:cubicBezTo>
                    <a:pt x="502" y="89"/>
                    <a:pt x="501" y="92"/>
                    <a:pt x="499" y="95"/>
                  </a:cubicBezTo>
                  <a:cubicBezTo>
                    <a:pt x="498" y="98"/>
                    <a:pt x="497" y="101"/>
                    <a:pt x="495" y="103"/>
                  </a:cubicBezTo>
                  <a:cubicBezTo>
                    <a:pt x="494" y="106"/>
                    <a:pt x="493" y="109"/>
                    <a:pt x="491" y="112"/>
                  </a:cubicBezTo>
                  <a:cubicBezTo>
                    <a:pt x="490" y="115"/>
                    <a:pt x="488" y="118"/>
                    <a:pt x="487" y="121"/>
                  </a:cubicBezTo>
                  <a:cubicBezTo>
                    <a:pt x="486" y="123"/>
                    <a:pt x="484" y="126"/>
                    <a:pt x="483" y="129"/>
                  </a:cubicBezTo>
                  <a:cubicBezTo>
                    <a:pt x="481" y="132"/>
                    <a:pt x="479" y="135"/>
                    <a:pt x="478" y="138"/>
                  </a:cubicBezTo>
                  <a:cubicBezTo>
                    <a:pt x="477" y="140"/>
                    <a:pt x="476" y="142"/>
                    <a:pt x="474" y="144"/>
                  </a:cubicBezTo>
                  <a:cubicBezTo>
                    <a:pt x="473" y="148"/>
                    <a:pt x="471" y="151"/>
                    <a:pt x="468" y="154"/>
                  </a:cubicBezTo>
                  <a:cubicBezTo>
                    <a:pt x="467" y="156"/>
                    <a:pt x="466" y="158"/>
                    <a:pt x="465" y="159"/>
                  </a:cubicBezTo>
                  <a:cubicBezTo>
                    <a:pt x="463" y="164"/>
                    <a:pt x="460" y="168"/>
                    <a:pt x="457" y="173"/>
                  </a:cubicBezTo>
                  <a:cubicBezTo>
                    <a:pt x="457" y="173"/>
                    <a:pt x="456" y="174"/>
                    <a:pt x="456" y="174"/>
                  </a:cubicBezTo>
                  <a:cubicBezTo>
                    <a:pt x="453" y="179"/>
                    <a:pt x="449" y="184"/>
                    <a:pt x="446" y="189"/>
                  </a:cubicBezTo>
                  <a:cubicBezTo>
                    <a:pt x="445" y="190"/>
                    <a:pt x="444" y="191"/>
                    <a:pt x="443" y="193"/>
                  </a:cubicBezTo>
                  <a:cubicBezTo>
                    <a:pt x="441" y="196"/>
                    <a:pt x="438" y="199"/>
                    <a:pt x="436" y="203"/>
                  </a:cubicBezTo>
                  <a:cubicBezTo>
                    <a:pt x="435" y="204"/>
                    <a:pt x="433" y="206"/>
                    <a:pt x="432" y="208"/>
                  </a:cubicBezTo>
                  <a:cubicBezTo>
                    <a:pt x="430" y="211"/>
                    <a:pt x="427" y="214"/>
                    <a:pt x="425" y="217"/>
                  </a:cubicBezTo>
                  <a:cubicBezTo>
                    <a:pt x="424" y="218"/>
                    <a:pt x="423" y="220"/>
                    <a:pt x="421" y="221"/>
                  </a:cubicBezTo>
                  <a:cubicBezTo>
                    <a:pt x="418" y="225"/>
                    <a:pt x="416" y="228"/>
                    <a:pt x="413" y="232"/>
                  </a:cubicBezTo>
                  <a:cubicBezTo>
                    <a:pt x="412" y="232"/>
                    <a:pt x="411" y="233"/>
                    <a:pt x="410" y="234"/>
                  </a:cubicBezTo>
                  <a:cubicBezTo>
                    <a:pt x="406" y="239"/>
                    <a:pt x="403" y="243"/>
                    <a:pt x="399" y="247"/>
                  </a:cubicBezTo>
                  <a:cubicBezTo>
                    <a:pt x="398" y="248"/>
                    <a:pt x="397" y="249"/>
                    <a:pt x="396" y="250"/>
                  </a:cubicBezTo>
                  <a:cubicBezTo>
                    <a:pt x="393" y="253"/>
                    <a:pt x="390" y="256"/>
                    <a:pt x="387" y="259"/>
                  </a:cubicBezTo>
                  <a:cubicBezTo>
                    <a:pt x="385" y="261"/>
                    <a:pt x="384" y="262"/>
                    <a:pt x="383" y="263"/>
                  </a:cubicBezTo>
                  <a:cubicBezTo>
                    <a:pt x="380" y="266"/>
                    <a:pt x="377" y="269"/>
                    <a:pt x="374" y="271"/>
                  </a:cubicBezTo>
                  <a:cubicBezTo>
                    <a:pt x="373" y="273"/>
                    <a:pt x="371" y="274"/>
                    <a:pt x="370" y="275"/>
                  </a:cubicBezTo>
                  <a:cubicBezTo>
                    <a:pt x="367" y="278"/>
                    <a:pt x="364" y="281"/>
                    <a:pt x="361" y="283"/>
                  </a:cubicBezTo>
                  <a:cubicBezTo>
                    <a:pt x="360" y="284"/>
                    <a:pt x="358" y="286"/>
                    <a:pt x="357" y="287"/>
                  </a:cubicBezTo>
                  <a:cubicBezTo>
                    <a:pt x="353" y="290"/>
                    <a:pt x="349" y="293"/>
                    <a:pt x="346" y="296"/>
                  </a:cubicBezTo>
                  <a:cubicBezTo>
                    <a:pt x="345" y="297"/>
                    <a:pt x="344" y="297"/>
                    <a:pt x="343" y="298"/>
                  </a:cubicBezTo>
                  <a:cubicBezTo>
                    <a:pt x="339" y="302"/>
                    <a:pt x="334" y="305"/>
                    <a:pt x="330" y="309"/>
                  </a:cubicBezTo>
                  <a:cubicBezTo>
                    <a:pt x="328" y="310"/>
                    <a:pt x="327" y="311"/>
                    <a:pt x="325" y="311"/>
                  </a:cubicBezTo>
                  <a:cubicBezTo>
                    <a:pt x="322" y="314"/>
                    <a:pt x="319" y="316"/>
                    <a:pt x="316" y="318"/>
                  </a:cubicBezTo>
                  <a:cubicBezTo>
                    <a:pt x="313" y="320"/>
                    <a:pt x="310" y="322"/>
                    <a:pt x="307" y="324"/>
                  </a:cubicBezTo>
                  <a:cubicBezTo>
                    <a:pt x="304" y="326"/>
                    <a:pt x="302" y="327"/>
                    <a:pt x="300" y="329"/>
                  </a:cubicBezTo>
                  <a:cubicBezTo>
                    <a:pt x="297" y="331"/>
                    <a:pt x="293" y="333"/>
                    <a:pt x="290" y="335"/>
                  </a:cubicBezTo>
                  <a:cubicBezTo>
                    <a:pt x="288" y="336"/>
                    <a:pt x="286" y="337"/>
                    <a:pt x="284" y="339"/>
                  </a:cubicBezTo>
                  <a:cubicBezTo>
                    <a:pt x="280" y="341"/>
                    <a:pt x="276" y="343"/>
                    <a:pt x="272" y="345"/>
                  </a:cubicBezTo>
                  <a:cubicBezTo>
                    <a:pt x="271" y="346"/>
                    <a:pt x="269" y="347"/>
                    <a:pt x="267" y="348"/>
                  </a:cubicBezTo>
                  <a:cubicBezTo>
                    <a:pt x="262" y="351"/>
                    <a:pt x="256" y="353"/>
                    <a:pt x="250" y="356"/>
                  </a:cubicBezTo>
                  <a:cubicBezTo>
                    <a:pt x="245" y="358"/>
                    <a:pt x="240" y="361"/>
                    <a:pt x="235" y="363"/>
                  </a:cubicBezTo>
                  <a:cubicBezTo>
                    <a:pt x="233" y="364"/>
                    <a:pt x="231" y="364"/>
                    <a:pt x="230" y="365"/>
                  </a:cubicBezTo>
                  <a:cubicBezTo>
                    <a:pt x="226" y="366"/>
                    <a:pt x="223" y="368"/>
                    <a:pt x="219" y="369"/>
                  </a:cubicBezTo>
                  <a:cubicBezTo>
                    <a:pt x="217" y="370"/>
                    <a:pt x="215" y="371"/>
                    <a:pt x="213" y="372"/>
                  </a:cubicBezTo>
                  <a:cubicBezTo>
                    <a:pt x="209" y="373"/>
                    <a:pt x="206" y="374"/>
                    <a:pt x="203" y="375"/>
                  </a:cubicBezTo>
                  <a:cubicBezTo>
                    <a:pt x="201" y="376"/>
                    <a:pt x="198" y="376"/>
                    <a:pt x="196" y="377"/>
                  </a:cubicBezTo>
                  <a:cubicBezTo>
                    <a:pt x="193" y="378"/>
                    <a:pt x="190" y="379"/>
                    <a:pt x="186" y="380"/>
                  </a:cubicBezTo>
                  <a:cubicBezTo>
                    <a:pt x="184" y="381"/>
                    <a:pt x="182" y="381"/>
                    <a:pt x="180" y="382"/>
                  </a:cubicBezTo>
                  <a:cubicBezTo>
                    <a:pt x="176" y="383"/>
                    <a:pt x="173" y="384"/>
                    <a:pt x="169" y="385"/>
                  </a:cubicBezTo>
                  <a:cubicBezTo>
                    <a:pt x="167" y="385"/>
                    <a:pt x="165" y="386"/>
                    <a:pt x="163" y="386"/>
                  </a:cubicBezTo>
                  <a:cubicBezTo>
                    <a:pt x="159" y="387"/>
                    <a:pt x="155" y="388"/>
                    <a:pt x="152" y="389"/>
                  </a:cubicBezTo>
                  <a:cubicBezTo>
                    <a:pt x="150" y="389"/>
                    <a:pt x="148" y="389"/>
                    <a:pt x="146" y="390"/>
                  </a:cubicBezTo>
                  <a:cubicBezTo>
                    <a:pt x="140" y="391"/>
                    <a:pt x="135" y="392"/>
                    <a:pt x="129" y="392"/>
                  </a:cubicBezTo>
                  <a:cubicBezTo>
                    <a:pt x="114" y="395"/>
                    <a:pt x="99" y="396"/>
                    <a:pt x="84" y="396"/>
                  </a:cubicBezTo>
                  <a:cubicBezTo>
                    <a:pt x="84" y="396"/>
                    <a:pt x="84" y="396"/>
                    <a:pt x="83" y="397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82" y="397"/>
                    <a:pt x="82" y="397"/>
                    <a:pt x="81" y="397"/>
                  </a:cubicBezTo>
                  <a:cubicBezTo>
                    <a:pt x="81" y="397"/>
                    <a:pt x="81" y="397"/>
                    <a:pt x="81" y="397"/>
                  </a:cubicBezTo>
                  <a:cubicBezTo>
                    <a:pt x="80" y="397"/>
                    <a:pt x="80" y="397"/>
                    <a:pt x="80" y="398"/>
                  </a:cubicBezTo>
                  <a:cubicBezTo>
                    <a:pt x="79" y="398"/>
                    <a:pt x="79" y="398"/>
                    <a:pt x="79" y="398"/>
                  </a:cubicBezTo>
                  <a:cubicBezTo>
                    <a:pt x="79" y="398"/>
                    <a:pt x="79" y="398"/>
                    <a:pt x="79" y="398"/>
                  </a:cubicBezTo>
                  <a:cubicBezTo>
                    <a:pt x="78" y="398"/>
                    <a:pt x="78" y="398"/>
                    <a:pt x="78" y="398"/>
                  </a:cubicBezTo>
                  <a:cubicBezTo>
                    <a:pt x="78" y="398"/>
                    <a:pt x="78" y="398"/>
                    <a:pt x="78" y="398"/>
                  </a:cubicBezTo>
                  <a:cubicBezTo>
                    <a:pt x="78" y="398"/>
                    <a:pt x="78" y="398"/>
                    <a:pt x="78" y="399"/>
                  </a:cubicBezTo>
                  <a:cubicBezTo>
                    <a:pt x="78" y="399"/>
                    <a:pt x="77" y="399"/>
                    <a:pt x="77" y="399"/>
                  </a:cubicBezTo>
                  <a:cubicBezTo>
                    <a:pt x="76" y="400"/>
                    <a:pt x="75" y="401"/>
                    <a:pt x="74" y="401"/>
                  </a:cubicBezTo>
                  <a:cubicBezTo>
                    <a:pt x="74" y="402"/>
                    <a:pt x="74" y="402"/>
                    <a:pt x="74" y="402"/>
                  </a:cubicBezTo>
                  <a:cubicBezTo>
                    <a:pt x="73" y="402"/>
                    <a:pt x="73" y="402"/>
                    <a:pt x="73" y="403"/>
                  </a:cubicBezTo>
                  <a:cubicBezTo>
                    <a:pt x="72" y="403"/>
                    <a:pt x="71" y="404"/>
                    <a:pt x="71" y="405"/>
                  </a:cubicBezTo>
                  <a:cubicBezTo>
                    <a:pt x="70" y="405"/>
                    <a:pt x="70" y="405"/>
                    <a:pt x="70" y="405"/>
                  </a:cubicBezTo>
                  <a:cubicBezTo>
                    <a:pt x="70" y="406"/>
                    <a:pt x="70" y="406"/>
                    <a:pt x="69" y="406"/>
                  </a:cubicBezTo>
                  <a:cubicBezTo>
                    <a:pt x="69" y="407"/>
                    <a:pt x="68" y="408"/>
                    <a:pt x="68" y="408"/>
                  </a:cubicBezTo>
                  <a:cubicBezTo>
                    <a:pt x="68" y="409"/>
                    <a:pt x="67" y="409"/>
                    <a:pt x="67" y="409"/>
                  </a:cubicBezTo>
                  <a:cubicBezTo>
                    <a:pt x="67" y="410"/>
                    <a:pt x="66" y="410"/>
                    <a:pt x="66" y="411"/>
                  </a:cubicBezTo>
                  <a:cubicBezTo>
                    <a:pt x="9" y="492"/>
                    <a:pt x="9" y="492"/>
                    <a:pt x="9" y="492"/>
                  </a:cubicBezTo>
                  <a:cubicBezTo>
                    <a:pt x="9" y="492"/>
                    <a:pt x="8" y="493"/>
                    <a:pt x="8" y="493"/>
                  </a:cubicBezTo>
                  <a:cubicBezTo>
                    <a:pt x="8" y="494"/>
                    <a:pt x="7" y="494"/>
                    <a:pt x="7" y="495"/>
                  </a:cubicBezTo>
                  <a:cubicBezTo>
                    <a:pt x="7" y="495"/>
                    <a:pt x="6" y="496"/>
                    <a:pt x="6" y="496"/>
                  </a:cubicBezTo>
                  <a:cubicBezTo>
                    <a:pt x="6" y="497"/>
                    <a:pt x="6" y="497"/>
                    <a:pt x="6" y="497"/>
                  </a:cubicBezTo>
                  <a:cubicBezTo>
                    <a:pt x="5" y="498"/>
                    <a:pt x="5" y="498"/>
                    <a:pt x="5" y="498"/>
                  </a:cubicBezTo>
                  <a:cubicBezTo>
                    <a:pt x="5" y="499"/>
                    <a:pt x="4" y="501"/>
                    <a:pt x="3" y="502"/>
                  </a:cubicBezTo>
                  <a:cubicBezTo>
                    <a:pt x="3" y="502"/>
                    <a:pt x="3" y="503"/>
                    <a:pt x="3" y="503"/>
                  </a:cubicBezTo>
                  <a:cubicBezTo>
                    <a:pt x="3" y="503"/>
                    <a:pt x="3" y="503"/>
                    <a:pt x="3" y="504"/>
                  </a:cubicBezTo>
                  <a:cubicBezTo>
                    <a:pt x="2" y="505"/>
                    <a:pt x="2" y="507"/>
                    <a:pt x="1" y="509"/>
                  </a:cubicBezTo>
                  <a:cubicBezTo>
                    <a:pt x="1" y="509"/>
                    <a:pt x="1" y="510"/>
                    <a:pt x="1" y="510"/>
                  </a:cubicBezTo>
                  <a:cubicBezTo>
                    <a:pt x="1" y="511"/>
                    <a:pt x="0" y="513"/>
                    <a:pt x="0" y="515"/>
                  </a:cubicBezTo>
                  <a:cubicBezTo>
                    <a:pt x="0" y="515"/>
                    <a:pt x="0" y="516"/>
                    <a:pt x="0" y="516"/>
                  </a:cubicBezTo>
                  <a:cubicBezTo>
                    <a:pt x="0" y="518"/>
                    <a:pt x="0" y="519"/>
                    <a:pt x="0" y="520"/>
                  </a:cubicBezTo>
                  <a:cubicBezTo>
                    <a:pt x="0" y="521"/>
                    <a:pt x="0" y="521"/>
                    <a:pt x="0" y="522"/>
                  </a:cubicBezTo>
                  <a:cubicBezTo>
                    <a:pt x="1" y="524"/>
                    <a:pt x="1" y="525"/>
                    <a:pt x="1" y="527"/>
                  </a:cubicBezTo>
                  <a:cubicBezTo>
                    <a:pt x="46" y="613"/>
                    <a:pt x="46" y="613"/>
                    <a:pt x="46" y="613"/>
                  </a:cubicBezTo>
                  <a:cubicBezTo>
                    <a:pt x="47" y="614"/>
                    <a:pt x="48" y="615"/>
                    <a:pt x="48" y="617"/>
                  </a:cubicBezTo>
                  <a:cubicBezTo>
                    <a:pt x="51" y="620"/>
                    <a:pt x="53" y="622"/>
                    <a:pt x="56" y="624"/>
                  </a:cubicBezTo>
                  <a:cubicBezTo>
                    <a:pt x="106" y="651"/>
                    <a:pt x="106" y="651"/>
                    <a:pt x="106" y="651"/>
                  </a:cubicBezTo>
                  <a:cubicBezTo>
                    <a:pt x="102" y="649"/>
                    <a:pt x="99" y="645"/>
                    <a:pt x="96" y="640"/>
                  </a:cubicBezTo>
                  <a:cubicBezTo>
                    <a:pt x="51" y="554"/>
                    <a:pt x="51" y="554"/>
                    <a:pt x="51" y="554"/>
                  </a:cubicBezTo>
                  <a:cubicBezTo>
                    <a:pt x="50" y="552"/>
                    <a:pt x="50" y="551"/>
                    <a:pt x="50" y="549"/>
                  </a:cubicBezTo>
                  <a:cubicBezTo>
                    <a:pt x="50" y="548"/>
                    <a:pt x="50" y="548"/>
                    <a:pt x="50" y="547"/>
                  </a:cubicBezTo>
                  <a:cubicBezTo>
                    <a:pt x="50" y="546"/>
                    <a:pt x="50" y="545"/>
                    <a:pt x="50" y="543"/>
                  </a:cubicBezTo>
                  <a:cubicBezTo>
                    <a:pt x="50" y="543"/>
                    <a:pt x="50" y="542"/>
                    <a:pt x="50" y="542"/>
                  </a:cubicBezTo>
                  <a:cubicBezTo>
                    <a:pt x="50" y="540"/>
                    <a:pt x="50" y="538"/>
                    <a:pt x="51" y="537"/>
                  </a:cubicBezTo>
                  <a:cubicBezTo>
                    <a:pt x="51" y="537"/>
                    <a:pt x="51" y="536"/>
                    <a:pt x="51" y="536"/>
                  </a:cubicBezTo>
                  <a:cubicBezTo>
                    <a:pt x="51" y="534"/>
                    <a:pt x="52" y="532"/>
                    <a:pt x="52" y="531"/>
                  </a:cubicBezTo>
                  <a:cubicBezTo>
                    <a:pt x="53" y="530"/>
                    <a:pt x="53" y="529"/>
                    <a:pt x="53" y="529"/>
                  </a:cubicBezTo>
                  <a:cubicBezTo>
                    <a:pt x="54" y="528"/>
                    <a:pt x="54" y="526"/>
                    <a:pt x="55" y="525"/>
                  </a:cubicBezTo>
                  <a:cubicBezTo>
                    <a:pt x="55" y="525"/>
                    <a:pt x="55" y="524"/>
                    <a:pt x="56" y="523"/>
                  </a:cubicBezTo>
                  <a:cubicBezTo>
                    <a:pt x="56" y="523"/>
                    <a:pt x="56" y="522"/>
                    <a:pt x="57" y="522"/>
                  </a:cubicBezTo>
                  <a:cubicBezTo>
                    <a:pt x="57" y="521"/>
                    <a:pt x="58" y="520"/>
                    <a:pt x="59" y="519"/>
                  </a:cubicBezTo>
                  <a:cubicBezTo>
                    <a:pt x="116" y="438"/>
                    <a:pt x="116" y="438"/>
                    <a:pt x="116" y="438"/>
                  </a:cubicBezTo>
                  <a:cubicBezTo>
                    <a:pt x="116" y="437"/>
                    <a:pt x="117" y="436"/>
                    <a:pt x="117" y="435"/>
                  </a:cubicBezTo>
                  <a:cubicBezTo>
                    <a:pt x="118" y="435"/>
                    <a:pt x="118" y="434"/>
                    <a:pt x="119" y="433"/>
                  </a:cubicBezTo>
                  <a:cubicBezTo>
                    <a:pt x="119" y="433"/>
                    <a:pt x="120" y="432"/>
                    <a:pt x="120" y="432"/>
                  </a:cubicBezTo>
                  <a:cubicBezTo>
                    <a:pt x="121" y="431"/>
                    <a:pt x="122" y="430"/>
                    <a:pt x="122" y="430"/>
                  </a:cubicBezTo>
                  <a:cubicBezTo>
                    <a:pt x="123" y="429"/>
                    <a:pt x="123" y="429"/>
                    <a:pt x="124" y="428"/>
                  </a:cubicBezTo>
                  <a:cubicBezTo>
                    <a:pt x="125" y="428"/>
                    <a:pt x="126" y="427"/>
                    <a:pt x="127" y="426"/>
                  </a:cubicBezTo>
                  <a:cubicBezTo>
                    <a:pt x="127" y="426"/>
                    <a:pt x="127" y="426"/>
                    <a:pt x="128" y="425"/>
                  </a:cubicBezTo>
                  <a:cubicBezTo>
                    <a:pt x="128" y="425"/>
                    <a:pt x="128" y="425"/>
                    <a:pt x="129" y="425"/>
                  </a:cubicBezTo>
                  <a:cubicBezTo>
                    <a:pt x="129" y="425"/>
                    <a:pt x="129" y="425"/>
                    <a:pt x="129" y="425"/>
                  </a:cubicBezTo>
                  <a:cubicBezTo>
                    <a:pt x="130" y="424"/>
                    <a:pt x="130" y="424"/>
                    <a:pt x="130" y="424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31" y="424"/>
                    <a:pt x="132" y="424"/>
                    <a:pt x="132" y="424"/>
                  </a:cubicBezTo>
                  <a:cubicBezTo>
                    <a:pt x="132" y="424"/>
                    <a:pt x="133" y="424"/>
                    <a:pt x="133" y="424"/>
                  </a:cubicBezTo>
                  <a:cubicBezTo>
                    <a:pt x="133" y="423"/>
                    <a:pt x="134" y="423"/>
                    <a:pt x="134" y="423"/>
                  </a:cubicBezTo>
                  <a:cubicBezTo>
                    <a:pt x="149" y="423"/>
                    <a:pt x="164" y="422"/>
                    <a:pt x="179" y="419"/>
                  </a:cubicBezTo>
                  <a:cubicBezTo>
                    <a:pt x="184" y="419"/>
                    <a:pt x="190" y="418"/>
                    <a:pt x="196" y="417"/>
                  </a:cubicBezTo>
                  <a:cubicBezTo>
                    <a:pt x="197" y="416"/>
                    <a:pt x="199" y="416"/>
                    <a:pt x="201" y="416"/>
                  </a:cubicBezTo>
                  <a:cubicBezTo>
                    <a:pt x="205" y="415"/>
                    <a:pt x="209" y="414"/>
                    <a:pt x="212" y="413"/>
                  </a:cubicBezTo>
                  <a:cubicBezTo>
                    <a:pt x="215" y="413"/>
                    <a:pt x="217" y="412"/>
                    <a:pt x="219" y="412"/>
                  </a:cubicBezTo>
                  <a:cubicBezTo>
                    <a:pt x="222" y="411"/>
                    <a:pt x="226" y="410"/>
                    <a:pt x="229" y="409"/>
                  </a:cubicBezTo>
                  <a:cubicBezTo>
                    <a:pt x="231" y="408"/>
                    <a:pt x="234" y="408"/>
                    <a:pt x="236" y="407"/>
                  </a:cubicBezTo>
                  <a:cubicBezTo>
                    <a:pt x="239" y="406"/>
                    <a:pt x="242" y="405"/>
                    <a:pt x="246" y="404"/>
                  </a:cubicBezTo>
                  <a:cubicBezTo>
                    <a:pt x="248" y="403"/>
                    <a:pt x="250" y="403"/>
                    <a:pt x="252" y="402"/>
                  </a:cubicBezTo>
                  <a:cubicBezTo>
                    <a:pt x="256" y="401"/>
                    <a:pt x="259" y="400"/>
                    <a:pt x="262" y="399"/>
                  </a:cubicBezTo>
                  <a:cubicBezTo>
                    <a:pt x="264" y="398"/>
                    <a:pt x="266" y="397"/>
                    <a:pt x="268" y="396"/>
                  </a:cubicBezTo>
                  <a:cubicBezTo>
                    <a:pt x="272" y="395"/>
                    <a:pt x="276" y="393"/>
                    <a:pt x="279" y="392"/>
                  </a:cubicBezTo>
                  <a:cubicBezTo>
                    <a:pt x="281" y="391"/>
                    <a:pt x="283" y="391"/>
                    <a:pt x="284" y="390"/>
                  </a:cubicBezTo>
                  <a:cubicBezTo>
                    <a:pt x="290" y="388"/>
                    <a:pt x="295" y="385"/>
                    <a:pt x="300" y="383"/>
                  </a:cubicBezTo>
                  <a:cubicBezTo>
                    <a:pt x="300" y="383"/>
                    <a:pt x="300" y="383"/>
                    <a:pt x="300" y="383"/>
                  </a:cubicBezTo>
                  <a:cubicBezTo>
                    <a:pt x="306" y="380"/>
                    <a:pt x="311" y="377"/>
                    <a:pt x="317" y="375"/>
                  </a:cubicBezTo>
                  <a:cubicBezTo>
                    <a:pt x="319" y="374"/>
                    <a:pt x="320" y="373"/>
                    <a:pt x="322" y="372"/>
                  </a:cubicBezTo>
                  <a:cubicBezTo>
                    <a:pt x="326" y="370"/>
                    <a:pt x="330" y="368"/>
                    <a:pt x="333" y="366"/>
                  </a:cubicBezTo>
                  <a:cubicBezTo>
                    <a:pt x="335" y="364"/>
                    <a:pt x="338" y="363"/>
                    <a:pt x="340" y="362"/>
                  </a:cubicBezTo>
                  <a:cubicBezTo>
                    <a:pt x="343" y="360"/>
                    <a:pt x="346" y="358"/>
                    <a:pt x="350" y="356"/>
                  </a:cubicBezTo>
                  <a:cubicBezTo>
                    <a:pt x="352" y="354"/>
                    <a:pt x="354" y="353"/>
                    <a:pt x="356" y="351"/>
                  </a:cubicBezTo>
                  <a:cubicBezTo>
                    <a:pt x="359" y="349"/>
                    <a:pt x="362" y="347"/>
                    <a:pt x="365" y="345"/>
                  </a:cubicBezTo>
                  <a:cubicBezTo>
                    <a:pt x="366" y="345"/>
                    <a:pt x="366" y="345"/>
                    <a:pt x="367" y="344"/>
                  </a:cubicBezTo>
                  <a:cubicBezTo>
                    <a:pt x="370" y="342"/>
                    <a:pt x="372" y="340"/>
                    <a:pt x="375" y="338"/>
                  </a:cubicBezTo>
                  <a:cubicBezTo>
                    <a:pt x="376" y="338"/>
                    <a:pt x="378" y="337"/>
                    <a:pt x="379" y="336"/>
                  </a:cubicBezTo>
                  <a:cubicBezTo>
                    <a:pt x="384" y="332"/>
                    <a:pt x="388" y="329"/>
                    <a:pt x="393" y="325"/>
                  </a:cubicBezTo>
                  <a:cubicBezTo>
                    <a:pt x="394" y="324"/>
                    <a:pt x="394" y="324"/>
                    <a:pt x="395" y="323"/>
                  </a:cubicBezTo>
                  <a:cubicBezTo>
                    <a:pt x="399" y="320"/>
                    <a:pt x="403" y="317"/>
                    <a:pt x="406" y="314"/>
                  </a:cubicBezTo>
                  <a:cubicBezTo>
                    <a:pt x="408" y="313"/>
                    <a:pt x="409" y="311"/>
                    <a:pt x="411" y="310"/>
                  </a:cubicBezTo>
                  <a:cubicBezTo>
                    <a:pt x="413" y="308"/>
                    <a:pt x="415" y="306"/>
                    <a:pt x="417" y="305"/>
                  </a:cubicBezTo>
                  <a:cubicBezTo>
                    <a:pt x="418" y="304"/>
                    <a:pt x="419" y="303"/>
                    <a:pt x="420" y="302"/>
                  </a:cubicBezTo>
                  <a:cubicBezTo>
                    <a:pt x="421" y="301"/>
                    <a:pt x="422" y="300"/>
                    <a:pt x="424" y="298"/>
                  </a:cubicBezTo>
                  <a:cubicBezTo>
                    <a:pt x="427" y="296"/>
                    <a:pt x="429" y="293"/>
                    <a:pt x="432" y="290"/>
                  </a:cubicBezTo>
                  <a:cubicBezTo>
                    <a:pt x="434" y="289"/>
                    <a:pt x="435" y="288"/>
                    <a:pt x="436" y="286"/>
                  </a:cubicBezTo>
                  <a:cubicBezTo>
                    <a:pt x="439" y="283"/>
                    <a:pt x="442" y="280"/>
                    <a:pt x="445" y="277"/>
                  </a:cubicBezTo>
                  <a:cubicBezTo>
                    <a:pt x="446" y="276"/>
                    <a:pt x="447" y="275"/>
                    <a:pt x="448" y="274"/>
                  </a:cubicBezTo>
                  <a:cubicBezTo>
                    <a:pt x="452" y="270"/>
                    <a:pt x="456" y="266"/>
                    <a:pt x="459" y="262"/>
                  </a:cubicBezTo>
                  <a:cubicBezTo>
                    <a:pt x="459" y="262"/>
                    <a:pt x="460" y="262"/>
                    <a:pt x="460" y="261"/>
                  </a:cubicBezTo>
                  <a:cubicBezTo>
                    <a:pt x="461" y="260"/>
                    <a:pt x="461" y="259"/>
                    <a:pt x="462" y="259"/>
                  </a:cubicBezTo>
                  <a:cubicBezTo>
                    <a:pt x="465" y="255"/>
                    <a:pt x="468" y="252"/>
                    <a:pt x="471" y="248"/>
                  </a:cubicBezTo>
                  <a:cubicBezTo>
                    <a:pt x="472" y="247"/>
                    <a:pt x="473" y="245"/>
                    <a:pt x="475" y="244"/>
                  </a:cubicBezTo>
                  <a:cubicBezTo>
                    <a:pt x="477" y="241"/>
                    <a:pt x="479" y="238"/>
                    <a:pt x="482" y="235"/>
                  </a:cubicBezTo>
                  <a:cubicBezTo>
                    <a:pt x="483" y="233"/>
                    <a:pt x="484" y="231"/>
                    <a:pt x="486" y="230"/>
                  </a:cubicBezTo>
                  <a:cubicBezTo>
                    <a:pt x="488" y="226"/>
                    <a:pt x="491" y="223"/>
                    <a:pt x="493" y="220"/>
                  </a:cubicBezTo>
                  <a:cubicBezTo>
                    <a:pt x="494" y="218"/>
                    <a:pt x="495" y="217"/>
                    <a:pt x="496" y="216"/>
                  </a:cubicBezTo>
                  <a:cubicBezTo>
                    <a:pt x="496" y="215"/>
                    <a:pt x="496" y="215"/>
                    <a:pt x="497" y="215"/>
                  </a:cubicBezTo>
                  <a:cubicBezTo>
                    <a:pt x="500" y="210"/>
                    <a:pt x="503" y="206"/>
                    <a:pt x="506" y="201"/>
                  </a:cubicBezTo>
                  <a:cubicBezTo>
                    <a:pt x="506" y="201"/>
                    <a:pt x="506" y="200"/>
                    <a:pt x="507" y="200"/>
                  </a:cubicBezTo>
                  <a:cubicBezTo>
                    <a:pt x="510" y="195"/>
                    <a:pt x="512" y="191"/>
                    <a:pt x="515" y="186"/>
                  </a:cubicBezTo>
                  <a:cubicBezTo>
                    <a:pt x="516" y="185"/>
                    <a:pt x="517" y="183"/>
                    <a:pt x="518" y="181"/>
                  </a:cubicBezTo>
                  <a:cubicBezTo>
                    <a:pt x="520" y="178"/>
                    <a:pt x="522" y="175"/>
                    <a:pt x="524" y="171"/>
                  </a:cubicBezTo>
                  <a:cubicBezTo>
                    <a:pt x="525" y="169"/>
                    <a:pt x="526" y="167"/>
                    <a:pt x="527" y="165"/>
                  </a:cubicBezTo>
                  <a:cubicBezTo>
                    <a:pt x="528" y="163"/>
                    <a:pt x="529" y="162"/>
                    <a:pt x="530" y="160"/>
                  </a:cubicBezTo>
                  <a:cubicBezTo>
                    <a:pt x="531" y="159"/>
                    <a:pt x="532" y="157"/>
                    <a:pt x="532" y="156"/>
                  </a:cubicBezTo>
                  <a:cubicBezTo>
                    <a:pt x="534" y="153"/>
                    <a:pt x="535" y="150"/>
                    <a:pt x="537" y="148"/>
                  </a:cubicBezTo>
                  <a:cubicBezTo>
                    <a:pt x="538" y="145"/>
                    <a:pt x="540" y="142"/>
                    <a:pt x="541" y="139"/>
                  </a:cubicBezTo>
                  <a:cubicBezTo>
                    <a:pt x="542" y="136"/>
                    <a:pt x="544" y="133"/>
                    <a:pt x="545" y="130"/>
                  </a:cubicBezTo>
                  <a:cubicBezTo>
                    <a:pt x="546" y="128"/>
                    <a:pt x="548" y="125"/>
                    <a:pt x="549" y="122"/>
                  </a:cubicBezTo>
                  <a:cubicBezTo>
                    <a:pt x="550" y="119"/>
                    <a:pt x="551" y="116"/>
                    <a:pt x="553" y="113"/>
                  </a:cubicBezTo>
                  <a:cubicBezTo>
                    <a:pt x="554" y="110"/>
                    <a:pt x="555" y="107"/>
                    <a:pt x="556" y="104"/>
                  </a:cubicBezTo>
                  <a:cubicBezTo>
                    <a:pt x="557" y="101"/>
                    <a:pt x="559" y="98"/>
                    <a:pt x="560" y="95"/>
                  </a:cubicBezTo>
                  <a:cubicBezTo>
                    <a:pt x="560" y="94"/>
                    <a:pt x="561" y="92"/>
                    <a:pt x="562" y="90"/>
                  </a:cubicBezTo>
                  <a:cubicBezTo>
                    <a:pt x="562" y="89"/>
                    <a:pt x="563" y="87"/>
                    <a:pt x="563" y="86"/>
                  </a:cubicBezTo>
                  <a:cubicBezTo>
                    <a:pt x="564" y="84"/>
                    <a:pt x="565" y="81"/>
                    <a:pt x="566" y="79"/>
                  </a:cubicBezTo>
                  <a:cubicBezTo>
                    <a:pt x="567" y="76"/>
                    <a:pt x="568" y="72"/>
                    <a:pt x="569" y="68"/>
                  </a:cubicBezTo>
                  <a:cubicBezTo>
                    <a:pt x="570" y="66"/>
                    <a:pt x="570" y="64"/>
                    <a:pt x="571" y="62"/>
                  </a:cubicBezTo>
                  <a:cubicBezTo>
                    <a:pt x="572" y="58"/>
                    <a:pt x="573" y="54"/>
                    <a:pt x="574" y="50"/>
                  </a:cubicBezTo>
                  <a:cubicBezTo>
                    <a:pt x="575" y="48"/>
                    <a:pt x="576" y="47"/>
                    <a:pt x="576" y="45"/>
                  </a:cubicBezTo>
                  <a:cubicBezTo>
                    <a:pt x="578" y="39"/>
                    <a:pt x="579" y="33"/>
                    <a:pt x="580" y="27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29" y="6"/>
                    <a:pt x="528" y="12"/>
                    <a:pt x="526" y="1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558" tIns="54781" rIns="109558" bIns="54781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60606C0-AB50-4272-AD01-71413C1314F2}"/>
              </a:ext>
            </a:extLst>
          </p:cNvPr>
          <p:cNvGrpSpPr/>
          <p:nvPr/>
        </p:nvGrpSpPr>
        <p:grpSpPr>
          <a:xfrm rot="16852807">
            <a:off x="5740443" y="4112498"/>
            <a:ext cx="1584423" cy="2132714"/>
            <a:chOff x="4612994" y="3540318"/>
            <a:chExt cx="1303197" cy="1754168"/>
          </a:xfrm>
        </p:grpSpPr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9DC6B083-A372-419F-A48F-69DC37A9B0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2994" y="3540318"/>
              <a:ext cx="1303197" cy="1620033"/>
            </a:xfrm>
            <a:custGeom>
              <a:avLst/>
              <a:gdLst>
                <a:gd name="T0" fmla="*/ 554 w 573"/>
                <a:gd name="T1" fmla="*/ 538 h 712"/>
                <a:gd name="T2" fmla="*/ 536 w 573"/>
                <a:gd name="T3" fmla="*/ 534 h 712"/>
                <a:gd name="T4" fmla="*/ 530 w 573"/>
                <a:gd name="T5" fmla="*/ 532 h 712"/>
                <a:gd name="T6" fmla="*/ 514 w 573"/>
                <a:gd name="T7" fmla="*/ 528 h 712"/>
                <a:gd name="T8" fmla="*/ 498 w 573"/>
                <a:gd name="T9" fmla="*/ 522 h 712"/>
                <a:gd name="T10" fmla="*/ 483 w 573"/>
                <a:gd name="T11" fmla="*/ 516 h 712"/>
                <a:gd name="T12" fmla="*/ 467 w 573"/>
                <a:gd name="T13" fmla="*/ 509 h 712"/>
                <a:gd name="T14" fmla="*/ 405 w 573"/>
                <a:gd name="T15" fmla="*/ 475 h 712"/>
                <a:gd name="T16" fmla="*/ 433 w 573"/>
                <a:gd name="T17" fmla="*/ 489 h 712"/>
                <a:gd name="T18" fmla="*/ 448 w 573"/>
                <a:gd name="T19" fmla="*/ 495 h 712"/>
                <a:gd name="T20" fmla="*/ 464 w 573"/>
                <a:gd name="T21" fmla="*/ 501 h 712"/>
                <a:gd name="T22" fmla="*/ 480 w 573"/>
                <a:gd name="T23" fmla="*/ 505 h 712"/>
                <a:gd name="T24" fmla="*/ 499 w 573"/>
                <a:gd name="T25" fmla="*/ 510 h 712"/>
                <a:gd name="T26" fmla="*/ 523 w 573"/>
                <a:gd name="T27" fmla="*/ 514 h 712"/>
                <a:gd name="T28" fmla="*/ 50 w 573"/>
                <a:gd name="T29" fmla="*/ 182 h 712"/>
                <a:gd name="T30" fmla="*/ 54 w 573"/>
                <a:gd name="T31" fmla="*/ 115 h 712"/>
                <a:gd name="T32" fmla="*/ 55 w 573"/>
                <a:gd name="T33" fmla="*/ 109 h 712"/>
                <a:gd name="T34" fmla="*/ 56 w 573"/>
                <a:gd name="T35" fmla="*/ 106 h 712"/>
                <a:gd name="T36" fmla="*/ 58 w 573"/>
                <a:gd name="T37" fmla="*/ 102 h 712"/>
                <a:gd name="T38" fmla="*/ 60 w 573"/>
                <a:gd name="T39" fmla="*/ 99 h 712"/>
                <a:gd name="T40" fmla="*/ 62 w 573"/>
                <a:gd name="T41" fmla="*/ 96 h 712"/>
                <a:gd name="T42" fmla="*/ 65 w 573"/>
                <a:gd name="T43" fmla="*/ 93 h 712"/>
                <a:gd name="T44" fmla="*/ 155 w 573"/>
                <a:gd name="T45" fmla="*/ 29 h 712"/>
                <a:gd name="T46" fmla="*/ 159 w 573"/>
                <a:gd name="T47" fmla="*/ 28 h 712"/>
                <a:gd name="T48" fmla="*/ 167 w 573"/>
                <a:gd name="T49" fmla="*/ 27 h 712"/>
                <a:gd name="T50" fmla="*/ 173 w 573"/>
                <a:gd name="T51" fmla="*/ 27 h 712"/>
                <a:gd name="T52" fmla="*/ 176 w 573"/>
                <a:gd name="T53" fmla="*/ 28 h 712"/>
                <a:gd name="T54" fmla="*/ 182 w 573"/>
                <a:gd name="T55" fmla="*/ 30 h 712"/>
                <a:gd name="T56" fmla="*/ 131 w 573"/>
                <a:gd name="T57" fmla="*/ 3 h 712"/>
                <a:gd name="T58" fmla="*/ 127 w 573"/>
                <a:gd name="T59" fmla="*/ 1 h 712"/>
                <a:gd name="T60" fmla="*/ 124 w 573"/>
                <a:gd name="T61" fmla="*/ 0 h 712"/>
                <a:gd name="T62" fmla="*/ 119 w 573"/>
                <a:gd name="T63" fmla="*/ 0 h 712"/>
                <a:gd name="T64" fmla="*/ 113 w 573"/>
                <a:gd name="T65" fmla="*/ 0 h 712"/>
                <a:gd name="T66" fmla="*/ 108 w 573"/>
                <a:gd name="T67" fmla="*/ 1 h 712"/>
                <a:gd name="T68" fmla="*/ 105 w 573"/>
                <a:gd name="T69" fmla="*/ 2 h 712"/>
                <a:gd name="T70" fmla="*/ 15 w 573"/>
                <a:gd name="T71" fmla="*/ 66 h 712"/>
                <a:gd name="T72" fmla="*/ 14 w 573"/>
                <a:gd name="T73" fmla="*/ 68 h 712"/>
                <a:gd name="T74" fmla="*/ 12 w 573"/>
                <a:gd name="T75" fmla="*/ 70 h 712"/>
                <a:gd name="T76" fmla="*/ 10 w 573"/>
                <a:gd name="T77" fmla="*/ 72 h 712"/>
                <a:gd name="T78" fmla="*/ 9 w 573"/>
                <a:gd name="T79" fmla="*/ 74 h 712"/>
                <a:gd name="T80" fmla="*/ 8 w 573"/>
                <a:gd name="T81" fmla="*/ 76 h 712"/>
                <a:gd name="T82" fmla="*/ 6 w 573"/>
                <a:gd name="T83" fmla="*/ 79 h 712"/>
                <a:gd name="T84" fmla="*/ 5 w 573"/>
                <a:gd name="T85" fmla="*/ 82 h 712"/>
                <a:gd name="T86" fmla="*/ 4 w 573"/>
                <a:gd name="T87" fmla="*/ 87 h 712"/>
                <a:gd name="T88" fmla="*/ 3 w 573"/>
                <a:gd name="T89" fmla="*/ 93 h 712"/>
                <a:gd name="T90" fmla="*/ 291 w 573"/>
                <a:gd name="T91" fmla="*/ 685 h 712"/>
                <a:gd name="T92" fmla="*/ 50 w 573"/>
                <a:gd name="T93" fmla="*/ 182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73" h="712">
                  <a:moveTo>
                    <a:pt x="573" y="541"/>
                  </a:moveTo>
                  <a:cubicBezTo>
                    <a:pt x="567" y="540"/>
                    <a:pt x="560" y="539"/>
                    <a:pt x="554" y="538"/>
                  </a:cubicBezTo>
                  <a:cubicBezTo>
                    <a:pt x="553" y="538"/>
                    <a:pt x="551" y="537"/>
                    <a:pt x="549" y="537"/>
                  </a:cubicBezTo>
                  <a:cubicBezTo>
                    <a:pt x="544" y="536"/>
                    <a:pt x="540" y="535"/>
                    <a:pt x="536" y="534"/>
                  </a:cubicBezTo>
                  <a:cubicBezTo>
                    <a:pt x="535" y="534"/>
                    <a:pt x="534" y="533"/>
                    <a:pt x="532" y="533"/>
                  </a:cubicBezTo>
                  <a:cubicBezTo>
                    <a:pt x="532" y="533"/>
                    <a:pt x="531" y="533"/>
                    <a:pt x="530" y="532"/>
                  </a:cubicBezTo>
                  <a:cubicBezTo>
                    <a:pt x="526" y="531"/>
                    <a:pt x="523" y="531"/>
                    <a:pt x="520" y="530"/>
                  </a:cubicBezTo>
                  <a:cubicBezTo>
                    <a:pt x="518" y="529"/>
                    <a:pt x="516" y="528"/>
                    <a:pt x="514" y="528"/>
                  </a:cubicBezTo>
                  <a:cubicBezTo>
                    <a:pt x="510" y="527"/>
                    <a:pt x="507" y="525"/>
                    <a:pt x="503" y="524"/>
                  </a:cubicBezTo>
                  <a:cubicBezTo>
                    <a:pt x="502" y="524"/>
                    <a:pt x="500" y="523"/>
                    <a:pt x="498" y="522"/>
                  </a:cubicBezTo>
                  <a:cubicBezTo>
                    <a:pt x="494" y="521"/>
                    <a:pt x="489" y="519"/>
                    <a:pt x="485" y="517"/>
                  </a:cubicBezTo>
                  <a:cubicBezTo>
                    <a:pt x="484" y="517"/>
                    <a:pt x="483" y="516"/>
                    <a:pt x="483" y="516"/>
                  </a:cubicBezTo>
                  <a:cubicBezTo>
                    <a:pt x="477" y="514"/>
                    <a:pt x="473" y="512"/>
                    <a:pt x="468" y="509"/>
                  </a:cubicBezTo>
                  <a:cubicBezTo>
                    <a:pt x="467" y="509"/>
                    <a:pt x="467" y="509"/>
                    <a:pt x="467" y="509"/>
                  </a:cubicBezTo>
                  <a:cubicBezTo>
                    <a:pt x="463" y="507"/>
                    <a:pt x="459" y="505"/>
                    <a:pt x="455" y="502"/>
                  </a:cubicBezTo>
                  <a:cubicBezTo>
                    <a:pt x="405" y="475"/>
                    <a:pt x="405" y="475"/>
                    <a:pt x="405" y="475"/>
                  </a:cubicBezTo>
                  <a:cubicBezTo>
                    <a:pt x="409" y="478"/>
                    <a:pt x="414" y="480"/>
                    <a:pt x="418" y="482"/>
                  </a:cubicBezTo>
                  <a:cubicBezTo>
                    <a:pt x="423" y="485"/>
                    <a:pt x="428" y="487"/>
                    <a:pt x="433" y="489"/>
                  </a:cubicBezTo>
                  <a:cubicBezTo>
                    <a:pt x="434" y="489"/>
                    <a:pt x="435" y="490"/>
                    <a:pt x="436" y="490"/>
                  </a:cubicBezTo>
                  <a:cubicBezTo>
                    <a:pt x="440" y="492"/>
                    <a:pt x="444" y="494"/>
                    <a:pt x="448" y="495"/>
                  </a:cubicBezTo>
                  <a:cubicBezTo>
                    <a:pt x="450" y="496"/>
                    <a:pt x="452" y="497"/>
                    <a:pt x="454" y="497"/>
                  </a:cubicBezTo>
                  <a:cubicBezTo>
                    <a:pt x="457" y="498"/>
                    <a:pt x="461" y="500"/>
                    <a:pt x="464" y="501"/>
                  </a:cubicBezTo>
                  <a:cubicBezTo>
                    <a:pt x="466" y="501"/>
                    <a:pt x="468" y="502"/>
                    <a:pt x="470" y="503"/>
                  </a:cubicBezTo>
                  <a:cubicBezTo>
                    <a:pt x="474" y="504"/>
                    <a:pt x="477" y="504"/>
                    <a:pt x="480" y="505"/>
                  </a:cubicBezTo>
                  <a:cubicBezTo>
                    <a:pt x="482" y="506"/>
                    <a:pt x="484" y="506"/>
                    <a:pt x="486" y="507"/>
                  </a:cubicBezTo>
                  <a:cubicBezTo>
                    <a:pt x="490" y="508"/>
                    <a:pt x="495" y="509"/>
                    <a:pt x="499" y="510"/>
                  </a:cubicBezTo>
                  <a:cubicBezTo>
                    <a:pt x="501" y="510"/>
                    <a:pt x="503" y="511"/>
                    <a:pt x="505" y="511"/>
                  </a:cubicBezTo>
                  <a:cubicBezTo>
                    <a:pt x="511" y="512"/>
                    <a:pt x="517" y="513"/>
                    <a:pt x="523" y="514"/>
                  </a:cubicBezTo>
                  <a:lnTo>
                    <a:pt x="573" y="541"/>
                  </a:lnTo>
                  <a:close/>
                  <a:moveTo>
                    <a:pt x="50" y="182"/>
                  </a:moveTo>
                  <a:cubicBezTo>
                    <a:pt x="50" y="161"/>
                    <a:pt x="51" y="140"/>
                    <a:pt x="53" y="120"/>
                  </a:cubicBezTo>
                  <a:cubicBezTo>
                    <a:pt x="53" y="118"/>
                    <a:pt x="53" y="116"/>
                    <a:pt x="54" y="115"/>
                  </a:cubicBezTo>
                  <a:cubicBezTo>
                    <a:pt x="54" y="114"/>
                    <a:pt x="54" y="114"/>
                    <a:pt x="54" y="114"/>
                  </a:cubicBezTo>
                  <a:cubicBezTo>
                    <a:pt x="54" y="112"/>
                    <a:pt x="54" y="111"/>
                    <a:pt x="55" y="109"/>
                  </a:cubicBezTo>
                  <a:cubicBezTo>
                    <a:pt x="55" y="109"/>
                    <a:pt x="55" y="109"/>
                    <a:pt x="55" y="109"/>
                  </a:cubicBezTo>
                  <a:cubicBezTo>
                    <a:pt x="55" y="108"/>
                    <a:pt x="56" y="107"/>
                    <a:pt x="56" y="106"/>
                  </a:cubicBezTo>
                  <a:cubicBezTo>
                    <a:pt x="56" y="105"/>
                    <a:pt x="57" y="104"/>
                    <a:pt x="57" y="104"/>
                  </a:cubicBezTo>
                  <a:cubicBezTo>
                    <a:pt x="57" y="103"/>
                    <a:pt x="58" y="103"/>
                    <a:pt x="58" y="102"/>
                  </a:cubicBezTo>
                  <a:cubicBezTo>
                    <a:pt x="58" y="102"/>
                    <a:pt x="58" y="101"/>
                    <a:pt x="59" y="101"/>
                  </a:cubicBezTo>
                  <a:cubicBezTo>
                    <a:pt x="59" y="100"/>
                    <a:pt x="59" y="100"/>
                    <a:pt x="60" y="99"/>
                  </a:cubicBezTo>
                  <a:cubicBezTo>
                    <a:pt x="60" y="99"/>
                    <a:pt x="60" y="98"/>
                    <a:pt x="61" y="98"/>
                  </a:cubicBezTo>
                  <a:cubicBezTo>
                    <a:pt x="61" y="97"/>
                    <a:pt x="62" y="97"/>
                    <a:pt x="62" y="96"/>
                  </a:cubicBezTo>
                  <a:cubicBezTo>
                    <a:pt x="63" y="96"/>
                    <a:pt x="63" y="95"/>
                    <a:pt x="64" y="95"/>
                  </a:cubicBezTo>
                  <a:cubicBezTo>
                    <a:pt x="64" y="94"/>
                    <a:pt x="65" y="94"/>
                    <a:pt x="65" y="93"/>
                  </a:cubicBezTo>
                  <a:cubicBezTo>
                    <a:pt x="66" y="92"/>
                    <a:pt x="68" y="91"/>
                    <a:pt x="69" y="90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6" y="29"/>
                    <a:pt x="157" y="29"/>
                    <a:pt x="158" y="28"/>
                  </a:cubicBezTo>
                  <a:cubicBezTo>
                    <a:pt x="158" y="28"/>
                    <a:pt x="159" y="28"/>
                    <a:pt x="159" y="28"/>
                  </a:cubicBezTo>
                  <a:cubicBezTo>
                    <a:pt x="160" y="27"/>
                    <a:pt x="162" y="27"/>
                    <a:pt x="163" y="27"/>
                  </a:cubicBezTo>
                  <a:cubicBezTo>
                    <a:pt x="164" y="27"/>
                    <a:pt x="166" y="27"/>
                    <a:pt x="167" y="27"/>
                  </a:cubicBezTo>
                  <a:cubicBezTo>
                    <a:pt x="168" y="27"/>
                    <a:pt x="168" y="27"/>
                    <a:pt x="168" y="27"/>
                  </a:cubicBezTo>
                  <a:cubicBezTo>
                    <a:pt x="170" y="27"/>
                    <a:pt x="171" y="27"/>
                    <a:pt x="173" y="27"/>
                  </a:cubicBezTo>
                  <a:cubicBezTo>
                    <a:pt x="173" y="27"/>
                    <a:pt x="173" y="27"/>
                    <a:pt x="173" y="27"/>
                  </a:cubicBezTo>
                  <a:cubicBezTo>
                    <a:pt x="174" y="27"/>
                    <a:pt x="175" y="28"/>
                    <a:pt x="176" y="28"/>
                  </a:cubicBezTo>
                  <a:cubicBezTo>
                    <a:pt x="177" y="28"/>
                    <a:pt x="179" y="29"/>
                    <a:pt x="180" y="29"/>
                  </a:cubicBezTo>
                  <a:cubicBezTo>
                    <a:pt x="181" y="30"/>
                    <a:pt x="181" y="30"/>
                    <a:pt x="182" y="30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2" y="3"/>
                    <a:pt x="131" y="3"/>
                  </a:cubicBezTo>
                  <a:cubicBezTo>
                    <a:pt x="131" y="2"/>
                    <a:pt x="131" y="2"/>
                    <a:pt x="130" y="2"/>
                  </a:cubicBezTo>
                  <a:cubicBezTo>
                    <a:pt x="129" y="2"/>
                    <a:pt x="128" y="1"/>
                    <a:pt x="127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5" y="0"/>
                    <a:pt x="124" y="0"/>
                    <a:pt x="124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2" y="0"/>
                    <a:pt x="120" y="0"/>
                    <a:pt x="119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6" y="0"/>
                    <a:pt x="115" y="0"/>
                    <a:pt x="113" y="0"/>
                  </a:cubicBezTo>
                  <a:cubicBezTo>
                    <a:pt x="112" y="0"/>
                    <a:pt x="111" y="0"/>
                    <a:pt x="109" y="1"/>
                  </a:cubicBezTo>
                  <a:cubicBezTo>
                    <a:pt x="109" y="1"/>
                    <a:pt x="109" y="1"/>
                    <a:pt x="108" y="1"/>
                  </a:cubicBezTo>
                  <a:cubicBezTo>
                    <a:pt x="107" y="1"/>
                    <a:pt x="107" y="2"/>
                    <a:pt x="106" y="2"/>
                  </a:cubicBezTo>
                  <a:cubicBezTo>
                    <a:pt x="106" y="2"/>
                    <a:pt x="105" y="2"/>
                    <a:pt x="105" y="2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18" y="64"/>
                    <a:pt x="17" y="65"/>
                    <a:pt x="15" y="66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15" y="67"/>
                    <a:pt x="14" y="67"/>
                    <a:pt x="14" y="68"/>
                  </a:cubicBezTo>
                  <a:cubicBezTo>
                    <a:pt x="14" y="68"/>
                    <a:pt x="13" y="69"/>
                    <a:pt x="12" y="69"/>
                  </a:cubicBezTo>
                  <a:cubicBezTo>
                    <a:pt x="12" y="70"/>
                    <a:pt x="12" y="70"/>
                    <a:pt x="12" y="70"/>
                  </a:cubicBezTo>
                  <a:cubicBezTo>
                    <a:pt x="12" y="70"/>
                    <a:pt x="11" y="71"/>
                    <a:pt x="11" y="71"/>
                  </a:cubicBezTo>
                  <a:cubicBezTo>
                    <a:pt x="11" y="71"/>
                    <a:pt x="10" y="72"/>
                    <a:pt x="10" y="72"/>
                  </a:cubicBezTo>
                  <a:cubicBezTo>
                    <a:pt x="10" y="72"/>
                    <a:pt x="10" y="72"/>
                    <a:pt x="10" y="73"/>
                  </a:cubicBezTo>
                  <a:cubicBezTo>
                    <a:pt x="9" y="73"/>
                    <a:pt x="9" y="73"/>
                    <a:pt x="9" y="74"/>
                  </a:cubicBezTo>
                  <a:cubicBezTo>
                    <a:pt x="9" y="74"/>
                    <a:pt x="8" y="75"/>
                    <a:pt x="8" y="75"/>
                  </a:cubicBezTo>
                  <a:cubicBezTo>
                    <a:pt x="8" y="75"/>
                    <a:pt x="8" y="75"/>
                    <a:pt x="8" y="76"/>
                  </a:cubicBezTo>
                  <a:cubicBezTo>
                    <a:pt x="8" y="76"/>
                    <a:pt x="8" y="76"/>
                    <a:pt x="7" y="77"/>
                  </a:cubicBezTo>
                  <a:cubicBezTo>
                    <a:pt x="7" y="77"/>
                    <a:pt x="7" y="78"/>
                    <a:pt x="6" y="79"/>
                  </a:cubicBezTo>
                  <a:cubicBezTo>
                    <a:pt x="6" y="79"/>
                    <a:pt x="6" y="79"/>
                    <a:pt x="6" y="80"/>
                  </a:cubicBezTo>
                  <a:cubicBezTo>
                    <a:pt x="6" y="80"/>
                    <a:pt x="5" y="81"/>
                    <a:pt x="5" y="82"/>
                  </a:cubicBezTo>
                  <a:cubicBezTo>
                    <a:pt x="5" y="82"/>
                    <a:pt x="5" y="82"/>
                    <a:pt x="5" y="82"/>
                  </a:cubicBezTo>
                  <a:cubicBezTo>
                    <a:pt x="5" y="84"/>
                    <a:pt x="4" y="85"/>
                    <a:pt x="4" y="87"/>
                  </a:cubicBezTo>
                  <a:cubicBezTo>
                    <a:pt x="4" y="87"/>
                    <a:pt x="4" y="87"/>
                    <a:pt x="4" y="88"/>
                  </a:cubicBezTo>
                  <a:cubicBezTo>
                    <a:pt x="4" y="89"/>
                    <a:pt x="3" y="91"/>
                    <a:pt x="3" y="93"/>
                  </a:cubicBezTo>
                  <a:cubicBezTo>
                    <a:pt x="1" y="113"/>
                    <a:pt x="0" y="134"/>
                    <a:pt x="0" y="155"/>
                  </a:cubicBezTo>
                  <a:cubicBezTo>
                    <a:pt x="0" y="395"/>
                    <a:pt x="116" y="590"/>
                    <a:pt x="291" y="685"/>
                  </a:cubicBezTo>
                  <a:cubicBezTo>
                    <a:pt x="341" y="712"/>
                    <a:pt x="341" y="712"/>
                    <a:pt x="341" y="712"/>
                  </a:cubicBezTo>
                  <a:cubicBezTo>
                    <a:pt x="166" y="617"/>
                    <a:pt x="50" y="422"/>
                    <a:pt x="50" y="182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558" tIns="54781" rIns="109558" bIns="54781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9DBCC985-F2E3-44DD-812F-0883C038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003" y="3599291"/>
              <a:ext cx="1192188" cy="1695195"/>
            </a:xfrm>
            <a:custGeom>
              <a:avLst/>
              <a:gdLst>
                <a:gd name="T0" fmla="*/ 114 w 524"/>
                <a:gd name="T1" fmla="*/ 1 h 745"/>
                <a:gd name="T2" fmla="*/ 137 w 524"/>
                <a:gd name="T3" fmla="*/ 7 h 745"/>
                <a:gd name="T4" fmla="*/ 205 w 524"/>
                <a:gd name="T5" fmla="*/ 59 h 745"/>
                <a:gd name="T6" fmla="*/ 215 w 524"/>
                <a:gd name="T7" fmla="*/ 71 h 745"/>
                <a:gd name="T8" fmla="*/ 216 w 524"/>
                <a:gd name="T9" fmla="*/ 78 h 745"/>
                <a:gd name="T10" fmla="*/ 214 w 524"/>
                <a:gd name="T11" fmla="*/ 126 h 745"/>
                <a:gd name="T12" fmla="*/ 524 w 524"/>
                <a:gd name="T13" fmla="*/ 515 h 745"/>
                <a:gd name="T14" fmla="*/ 496 w 524"/>
                <a:gd name="T15" fmla="*/ 551 h 745"/>
                <a:gd name="T16" fmla="*/ 474 w 524"/>
                <a:gd name="T17" fmla="*/ 577 h 745"/>
                <a:gd name="T18" fmla="*/ 464 w 524"/>
                <a:gd name="T19" fmla="*/ 588 h 745"/>
                <a:gd name="T20" fmla="*/ 445 w 524"/>
                <a:gd name="T21" fmla="*/ 621 h 745"/>
                <a:gd name="T22" fmla="*/ 442 w 524"/>
                <a:gd name="T23" fmla="*/ 657 h 745"/>
                <a:gd name="T24" fmla="*/ 446 w 524"/>
                <a:gd name="T25" fmla="*/ 671 h 745"/>
                <a:gd name="T26" fmla="*/ 455 w 524"/>
                <a:gd name="T27" fmla="*/ 703 h 745"/>
                <a:gd name="T28" fmla="*/ 470 w 524"/>
                <a:gd name="T29" fmla="*/ 745 h 745"/>
                <a:gd name="T30" fmla="*/ 1 w 524"/>
                <a:gd name="T31" fmla="*/ 156 h 745"/>
                <a:gd name="T32" fmla="*/ 4 w 524"/>
                <a:gd name="T33" fmla="*/ 94 h 745"/>
                <a:gd name="T34" fmla="*/ 20 w 524"/>
                <a:gd name="T35" fmla="*/ 64 h 745"/>
                <a:gd name="T36" fmla="*/ 106 w 524"/>
                <a:gd name="T37" fmla="*/ 3 h 745"/>
                <a:gd name="T38" fmla="*/ 114 w 524"/>
                <a:gd name="T39" fmla="*/ 1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4" h="745">
                  <a:moveTo>
                    <a:pt x="114" y="1"/>
                  </a:moveTo>
                  <a:cubicBezTo>
                    <a:pt x="122" y="0"/>
                    <a:pt x="132" y="2"/>
                    <a:pt x="137" y="7"/>
                  </a:cubicBezTo>
                  <a:cubicBezTo>
                    <a:pt x="205" y="59"/>
                    <a:pt x="205" y="59"/>
                    <a:pt x="205" y="59"/>
                  </a:cubicBezTo>
                  <a:cubicBezTo>
                    <a:pt x="209" y="62"/>
                    <a:pt x="212" y="66"/>
                    <a:pt x="215" y="71"/>
                  </a:cubicBezTo>
                  <a:cubicBezTo>
                    <a:pt x="215" y="72"/>
                    <a:pt x="216" y="76"/>
                    <a:pt x="216" y="78"/>
                  </a:cubicBezTo>
                  <a:cubicBezTo>
                    <a:pt x="214" y="94"/>
                    <a:pt x="214" y="110"/>
                    <a:pt x="214" y="126"/>
                  </a:cubicBezTo>
                  <a:cubicBezTo>
                    <a:pt x="213" y="334"/>
                    <a:pt x="345" y="491"/>
                    <a:pt x="524" y="515"/>
                  </a:cubicBezTo>
                  <a:cubicBezTo>
                    <a:pt x="520" y="521"/>
                    <a:pt x="509" y="536"/>
                    <a:pt x="496" y="551"/>
                  </a:cubicBezTo>
                  <a:cubicBezTo>
                    <a:pt x="489" y="561"/>
                    <a:pt x="481" y="570"/>
                    <a:pt x="474" y="577"/>
                  </a:cubicBezTo>
                  <a:cubicBezTo>
                    <a:pt x="468" y="584"/>
                    <a:pt x="464" y="588"/>
                    <a:pt x="464" y="588"/>
                  </a:cubicBezTo>
                  <a:cubicBezTo>
                    <a:pt x="456" y="597"/>
                    <a:pt x="449" y="608"/>
                    <a:pt x="445" y="621"/>
                  </a:cubicBezTo>
                  <a:cubicBezTo>
                    <a:pt x="441" y="633"/>
                    <a:pt x="440" y="646"/>
                    <a:pt x="442" y="657"/>
                  </a:cubicBezTo>
                  <a:cubicBezTo>
                    <a:pt x="442" y="657"/>
                    <a:pt x="444" y="662"/>
                    <a:pt x="446" y="671"/>
                  </a:cubicBezTo>
                  <a:cubicBezTo>
                    <a:pt x="448" y="680"/>
                    <a:pt x="452" y="692"/>
                    <a:pt x="455" y="703"/>
                  </a:cubicBezTo>
                  <a:cubicBezTo>
                    <a:pt x="460" y="720"/>
                    <a:pt x="467" y="736"/>
                    <a:pt x="470" y="745"/>
                  </a:cubicBezTo>
                  <a:cubicBezTo>
                    <a:pt x="200" y="707"/>
                    <a:pt x="0" y="471"/>
                    <a:pt x="1" y="156"/>
                  </a:cubicBezTo>
                  <a:cubicBezTo>
                    <a:pt x="1" y="135"/>
                    <a:pt x="2" y="114"/>
                    <a:pt x="4" y="94"/>
                  </a:cubicBezTo>
                  <a:cubicBezTo>
                    <a:pt x="6" y="78"/>
                    <a:pt x="10" y="72"/>
                    <a:pt x="20" y="64"/>
                  </a:cubicBezTo>
                  <a:cubicBezTo>
                    <a:pt x="106" y="3"/>
                    <a:pt x="106" y="3"/>
                    <a:pt x="106" y="3"/>
                  </a:cubicBezTo>
                  <a:cubicBezTo>
                    <a:pt x="108" y="2"/>
                    <a:pt x="111" y="1"/>
                    <a:pt x="1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558" tIns="54781" rIns="109558" bIns="54781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ED454AE-20FD-43CF-B49C-7FDAEAACB049}"/>
              </a:ext>
            </a:extLst>
          </p:cNvPr>
          <p:cNvGrpSpPr/>
          <p:nvPr/>
        </p:nvGrpSpPr>
        <p:grpSpPr>
          <a:xfrm rot="16852807">
            <a:off x="3680274" y="3576723"/>
            <a:ext cx="2179106" cy="1809363"/>
            <a:chOff x="4658092" y="2141146"/>
            <a:chExt cx="1792327" cy="1488210"/>
          </a:xfrm>
        </p:grpSpPr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A161FDCA-3BBE-4C78-B21D-52EED856D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568" y="2202432"/>
              <a:ext cx="1677851" cy="1426924"/>
            </a:xfrm>
            <a:custGeom>
              <a:avLst/>
              <a:gdLst>
                <a:gd name="T0" fmla="*/ 608 w 738"/>
                <a:gd name="T1" fmla="*/ 5 h 627"/>
                <a:gd name="T2" fmla="*/ 665 w 738"/>
                <a:gd name="T3" fmla="*/ 0 h 627"/>
                <a:gd name="T4" fmla="*/ 690 w 738"/>
                <a:gd name="T5" fmla="*/ 14 h 627"/>
                <a:gd name="T6" fmla="*/ 735 w 738"/>
                <a:gd name="T7" fmla="*/ 100 h 627"/>
                <a:gd name="T8" fmla="*/ 727 w 738"/>
                <a:gd name="T9" fmla="*/ 136 h 627"/>
                <a:gd name="T10" fmla="*/ 670 w 738"/>
                <a:gd name="T11" fmla="*/ 216 h 627"/>
                <a:gd name="T12" fmla="*/ 658 w 738"/>
                <a:gd name="T13" fmla="*/ 229 h 627"/>
                <a:gd name="T14" fmla="*/ 652 w 738"/>
                <a:gd name="T15" fmla="*/ 231 h 627"/>
                <a:gd name="T16" fmla="*/ 607 w 738"/>
                <a:gd name="T17" fmla="*/ 235 h 627"/>
                <a:gd name="T18" fmla="*/ 206 w 738"/>
                <a:gd name="T19" fmla="*/ 627 h 627"/>
                <a:gd name="T20" fmla="*/ 176 w 738"/>
                <a:gd name="T21" fmla="*/ 602 h 627"/>
                <a:gd name="T22" fmla="*/ 155 w 738"/>
                <a:gd name="T23" fmla="*/ 581 h 627"/>
                <a:gd name="T24" fmla="*/ 146 w 738"/>
                <a:gd name="T25" fmla="*/ 571 h 627"/>
                <a:gd name="T26" fmla="*/ 118 w 738"/>
                <a:gd name="T27" fmla="*/ 555 h 627"/>
                <a:gd name="T28" fmla="*/ 96 w 738"/>
                <a:gd name="T29" fmla="*/ 553 h 627"/>
                <a:gd name="T30" fmla="*/ 85 w 738"/>
                <a:gd name="T31" fmla="*/ 556 h 627"/>
                <a:gd name="T32" fmla="*/ 71 w 738"/>
                <a:gd name="T33" fmla="*/ 562 h 627"/>
                <a:gd name="T34" fmla="*/ 40 w 738"/>
                <a:gd name="T35" fmla="*/ 577 h 627"/>
                <a:gd name="T36" fmla="*/ 0 w 738"/>
                <a:gd name="T37" fmla="*/ 598 h 627"/>
                <a:gd name="T38" fmla="*/ 608 w 738"/>
                <a:gd name="T39" fmla="*/ 5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38" h="627">
                  <a:moveTo>
                    <a:pt x="608" y="5"/>
                  </a:moveTo>
                  <a:cubicBezTo>
                    <a:pt x="627" y="3"/>
                    <a:pt x="646" y="1"/>
                    <a:pt x="665" y="0"/>
                  </a:cubicBezTo>
                  <a:cubicBezTo>
                    <a:pt x="680" y="0"/>
                    <a:pt x="684" y="4"/>
                    <a:pt x="690" y="14"/>
                  </a:cubicBezTo>
                  <a:cubicBezTo>
                    <a:pt x="735" y="100"/>
                    <a:pt x="735" y="100"/>
                    <a:pt x="735" y="100"/>
                  </a:cubicBezTo>
                  <a:cubicBezTo>
                    <a:pt x="738" y="111"/>
                    <a:pt x="735" y="126"/>
                    <a:pt x="727" y="136"/>
                  </a:cubicBezTo>
                  <a:cubicBezTo>
                    <a:pt x="670" y="216"/>
                    <a:pt x="670" y="216"/>
                    <a:pt x="670" y="216"/>
                  </a:cubicBezTo>
                  <a:cubicBezTo>
                    <a:pt x="668" y="221"/>
                    <a:pt x="663" y="226"/>
                    <a:pt x="658" y="229"/>
                  </a:cubicBezTo>
                  <a:cubicBezTo>
                    <a:pt x="657" y="230"/>
                    <a:pt x="653" y="231"/>
                    <a:pt x="652" y="231"/>
                  </a:cubicBezTo>
                  <a:cubicBezTo>
                    <a:pt x="637" y="232"/>
                    <a:pt x="622" y="233"/>
                    <a:pt x="607" y="235"/>
                  </a:cubicBezTo>
                  <a:cubicBezTo>
                    <a:pt x="414" y="262"/>
                    <a:pt x="252" y="428"/>
                    <a:pt x="206" y="627"/>
                  </a:cubicBezTo>
                  <a:cubicBezTo>
                    <a:pt x="201" y="623"/>
                    <a:pt x="188" y="613"/>
                    <a:pt x="176" y="602"/>
                  </a:cubicBezTo>
                  <a:cubicBezTo>
                    <a:pt x="168" y="594"/>
                    <a:pt x="161" y="587"/>
                    <a:pt x="155" y="581"/>
                  </a:cubicBezTo>
                  <a:cubicBezTo>
                    <a:pt x="149" y="575"/>
                    <a:pt x="146" y="571"/>
                    <a:pt x="146" y="571"/>
                  </a:cubicBezTo>
                  <a:cubicBezTo>
                    <a:pt x="139" y="563"/>
                    <a:pt x="129" y="558"/>
                    <a:pt x="118" y="555"/>
                  </a:cubicBezTo>
                  <a:cubicBezTo>
                    <a:pt x="111" y="553"/>
                    <a:pt x="103" y="552"/>
                    <a:pt x="96" y="553"/>
                  </a:cubicBezTo>
                  <a:cubicBezTo>
                    <a:pt x="92" y="554"/>
                    <a:pt x="89" y="555"/>
                    <a:pt x="85" y="556"/>
                  </a:cubicBezTo>
                  <a:cubicBezTo>
                    <a:pt x="85" y="556"/>
                    <a:pt x="80" y="559"/>
                    <a:pt x="71" y="562"/>
                  </a:cubicBezTo>
                  <a:cubicBezTo>
                    <a:pt x="63" y="566"/>
                    <a:pt x="51" y="571"/>
                    <a:pt x="40" y="577"/>
                  </a:cubicBezTo>
                  <a:cubicBezTo>
                    <a:pt x="24" y="584"/>
                    <a:pt x="8" y="593"/>
                    <a:pt x="0" y="598"/>
                  </a:cubicBezTo>
                  <a:cubicBezTo>
                    <a:pt x="70" y="297"/>
                    <a:pt x="316" y="47"/>
                    <a:pt x="608" y="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558" tIns="54781" rIns="109558" bIns="54781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4CA8078D-ACCA-483F-B7E5-1BEF17C53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8092" y="2141146"/>
              <a:ext cx="1660506" cy="1488210"/>
            </a:xfrm>
            <a:custGeom>
              <a:avLst/>
              <a:gdLst>
                <a:gd name="T0" fmla="*/ 729 w 730"/>
                <a:gd name="T1" fmla="*/ 30 h 654"/>
                <a:gd name="T2" fmla="*/ 724 w 730"/>
                <a:gd name="T3" fmla="*/ 28 h 654"/>
                <a:gd name="T4" fmla="*/ 720 w 730"/>
                <a:gd name="T5" fmla="*/ 28 h 654"/>
                <a:gd name="T6" fmla="*/ 715 w 730"/>
                <a:gd name="T7" fmla="*/ 27 h 654"/>
                <a:gd name="T8" fmla="*/ 658 w 730"/>
                <a:gd name="T9" fmla="*/ 33 h 654"/>
                <a:gd name="T10" fmla="*/ 628 w 730"/>
                <a:gd name="T11" fmla="*/ 38 h 654"/>
                <a:gd name="T12" fmla="*/ 604 w 730"/>
                <a:gd name="T13" fmla="*/ 43 h 654"/>
                <a:gd name="T14" fmla="*/ 581 w 730"/>
                <a:gd name="T15" fmla="*/ 48 h 654"/>
                <a:gd name="T16" fmla="*/ 559 w 730"/>
                <a:gd name="T17" fmla="*/ 55 h 654"/>
                <a:gd name="T18" fmla="*/ 538 w 730"/>
                <a:gd name="T19" fmla="*/ 62 h 654"/>
                <a:gd name="T20" fmla="*/ 516 w 730"/>
                <a:gd name="T21" fmla="*/ 70 h 654"/>
                <a:gd name="T22" fmla="*/ 495 w 730"/>
                <a:gd name="T23" fmla="*/ 78 h 654"/>
                <a:gd name="T24" fmla="*/ 123 w 730"/>
                <a:gd name="T25" fmla="*/ 431 h 654"/>
                <a:gd name="T26" fmla="*/ 110 w 730"/>
                <a:gd name="T27" fmla="*/ 456 h 654"/>
                <a:gd name="T28" fmla="*/ 98 w 730"/>
                <a:gd name="T29" fmla="*/ 483 h 654"/>
                <a:gd name="T30" fmla="*/ 87 w 730"/>
                <a:gd name="T31" fmla="*/ 509 h 654"/>
                <a:gd name="T32" fmla="*/ 76 w 730"/>
                <a:gd name="T33" fmla="*/ 537 h 654"/>
                <a:gd name="T34" fmla="*/ 67 w 730"/>
                <a:gd name="T35" fmla="*/ 563 h 654"/>
                <a:gd name="T36" fmla="*/ 59 w 730"/>
                <a:gd name="T37" fmla="*/ 590 h 654"/>
                <a:gd name="T38" fmla="*/ 50 w 730"/>
                <a:gd name="T39" fmla="*/ 625 h 654"/>
                <a:gd name="T40" fmla="*/ 7 w 730"/>
                <a:gd name="T41" fmla="*/ 572 h 654"/>
                <a:gd name="T42" fmla="*/ 15 w 730"/>
                <a:gd name="T43" fmla="*/ 546 h 654"/>
                <a:gd name="T44" fmla="*/ 23 w 730"/>
                <a:gd name="T45" fmla="*/ 520 h 654"/>
                <a:gd name="T46" fmla="*/ 29 w 730"/>
                <a:gd name="T47" fmla="*/ 504 h 654"/>
                <a:gd name="T48" fmla="*/ 37 w 730"/>
                <a:gd name="T49" fmla="*/ 482 h 654"/>
                <a:gd name="T50" fmla="*/ 48 w 730"/>
                <a:gd name="T51" fmla="*/ 456 h 654"/>
                <a:gd name="T52" fmla="*/ 60 w 730"/>
                <a:gd name="T53" fmla="*/ 429 h 654"/>
                <a:gd name="T54" fmla="*/ 73 w 730"/>
                <a:gd name="T55" fmla="*/ 404 h 654"/>
                <a:gd name="T56" fmla="*/ 76 w 730"/>
                <a:gd name="T57" fmla="*/ 398 h 654"/>
                <a:gd name="T58" fmla="*/ 425 w 730"/>
                <a:gd name="T59" fmla="*/ 61 h 654"/>
                <a:gd name="T60" fmla="*/ 442 w 730"/>
                <a:gd name="T61" fmla="*/ 53 h 654"/>
                <a:gd name="T62" fmla="*/ 467 w 730"/>
                <a:gd name="T63" fmla="*/ 43 h 654"/>
                <a:gd name="T64" fmla="*/ 488 w 730"/>
                <a:gd name="T65" fmla="*/ 35 h 654"/>
                <a:gd name="T66" fmla="*/ 510 w 730"/>
                <a:gd name="T67" fmla="*/ 28 h 654"/>
                <a:gd name="T68" fmla="*/ 532 w 730"/>
                <a:gd name="T69" fmla="*/ 21 h 654"/>
                <a:gd name="T70" fmla="*/ 555 w 730"/>
                <a:gd name="T71" fmla="*/ 16 h 654"/>
                <a:gd name="T72" fmla="*/ 578 w 730"/>
                <a:gd name="T73" fmla="*/ 11 h 654"/>
                <a:gd name="T74" fmla="*/ 608 w 730"/>
                <a:gd name="T75" fmla="*/ 6 h 654"/>
                <a:gd name="T76" fmla="*/ 665 w 730"/>
                <a:gd name="T77" fmla="*/ 0 h 654"/>
                <a:gd name="T78" fmla="*/ 670 w 730"/>
                <a:gd name="T79" fmla="*/ 1 h 654"/>
                <a:gd name="T80" fmla="*/ 674 w 730"/>
                <a:gd name="T81" fmla="*/ 1 h 654"/>
                <a:gd name="T82" fmla="*/ 677 w 730"/>
                <a:gd name="T83" fmla="*/ 2 h 654"/>
                <a:gd name="T84" fmla="*/ 680 w 730"/>
                <a:gd name="T85" fmla="*/ 3 h 654"/>
                <a:gd name="T86" fmla="*/ 730 w 730"/>
                <a:gd name="T87" fmla="*/ 30 h 654"/>
                <a:gd name="T88" fmla="*/ 196 w 730"/>
                <a:gd name="T89" fmla="*/ 598 h 654"/>
                <a:gd name="T90" fmla="*/ 190 w 730"/>
                <a:gd name="T91" fmla="*/ 592 h 654"/>
                <a:gd name="T92" fmla="*/ 183 w 730"/>
                <a:gd name="T93" fmla="*/ 588 h 654"/>
                <a:gd name="T94" fmla="*/ 155 w 730"/>
                <a:gd name="T95" fmla="*/ 580 h 654"/>
                <a:gd name="T96" fmla="*/ 176 w 730"/>
                <a:gd name="T97" fmla="*/ 602 h 654"/>
                <a:gd name="T98" fmla="*/ 256 w 730"/>
                <a:gd name="T99" fmla="*/ 654 h 654"/>
                <a:gd name="T100" fmla="*/ 205 w 730"/>
                <a:gd name="T101" fmla="*/ 608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0" h="654">
                  <a:moveTo>
                    <a:pt x="730" y="30"/>
                  </a:moveTo>
                  <a:cubicBezTo>
                    <a:pt x="730" y="30"/>
                    <a:pt x="729" y="30"/>
                    <a:pt x="729" y="30"/>
                  </a:cubicBezTo>
                  <a:cubicBezTo>
                    <a:pt x="728" y="29"/>
                    <a:pt x="727" y="29"/>
                    <a:pt x="726" y="29"/>
                  </a:cubicBezTo>
                  <a:cubicBezTo>
                    <a:pt x="725" y="29"/>
                    <a:pt x="725" y="28"/>
                    <a:pt x="724" y="28"/>
                  </a:cubicBezTo>
                  <a:cubicBezTo>
                    <a:pt x="724" y="28"/>
                    <a:pt x="724" y="28"/>
                    <a:pt x="724" y="28"/>
                  </a:cubicBezTo>
                  <a:cubicBezTo>
                    <a:pt x="722" y="28"/>
                    <a:pt x="721" y="28"/>
                    <a:pt x="720" y="28"/>
                  </a:cubicBezTo>
                  <a:cubicBezTo>
                    <a:pt x="720" y="28"/>
                    <a:pt x="719" y="28"/>
                    <a:pt x="719" y="27"/>
                  </a:cubicBezTo>
                  <a:cubicBezTo>
                    <a:pt x="718" y="27"/>
                    <a:pt x="716" y="27"/>
                    <a:pt x="715" y="27"/>
                  </a:cubicBezTo>
                  <a:cubicBezTo>
                    <a:pt x="696" y="28"/>
                    <a:pt x="677" y="30"/>
                    <a:pt x="658" y="32"/>
                  </a:cubicBezTo>
                  <a:cubicBezTo>
                    <a:pt x="658" y="32"/>
                    <a:pt x="658" y="32"/>
                    <a:pt x="658" y="33"/>
                  </a:cubicBezTo>
                  <a:cubicBezTo>
                    <a:pt x="650" y="34"/>
                    <a:pt x="643" y="35"/>
                    <a:pt x="635" y="36"/>
                  </a:cubicBezTo>
                  <a:cubicBezTo>
                    <a:pt x="633" y="37"/>
                    <a:pt x="630" y="37"/>
                    <a:pt x="628" y="38"/>
                  </a:cubicBezTo>
                  <a:cubicBezTo>
                    <a:pt x="623" y="39"/>
                    <a:pt x="618" y="39"/>
                    <a:pt x="613" y="41"/>
                  </a:cubicBezTo>
                  <a:cubicBezTo>
                    <a:pt x="610" y="41"/>
                    <a:pt x="607" y="42"/>
                    <a:pt x="604" y="43"/>
                  </a:cubicBezTo>
                  <a:cubicBezTo>
                    <a:pt x="600" y="44"/>
                    <a:pt x="595" y="45"/>
                    <a:pt x="591" y="46"/>
                  </a:cubicBezTo>
                  <a:cubicBezTo>
                    <a:pt x="588" y="47"/>
                    <a:pt x="585" y="47"/>
                    <a:pt x="581" y="48"/>
                  </a:cubicBezTo>
                  <a:cubicBezTo>
                    <a:pt x="577" y="49"/>
                    <a:pt x="573" y="51"/>
                    <a:pt x="569" y="52"/>
                  </a:cubicBezTo>
                  <a:cubicBezTo>
                    <a:pt x="566" y="53"/>
                    <a:pt x="562" y="54"/>
                    <a:pt x="559" y="55"/>
                  </a:cubicBezTo>
                  <a:cubicBezTo>
                    <a:pt x="555" y="56"/>
                    <a:pt x="551" y="57"/>
                    <a:pt x="547" y="59"/>
                  </a:cubicBezTo>
                  <a:cubicBezTo>
                    <a:pt x="544" y="60"/>
                    <a:pt x="541" y="61"/>
                    <a:pt x="538" y="62"/>
                  </a:cubicBezTo>
                  <a:cubicBezTo>
                    <a:pt x="533" y="63"/>
                    <a:pt x="529" y="65"/>
                    <a:pt x="525" y="66"/>
                  </a:cubicBezTo>
                  <a:cubicBezTo>
                    <a:pt x="522" y="67"/>
                    <a:pt x="519" y="69"/>
                    <a:pt x="516" y="70"/>
                  </a:cubicBezTo>
                  <a:cubicBezTo>
                    <a:pt x="512" y="71"/>
                    <a:pt x="508" y="73"/>
                    <a:pt x="503" y="75"/>
                  </a:cubicBezTo>
                  <a:cubicBezTo>
                    <a:pt x="501" y="76"/>
                    <a:pt x="498" y="77"/>
                    <a:pt x="495" y="78"/>
                  </a:cubicBezTo>
                  <a:cubicBezTo>
                    <a:pt x="489" y="81"/>
                    <a:pt x="483" y="84"/>
                    <a:pt x="477" y="86"/>
                  </a:cubicBezTo>
                  <a:cubicBezTo>
                    <a:pt x="328" y="155"/>
                    <a:pt x="203" y="279"/>
                    <a:pt x="123" y="431"/>
                  </a:cubicBezTo>
                  <a:cubicBezTo>
                    <a:pt x="121" y="435"/>
                    <a:pt x="118" y="439"/>
                    <a:pt x="116" y="444"/>
                  </a:cubicBezTo>
                  <a:cubicBezTo>
                    <a:pt x="114" y="448"/>
                    <a:pt x="112" y="452"/>
                    <a:pt x="110" y="456"/>
                  </a:cubicBezTo>
                  <a:cubicBezTo>
                    <a:pt x="108" y="461"/>
                    <a:pt x="106" y="465"/>
                    <a:pt x="104" y="469"/>
                  </a:cubicBezTo>
                  <a:cubicBezTo>
                    <a:pt x="102" y="474"/>
                    <a:pt x="100" y="478"/>
                    <a:pt x="98" y="483"/>
                  </a:cubicBezTo>
                  <a:cubicBezTo>
                    <a:pt x="96" y="487"/>
                    <a:pt x="94" y="491"/>
                    <a:pt x="92" y="496"/>
                  </a:cubicBezTo>
                  <a:cubicBezTo>
                    <a:pt x="90" y="500"/>
                    <a:pt x="88" y="505"/>
                    <a:pt x="87" y="509"/>
                  </a:cubicBezTo>
                  <a:cubicBezTo>
                    <a:pt x="85" y="514"/>
                    <a:pt x="83" y="518"/>
                    <a:pt x="81" y="523"/>
                  </a:cubicBezTo>
                  <a:cubicBezTo>
                    <a:pt x="80" y="527"/>
                    <a:pt x="78" y="532"/>
                    <a:pt x="76" y="537"/>
                  </a:cubicBezTo>
                  <a:cubicBezTo>
                    <a:pt x="75" y="540"/>
                    <a:pt x="74" y="543"/>
                    <a:pt x="73" y="547"/>
                  </a:cubicBezTo>
                  <a:cubicBezTo>
                    <a:pt x="71" y="552"/>
                    <a:pt x="69" y="558"/>
                    <a:pt x="67" y="563"/>
                  </a:cubicBezTo>
                  <a:cubicBezTo>
                    <a:pt x="66" y="566"/>
                    <a:pt x="65" y="569"/>
                    <a:pt x="64" y="573"/>
                  </a:cubicBezTo>
                  <a:cubicBezTo>
                    <a:pt x="62" y="579"/>
                    <a:pt x="61" y="584"/>
                    <a:pt x="59" y="590"/>
                  </a:cubicBezTo>
                  <a:cubicBezTo>
                    <a:pt x="58" y="593"/>
                    <a:pt x="57" y="596"/>
                    <a:pt x="57" y="599"/>
                  </a:cubicBezTo>
                  <a:cubicBezTo>
                    <a:pt x="54" y="607"/>
                    <a:pt x="52" y="616"/>
                    <a:pt x="50" y="625"/>
                  </a:cubicBezTo>
                  <a:cubicBezTo>
                    <a:pt x="0" y="598"/>
                    <a:pt x="0" y="598"/>
                    <a:pt x="0" y="598"/>
                  </a:cubicBezTo>
                  <a:cubicBezTo>
                    <a:pt x="3" y="589"/>
                    <a:pt x="5" y="580"/>
                    <a:pt x="7" y="572"/>
                  </a:cubicBezTo>
                  <a:cubicBezTo>
                    <a:pt x="8" y="569"/>
                    <a:pt x="9" y="566"/>
                    <a:pt x="9" y="563"/>
                  </a:cubicBezTo>
                  <a:cubicBezTo>
                    <a:pt x="11" y="557"/>
                    <a:pt x="13" y="552"/>
                    <a:pt x="15" y="546"/>
                  </a:cubicBezTo>
                  <a:cubicBezTo>
                    <a:pt x="16" y="542"/>
                    <a:pt x="17" y="539"/>
                    <a:pt x="18" y="536"/>
                  </a:cubicBezTo>
                  <a:cubicBezTo>
                    <a:pt x="19" y="531"/>
                    <a:pt x="21" y="525"/>
                    <a:pt x="23" y="520"/>
                  </a:cubicBezTo>
                  <a:cubicBezTo>
                    <a:pt x="24" y="516"/>
                    <a:pt x="25" y="513"/>
                    <a:pt x="26" y="510"/>
                  </a:cubicBezTo>
                  <a:cubicBezTo>
                    <a:pt x="27" y="508"/>
                    <a:pt x="28" y="506"/>
                    <a:pt x="29" y="504"/>
                  </a:cubicBezTo>
                  <a:cubicBezTo>
                    <a:pt x="30" y="501"/>
                    <a:pt x="31" y="498"/>
                    <a:pt x="32" y="496"/>
                  </a:cubicBezTo>
                  <a:cubicBezTo>
                    <a:pt x="33" y="491"/>
                    <a:pt x="35" y="487"/>
                    <a:pt x="37" y="482"/>
                  </a:cubicBezTo>
                  <a:cubicBezTo>
                    <a:pt x="39" y="478"/>
                    <a:pt x="41" y="473"/>
                    <a:pt x="42" y="469"/>
                  </a:cubicBezTo>
                  <a:cubicBezTo>
                    <a:pt x="44" y="464"/>
                    <a:pt x="46" y="460"/>
                    <a:pt x="48" y="456"/>
                  </a:cubicBezTo>
                  <a:cubicBezTo>
                    <a:pt x="50" y="451"/>
                    <a:pt x="52" y="447"/>
                    <a:pt x="54" y="442"/>
                  </a:cubicBezTo>
                  <a:cubicBezTo>
                    <a:pt x="56" y="438"/>
                    <a:pt x="58" y="434"/>
                    <a:pt x="60" y="429"/>
                  </a:cubicBezTo>
                  <a:cubicBezTo>
                    <a:pt x="62" y="425"/>
                    <a:pt x="64" y="421"/>
                    <a:pt x="67" y="417"/>
                  </a:cubicBezTo>
                  <a:cubicBezTo>
                    <a:pt x="69" y="412"/>
                    <a:pt x="71" y="408"/>
                    <a:pt x="73" y="404"/>
                  </a:cubicBezTo>
                  <a:cubicBezTo>
                    <a:pt x="74" y="402"/>
                    <a:pt x="75" y="400"/>
                    <a:pt x="76" y="398"/>
                  </a:cubicBezTo>
                  <a:cubicBezTo>
                    <a:pt x="76" y="398"/>
                    <a:pt x="76" y="398"/>
                    <a:pt x="76" y="398"/>
                  </a:cubicBezTo>
                  <a:cubicBezTo>
                    <a:pt x="156" y="251"/>
                    <a:pt x="279" y="129"/>
                    <a:pt x="425" y="61"/>
                  </a:cubicBezTo>
                  <a:cubicBezTo>
                    <a:pt x="425" y="61"/>
                    <a:pt x="425" y="61"/>
                    <a:pt x="425" y="61"/>
                  </a:cubicBezTo>
                  <a:cubicBezTo>
                    <a:pt x="425" y="60"/>
                    <a:pt x="426" y="60"/>
                    <a:pt x="426" y="60"/>
                  </a:cubicBezTo>
                  <a:cubicBezTo>
                    <a:pt x="432" y="58"/>
                    <a:pt x="437" y="55"/>
                    <a:pt x="442" y="53"/>
                  </a:cubicBezTo>
                  <a:cubicBezTo>
                    <a:pt x="446" y="51"/>
                    <a:pt x="450" y="50"/>
                    <a:pt x="454" y="48"/>
                  </a:cubicBezTo>
                  <a:cubicBezTo>
                    <a:pt x="458" y="46"/>
                    <a:pt x="463" y="44"/>
                    <a:pt x="467" y="43"/>
                  </a:cubicBezTo>
                  <a:cubicBezTo>
                    <a:pt x="470" y="41"/>
                    <a:pt x="473" y="40"/>
                    <a:pt x="476" y="39"/>
                  </a:cubicBezTo>
                  <a:cubicBezTo>
                    <a:pt x="480" y="38"/>
                    <a:pt x="484" y="36"/>
                    <a:pt x="488" y="35"/>
                  </a:cubicBezTo>
                  <a:cubicBezTo>
                    <a:pt x="491" y="34"/>
                    <a:pt x="495" y="33"/>
                    <a:pt x="498" y="32"/>
                  </a:cubicBezTo>
                  <a:cubicBezTo>
                    <a:pt x="502" y="30"/>
                    <a:pt x="506" y="29"/>
                    <a:pt x="510" y="28"/>
                  </a:cubicBezTo>
                  <a:cubicBezTo>
                    <a:pt x="513" y="27"/>
                    <a:pt x="516" y="26"/>
                    <a:pt x="519" y="25"/>
                  </a:cubicBezTo>
                  <a:cubicBezTo>
                    <a:pt x="524" y="24"/>
                    <a:pt x="528" y="22"/>
                    <a:pt x="532" y="21"/>
                  </a:cubicBezTo>
                  <a:cubicBezTo>
                    <a:pt x="535" y="20"/>
                    <a:pt x="538" y="20"/>
                    <a:pt x="541" y="19"/>
                  </a:cubicBezTo>
                  <a:cubicBezTo>
                    <a:pt x="546" y="18"/>
                    <a:pt x="550" y="17"/>
                    <a:pt x="555" y="16"/>
                  </a:cubicBezTo>
                  <a:cubicBezTo>
                    <a:pt x="558" y="15"/>
                    <a:pt x="560" y="14"/>
                    <a:pt x="563" y="14"/>
                  </a:cubicBezTo>
                  <a:cubicBezTo>
                    <a:pt x="568" y="12"/>
                    <a:pt x="573" y="11"/>
                    <a:pt x="578" y="11"/>
                  </a:cubicBezTo>
                  <a:cubicBezTo>
                    <a:pt x="581" y="10"/>
                    <a:pt x="583" y="10"/>
                    <a:pt x="586" y="9"/>
                  </a:cubicBezTo>
                  <a:cubicBezTo>
                    <a:pt x="593" y="8"/>
                    <a:pt x="601" y="7"/>
                    <a:pt x="608" y="6"/>
                  </a:cubicBezTo>
                  <a:cubicBezTo>
                    <a:pt x="608" y="6"/>
                    <a:pt x="608" y="5"/>
                    <a:pt x="608" y="5"/>
                  </a:cubicBezTo>
                  <a:cubicBezTo>
                    <a:pt x="627" y="3"/>
                    <a:pt x="646" y="1"/>
                    <a:pt x="665" y="0"/>
                  </a:cubicBezTo>
                  <a:cubicBezTo>
                    <a:pt x="667" y="0"/>
                    <a:pt x="668" y="0"/>
                    <a:pt x="669" y="0"/>
                  </a:cubicBezTo>
                  <a:cubicBezTo>
                    <a:pt x="670" y="1"/>
                    <a:pt x="670" y="1"/>
                    <a:pt x="670" y="1"/>
                  </a:cubicBezTo>
                  <a:cubicBezTo>
                    <a:pt x="672" y="1"/>
                    <a:pt x="673" y="1"/>
                    <a:pt x="674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5" y="1"/>
                    <a:pt x="675" y="1"/>
                    <a:pt x="676" y="1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7" y="2"/>
                    <a:pt x="678" y="2"/>
                    <a:pt x="679" y="3"/>
                  </a:cubicBezTo>
                  <a:cubicBezTo>
                    <a:pt x="679" y="3"/>
                    <a:pt x="680" y="3"/>
                    <a:pt x="680" y="3"/>
                  </a:cubicBezTo>
                  <a:cubicBezTo>
                    <a:pt x="680" y="3"/>
                    <a:pt x="680" y="3"/>
                    <a:pt x="681" y="3"/>
                  </a:cubicBezTo>
                  <a:lnTo>
                    <a:pt x="730" y="30"/>
                  </a:lnTo>
                  <a:close/>
                  <a:moveTo>
                    <a:pt x="205" y="608"/>
                  </a:moveTo>
                  <a:cubicBezTo>
                    <a:pt x="199" y="602"/>
                    <a:pt x="196" y="598"/>
                    <a:pt x="196" y="598"/>
                  </a:cubicBezTo>
                  <a:cubicBezTo>
                    <a:pt x="194" y="596"/>
                    <a:pt x="192" y="594"/>
                    <a:pt x="190" y="593"/>
                  </a:cubicBezTo>
                  <a:cubicBezTo>
                    <a:pt x="190" y="593"/>
                    <a:pt x="190" y="593"/>
                    <a:pt x="190" y="592"/>
                  </a:cubicBezTo>
                  <a:cubicBezTo>
                    <a:pt x="188" y="591"/>
                    <a:pt x="186" y="590"/>
                    <a:pt x="184" y="588"/>
                  </a:cubicBezTo>
                  <a:cubicBezTo>
                    <a:pt x="184" y="588"/>
                    <a:pt x="183" y="588"/>
                    <a:pt x="183" y="588"/>
                  </a:cubicBezTo>
                  <a:cubicBezTo>
                    <a:pt x="179" y="585"/>
                    <a:pt x="174" y="583"/>
                    <a:pt x="168" y="582"/>
                  </a:cubicBezTo>
                  <a:cubicBezTo>
                    <a:pt x="164" y="581"/>
                    <a:pt x="159" y="580"/>
                    <a:pt x="155" y="580"/>
                  </a:cubicBezTo>
                  <a:cubicBezTo>
                    <a:pt x="155" y="580"/>
                    <a:pt x="155" y="581"/>
                    <a:pt x="155" y="581"/>
                  </a:cubicBezTo>
                  <a:cubicBezTo>
                    <a:pt x="161" y="587"/>
                    <a:pt x="168" y="594"/>
                    <a:pt x="176" y="602"/>
                  </a:cubicBezTo>
                  <a:cubicBezTo>
                    <a:pt x="188" y="613"/>
                    <a:pt x="201" y="623"/>
                    <a:pt x="206" y="627"/>
                  </a:cubicBezTo>
                  <a:cubicBezTo>
                    <a:pt x="256" y="654"/>
                    <a:pt x="256" y="654"/>
                    <a:pt x="256" y="654"/>
                  </a:cubicBezTo>
                  <a:cubicBezTo>
                    <a:pt x="251" y="650"/>
                    <a:pt x="238" y="640"/>
                    <a:pt x="226" y="629"/>
                  </a:cubicBezTo>
                  <a:cubicBezTo>
                    <a:pt x="218" y="621"/>
                    <a:pt x="211" y="614"/>
                    <a:pt x="205" y="608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558" tIns="54781" rIns="109558" bIns="54781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B3C0B6A-07C7-4217-9169-1D5AF5FA9832}"/>
              </a:ext>
            </a:extLst>
          </p:cNvPr>
          <p:cNvGrpSpPr/>
          <p:nvPr/>
        </p:nvGrpSpPr>
        <p:grpSpPr>
          <a:xfrm>
            <a:off x="1037341" y="4857872"/>
            <a:ext cx="2533630" cy="894079"/>
            <a:chOff x="1037341" y="4857872"/>
            <a:chExt cx="2533630" cy="894079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6696430-127D-4301-877D-C8F0FDAD969C}"/>
                </a:ext>
              </a:extLst>
            </p:cNvPr>
            <p:cNvSpPr/>
            <p:nvPr/>
          </p:nvSpPr>
          <p:spPr>
            <a:xfrm>
              <a:off x="1037341" y="4857872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44546A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04DFDEA-3524-4887-B440-84F67F30FE26}"/>
                </a:ext>
              </a:extLst>
            </p:cNvPr>
            <p:cNvSpPr/>
            <p:nvPr/>
          </p:nvSpPr>
          <p:spPr>
            <a:xfrm>
              <a:off x="1083992" y="5121650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sp>
        <p:nvSpPr>
          <p:cNvPr id="109" name="Arc 108">
            <a:extLst>
              <a:ext uri="{FF2B5EF4-FFF2-40B4-BE49-F238E27FC236}">
                <a16:creationId xmlns:a16="http://schemas.microsoft.com/office/drawing/2014/main" id="{59D3AE3F-7D32-4F86-8FA9-8AA55342D4F2}"/>
              </a:ext>
            </a:extLst>
          </p:cNvPr>
          <p:cNvSpPr/>
          <p:nvPr/>
        </p:nvSpPr>
        <p:spPr>
          <a:xfrm rot="16200000">
            <a:off x="3630610" y="4404626"/>
            <a:ext cx="1201188" cy="1201188"/>
          </a:xfrm>
          <a:prstGeom prst="arc">
            <a:avLst>
              <a:gd name="adj1" fmla="val 17022451"/>
              <a:gd name="adj2" fmla="val 21000127"/>
            </a:avLst>
          </a:prstGeom>
          <a:ln w="57150">
            <a:solidFill>
              <a:schemeClr val="tx2">
                <a:lumMod val="7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Arc 109">
            <a:extLst>
              <a:ext uri="{FF2B5EF4-FFF2-40B4-BE49-F238E27FC236}">
                <a16:creationId xmlns:a16="http://schemas.microsoft.com/office/drawing/2014/main" id="{3AAF2AF3-008E-4C53-80A8-638C38CC4542}"/>
              </a:ext>
            </a:extLst>
          </p:cNvPr>
          <p:cNvSpPr/>
          <p:nvPr/>
        </p:nvSpPr>
        <p:spPr>
          <a:xfrm>
            <a:off x="3410088" y="2185642"/>
            <a:ext cx="1201188" cy="1201188"/>
          </a:xfrm>
          <a:prstGeom prst="arc">
            <a:avLst>
              <a:gd name="adj1" fmla="val 15093499"/>
              <a:gd name="adj2" fmla="val 21000127"/>
            </a:avLst>
          </a:prstGeom>
          <a:ln w="57150">
            <a:solidFill>
              <a:srgbClr val="ED7D3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7214C4-65F2-4288-B5B9-5F2C23ACD680}"/>
              </a:ext>
            </a:extLst>
          </p:cNvPr>
          <p:cNvGrpSpPr/>
          <p:nvPr/>
        </p:nvGrpSpPr>
        <p:grpSpPr>
          <a:xfrm>
            <a:off x="1037341" y="1905022"/>
            <a:ext cx="2533630" cy="894079"/>
            <a:chOff x="1037341" y="1905022"/>
            <a:chExt cx="2533630" cy="894079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A250013-6C04-4469-A7F4-5FF9BDCA0FA3}"/>
                </a:ext>
              </a:extLst>
            </p:cNvPr>
            <p:cNvSpPr/>
            <p:nvPr/>
          </p:nvSpPr>
          <p:spPr>
            <a:xfrm>
              <a:off x="1037341" y="1905022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ED7D31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E0706228-D92F-4793-8977-EB777222D67E}"/>
                </a:ext>
              </a:extLst>
            </p:cNvPr>
            <p:cNvSpPr/>
            <p:nvPr/>
          </p:nvSpPr>
          <p:spPr>
            <a:xfrm>
              <a:off x="1083992" y="2168800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sp>
        <p:nvSpPr>
          <p:cNvPr id="114" name="Arc 113">
            <a:extLst>
              <a:ext uri="{FF2B5EF4-FFF2-40B4-BE49-F238E27FC236}">
                <a16:creationId xmlns:a16="http://schemas.microsoft.com/office/drawing/2014/main" id="{B50EAA38-4F91-4424-BA3B-BBBF9E2A4EA2}"/>
              </a:ext>
            </a:extLst>
          </p:cNvPr>
          <p:cNvSpPr/>
          <p:nvPr/>
        </p:nvSpPr>
        <p:spPr>
          <a:xfrm flipH="1">
            <a:off x="7205372" y="2455691"/>
            <a:ext cx="1201188" cy="1201188"/>
          </a:xfrm>
          <a:prstGeom prst="arc">
            <a:avLst>
              <a:gd name="adj1" fmla="val 15093499"/>
              <a:gd name="adj2" fmla="val 21000127"/>
            </a:avLst>
          </a:prstGeom>
          <a:ln w="57150">
            <a:solidFill>
              <a:srgbClr val="A5A5A5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F1302C-A1CC-485C-A2C6-5A9DE75A5628}"/>
              </a:ext>
            </a:extLst>
          </p:cNvPr>
          <p:cNvGrpSpPr/>
          <p:nvPr/>
        </p:nvGrpSpPr>
        <p:grpSpPr>
          <a:xfrm>
            <a:off x="8200971" y="2360659"/>
            <a:ext cx="2533630" cy="894079"/>
            <a:chOff x="8200971" y="2360659"/>
            <a:chExt cx="2533630" cy="894079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9449568-929A-49B0-AFBA-F41AF1716708}"/>
                </a:ext>
              </a:extLst>
            </p:cNvPr>
            <p:cNvSpPr/>
            <p:nvPr/>
          </p:nvSpPr>
          <p:spPr>
            <a:xfrm>
              <a:off x="8200971" y="2360659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b="1" dirty="0">
                  <a:solidFill>
                    <a:srgbClr val="7C7C7C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C5BD5ED-C4FA-4BAA-9F2A-121A45AEA4C2}"/>
                </a:ext>
              </a:extLst>
            </p:cNvPr>
            <p:cNvSpPr/>
            <p:nvPr/>
          </p:nvSpPr>
          <p:spPr>
            <a:xfrm>
              <a:off x="8200971" y="2624437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sp>
        <p:nvSpPr>
          <p:cNvPr id="117" name="Arc 116">
            <a:extLst>
              <a:ext uri="{FF2B5EF4-FFF2-40B4-BE49-F238E27FC236}">
                <a16:creationId xmlns:a16="http://schemas.microsoft.com/office/drawing/2014/main" id="{32A7A603-16CF-423E-8D3B-A265E1B69507}"/>
              </a:ext>
            </a:extLst>
          </p:cNvPr>
          <p:cNvSpPr/>
          <p:nvPr/>
        </p:nvSpPr>
        <p:spPr>
          <a:xfrm rot="3415455" flipH="1">
            <a:off x="6929487" y="5272438"/>
            <a:ext cx="1201188" cy="1201188"/>
          </a:xfrm>
          <a:prstGeom prst="arc">
            <a:avLst>
              <a:gd name="adj1" fmla="val 17022451"/>
              <a:gd name="adj2" fmla="val 21000127"/>
            </a:avLst>
          </a:prstGeom>
          <a:ln w="57150">
            <a:solidFill>
              <a:srgbClr val="FFC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278DE9-E4CC-4DBD-B21B-487F02BADD99}"/>
              </a:ext>
            </a:extLst>
          </p:cNvPr>
          <p:cNvGrpSpPr/>
          <p:nvPr/>
        </p:nvGrpSpPr>
        <p:grpSpPr>
          <a:xfrm>
            <a:off x="8200971" y="5225019"/>
            <a:ext cx="2533630" cy="894079"/>
            <a:chOff x="8200971" y="5225019"/>
            <a:chExt cx="2533630" cy="894079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27F446E-A118-4415-8DDA-07A4E6D4AD34}"/>
                </a:ext>
              </a:extLst>
            </p:cNvPr>
            <p:cNvSpPr/>
            <p:nvPr/>
          </p:nvSpPr>
          <p:spPr>
            <a:xfrm>
              <a:off x="8200971" y="5225019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b="1" dirty="0">
                  <a:solidFill>
                    <a:srgbClr val="FFC000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D09921CB-E822-4B30-B0E9-9904C47707F4}"/>
                </a:ext>
              </a:extLst>
            </p:cNvPr>
            <p:cNvSpPr/>
            <p:nvPr/>
          </p:nvSpPr>
          <p:spPr>
            <a:xfrm>
              <a:off x="8200971" y="5488797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633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10" grpId="0" animBg="1"/>
      <p:bldP spid="114" grpId="0" animBg="1"/>
      <p:bldP spid="1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4">
            <a:extLst>
              <a:ext uri="{FF2B5EF4-FFF2-40B4-BE49-F238E27FC236}">
                <a16:creationId xmlns:a16="http://schemas.microsoft.com/office/drawing/2014/main" id="{944589DD-3AF5-4DB6-BFED-D5408E580CBF}"/>
              </a:ext>
            </a:extLst>
          </p:cNvPr>
          <p:cNvSpPr txBox="1">
            <a:spLocks/>
          </p:cNvSpPr>
          <p:nvPr/>
        </p:nvSpPr>
        <p:spPr>
          <a:xfrm>
            <a:off x="592436" y="580809"/>
            <a:ext cx="11000037" cy="587039"/>
          </a:xfrm>
          <a:prstGeom prst="rect">
            <a:avLst/>
          </a:prstGeom>
        </p:spPr>
        <p:txBody>
          <a:bodyPr/>
          <a:lstStyle>
            <a:lvl1pPr algn="l" defTabSz="14607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2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Infographic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3EC5090-4D46-4F5C-AA5C-FA42E6B2F7AE}"/>
              </a:ext>
            </a:extLst>
          </p:cNvPr>
          <p:cNvGrpSpPr/>
          <p:nvPr/>
        </p:nvGrpSpPr>
        <p:grpSpPr>
          <a:xfrm>
            <a:off x="5738496" y="1183554"/>
            <a:ext cx="707917" cy="130783"/>
            <a:chOff x="1110190" y="3155259"/>
            <a:chExt cx="1133316" cy="209373"/>
          </a:xfrm>
        </p:grpSpPr>
        <p:sp>
          <p:nvSpPr>
            <p:cNvPr id="122" name="Freeform 5">
              <a:extLst>
                <a:ext uri="{FF2B5EF4-FFF2-40B4-BE49-F238E27FC236}">
                  <a16:creationId xmlns:a16="http://schemas.microsoft.com/office/drawing/2014/main" id="{D0F52B66-3172-47BD-9739-6E0F37A03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90" y="3155259"/>
              <a:ext cx="202111" cy="2093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3" name="Freeform 5">
              <a:extLst>
                <a:ext uri="{FF2B5EF4-FFF2-40B4-BE49-F238E27FC236}">
                  <a16:creationId xmlns:a16="http://schemas.microsoft.com/office/drawing/2014/main" id="{6D172552-781E-4BEC-AEA4-A5674B321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53" y="3155259"/>
              <a:ext cx="202111" cy="209373"/>
            </a:xfrm>
            <a:prstGeom prst="ellipse">
              <a:avLst/>
            </a:prstGeom>
            <a:solidFill>
              <a:schemeClr val="bg1">
                <a:lumMod val="85000"/>
                <a:alpha val="98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4" name="Freeform 5">
              <a:extLst>
                <a:ext uri="{FF2B5EF4-FFF2-40B4-BE49-F238E27FC236}">
                  <a16:creationId xmlns:a16="http://schemas.microsoft.com/office/drawing/2014/main" id="{C322429E-626C-4576-99C0-B993F4256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115" y="3155259"/>
              <a:ext cx="202111" cy="20937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5" name="Freeform 5">
              <a:extLst>
                <a:ext uri="{FF2B5EF4-FFF2-40B4-BE49-F238E27FC236}">
                  <a16:creationId xmlns:a16="http://schemas.microsoft.com/office/drawing/2014/main" id="{4FF332E8-18A4-4DD4-9F28-5C0FE737D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395" y="3155259"/>
              <a:ext cx="202111" cy="2093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EC059F-C6C7-4E92-B0B7-812B2A96E8D1}"/>
              </a:ext>
            </a:extLst>
          </p:cNvPr>
          <p:cNvCxnSpPr/>
          <p:nvPr/>
        </p:nvCxnSpPr>
        <p:spPr>
          <a:xfrm flipV="1">
            <a:off x="4202509" y="5594253"/>
            <a:ext cx="1290543" cy="259094"/>
          </a:xfrm>
          <a:prstGeom prst="line">
            <a:avLst/>
          </a:prstGeom>
          <a:ln>
            <a:solidFill>
              <a:schemeClr val="tx2"/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F7FF24-2F2E-43FA-9E77-C401CC4C8940}"/>
              </a:ext>
            </a:extLst>
          </p:cNvPr>
          <p:cNvCxnSpPr/>
          <p:nvPr/>
        </p:nvCxnSpPr>
        <p:spPr>
          <a:xfrm flipV="1">
            <a:off x="3806227" y="4528848"/>
            <a:ext cx="586402" cy="42836"/>
          </a:xfrm>
          <a:prstGeom prst="line">
            <a:avLst/>
          </a:prstGeom>
          <a:ln>
            <a:solidFill>
              <a:schemeClr val="accent2"/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C6F874-39CB-4D8C-9B7D-5C562111DDF0}"/>
              </a:ext>
            </a:extLst>
          </p:cNvPr>
          <p:cNvCxnSpPr/>
          <p:nvPr/>
        </p:nvCxnSpPr>
        <p:spPr>
          <a:xfrm>
            <a:off x="3806227" y="3518404"/>
            <a:ext cx="673310" cy="125392"/>
          </a:xfrm>
          <a:prstGeom prst="line">
            <a:avLst/>
          </a:prstGeom>
          <a:ln>
            <a:solidFill>
              <a:schemeClr val="accent3"/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3E1156-23C8-426C-A630-C0890DCAF882}"/>
              </a:ext>
            </a:extLst>
          </p:cNvPr>
          <p:cNvCxnSpPr/>
          <p:nvPr/>
        </p:nvCxnSpPr>
        <p:spPr>
          <a:xfrm>
            <a:off x="4950276" y="2740947"/>
            <a:ext cx="416650" cy="443389"/>
          </a:xfrm>
          <a:prstGeom prst="line">
            <a:avLst/>
          </a:prstGeom>
          <a:ln>
            <a:solidFill>
              <a:schemeClr val="accent4"/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2953F8E-7768-4D47-90B9-84A1DEBAE696}"/>
              </a:ext>
            </a:extLst>
          </p:cNvPr>
          <p:cNvCxnSpPr>
            <a:cxnSpLocks/>
          </p:cNvCxnSpPr>
          <p:nvPr/>
        </p:nvCxnSpPr>
        <p:spPr>
          <a:xfrm flipH="1">
            <a:off x="6393956" y="2499030"/>
            <a:ext cx="224209" cy="779901"/>
          </a:xfrm>
          <a:prstGeom prst="line">
            <a:avLst/>
          </a:prstGeom>
          <a:ln>
            <a:solidFill>
              <a:schemeClr val="accent5"/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89A2A2-AFAF-4881-A3D4-A6D1E1AC4647}"/>
              </a:ext>
            </a:extLst>
          </p:cNvPr>
          <p:cNvCxnSpPr/>
          <p:nvPr/>
        </p:nvCxnSpPr>
        <p:spPr>
          <a:xfrm flipH="1">
            <a:off x="7375940" y="3103255"/>
            <a:ext cx="680182" cy="346848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CCB2347-C31D-4BD5-8594-DE9701857A16}"/>
              </a:ext>
            </a:extLst>
          </p:cNvPr>
          <p:cNvGrpSpPr/>
          <p:nvPr/>
        </p:nvGrpSpPr>
        <p:grpSpPr>
          <a:xfrm flipH="1">
            <a:off x="4199829" y="2986881"/>
            <a:ext cx="3652470" cy="2796370"/>
            <a:chOff x="6856286" y="4665087"/>
            <a:chExt cx="6169099" cy="472312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41DAB89-E589-4076-93DE-08D1910913C8}"/>
                </a:ext>
              </a:extLst>
            </p:cNvPr>
            <p:cNvGrpSpPr/>
            <p:nvPr/>
          </p:nvGrpSpPr>
          <p:grpSpPr>
            <a:xfrm>
              <a:off x="8447169" y="4665087"/>
              <a:ext cx="1613523" cy="1698155"/>
              <a:chOff x="8447169" y="4665087"/>
              <a:chExt cx="1613523" cy="1698155"/>
            </a:xfrm>
            <a:effectLst/>
          </p:grpSpPr>
          <p:sp>
            <p:nvSpPr>
              <p:cNvPr id="64" name="Freeform 117">
                <a:extLst>
                  <a:ext uri="{FF2B5EF4-FFF2-40B4-BE49-F238E27FC236}">
                    <a16:creationId xmlns:a16="http://schemas.microsoft.com/office/drawing/2014/main" id="{7F4956F0-7388-44AD-8569-DB265472EF6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9689363" y="4665087"/>
                <a:ext cx="371329" cy="1630226"/>
              </a:xfrm>
              <a:custGeom>
                <a:avLst/>
                <a:gdLst>
                  <a:gd name="T0" fmla="*/ 245 w 245"/>
                  <a:gd name="T1" fmla="*/ 489 h 1078"/>
                  <a:gd name="T2" fmla="*/ 199 w 245"/>
                  <a:gd name="T3" fmla="*/ 1078 h 1078"/>
                  <a:gd name="T4" fmla="*/ 0 w 245"/>
                  <a:gd name="T5" fmla="*/ 551 h 1078"/>
                  <a:gd name="T6" fmla="*/ 32 w 245"/>
                  <a:gd name="T7" fmla="*/ 0 h 1078"/>
                  <a:gd name="T8" fmla="*/ 245 w 245"/>
                  <a:gd name="T9" fmla="*/ 489 h 1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5" h="1078">
                    <a:moveTo>
                      <a:pt x="245" y="489"/>
                    </a:moveTo>
                    <a:lnTo>
                      <a:pt x="199" y="1078"/>
                    </a:lnTo>
                    <a:lnTo>
                      <a:pt x="0" y="551"/>
                    </a:lnTo>
                    <a:lnTo>
                      <a:pt x="32" y="0"/>
                    </a:lnTo>
                    <a:lnTo>
                      <a:pt x="245" y="489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Freeform 118">
                <a:extLst>
                  <a:ext uri="{FF2B5EF4-FFF2-40B4-BE49-F238E27FC236}">
                    <a16:creationId xmlns:a16="http://schemas.microsoft.com/office/drawing/2014/main" id="{B5C60EEC-77EE-441C-B14D-4AEBE979A8F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459339" y="4891508"/>
                <a:ext cx="883040" cy="1471734"/>
              </a:xfrm>
              <a:custGeom>
                <a:avLst/>
                <a:gdLst>
                  <a:gd name="T0" fmla="*/ 586 w 586"/>
                  <a:gd name="T1" fmla="*/ 0 h 976"/>
                  <a:gd name="T2" fmla="*/ 502 w 586"/>
                  <a:gd name="T3" fmla="*/ 550 h 976"/>
                  <a:gd name="T4" fmla="*/ 0 w 586"/>
                  <a:gd name="T5" fmla="*/ 976 h 976"/>
                  <a:gd name="T6" fmla="*/ 64 w 586"/>
                  <a:gd name="T7" fmla="*/ 387 h 976"/>
                  <a:gd name="T8" fmla="*/ 586 w 586"/>
                  <a:gd name="T9" fmla="*/ 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6" h="976">
                    <a:moveTo>
                      <a:pt x="586" y="0"/>
                    </a:moveTo>
                    <a:lnTo>
                      <a:pt x="502" y="550"/>
                    </a:lnTo>
                    <a:lnTo>
                      <a:pt x="0" y="976"/>
                    </a:lnTo>
                    <a:lnTo>
                      <a:pt x="64" y="387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Freeform 119">
                <a:extLst>
                  <a:ext uri="{FF2B5EF4-FFF2-40B4-BE49-F238E27FC236}">
                    <a16:creationId xmlns:a16="http://schemas.microsoft.com/office/drawing/2014/main" id="{84888C20-F73F-4F5D-8541-03CAF4E2D3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9235112" y="5403216"/>
                <a:ext cx="534352" cy="960022"/>
              </a:xfrm>
              <a:custGeom>
                <a:avLst/>
                <a:gdLst>
                  <a:gd name="T0" fmla="*/ 355 w 355"/>
                  <a:gd name="T1" fmla="*/ 47 h 636"/>
                  <a:gd name="T2" fmla="*/ 291 w 355"/>
                  <a:gd name="T3" fmla="*/ 636 h 636"/>
                  <a:gd name="T4" fmla="*/ 291 w 355"/>
                  <a:gd name="T5" fmla="*/ 636 h 636"/>
                  <a:gd name="T6" fmla="*/ 256 w 355"/>
                  <a:gd name="T7" fmla="*/ 627 h 636"/>
                  <a:gd name="T8" fmla="*/ 219 w 355"/>
                  <a:gd name="T9" fmla="*/ 618 h 636"/>
                  <a:gd name="T10" fmla="*/ 219 w 355"/>
                  <a:gd name="T11" fmla="*/ 618 h 636"/>
                  <a:gd name="T12" fmla="*/ 182 w 355"/>
                  <a:gd name="T13" fmla="*/ 612 h 636"/>
                  <a:gd name="T14" fmla="*/ 146 w 355"/>
                  <a:gd name="T15" fmla="*/ 605 h 636"/>
                  <a:gd name="T16" fmla="*/ 146 w 355"/>
                  <a:gd name="T17" fmla="*/ 605 h 636"/>
                  <a:gd name="T18" fmla="*/ 110 w 355"/>
                  <a:gd name="T19" fmla="*/ 600 h 636"/>
                  <a:gd name="T20" fmla="*/ 73 w 355"/>
                  <a:gd name="T21" fmla="*/ 596 h 636"/>
                  <a:gd name="T22" fmla="*/ 73 w 355"/>
                  <a:gd name="T23" fmla="*/ 596 h 636"/>
                  <a:gd name="T24" fmla="*/ 36 w 355"/>
                  <a:gd name="T25" fmla="*/ 593 h 636"/>
                  <a:gd name="T26" fmla="*/ 0 w 355"/>
                  <a:gd name="T27" fmla="*/ 589 h 636"/>
                  <a:gd name="T28" fmla="*/ 46 w 355"/>
                  <a:gd name="T29" fmla="*/ 0 h 636"/>
                  <a:gd name="T30" fmla="*/ 46 w 355"/>
                  <a:gd name="T31" fmla="*/ 0 h 636"/>
                  <a:gd name="T32" fmla="*/ 86 w 355"/>
                  <a:gd name="T33" fmla="*/ 3 h 636"/>
                  <a:gd name="T34" fmla="*/ 125 w 355"/>
                  <a:gd name="T35" fmla="*/ 6 h 636"/>
                  <a:gd name="T36" fmla="*/ 125 w 355"/>
                  <a:gd name="T37" fmla="*/ 6 h 636"/>
                  <a:gd name="T38" fmla="*/ 163 w 355"/>
                  <a:gd name="T39" fmla="*/ 11 h 636"/>
                  <a:gd name="T40" fmla="*/ 202 w 355"/>
                  <a:gd name="T41" fmla="*/ 16 h 636"/>
                  <a:gd name="T42" fmla="*/ 202 w 355"/>
                  <a:gd name="T43" fmla="*/ 16 h 636"/>
                  <a:gd name="T44" fmla="*/ 241 w 355"/>
                  <a:gd name="T45" fmla="*/ 22 h 636"/>
                  <a:gd name="T46" fmla="*/ 279 w 355"/>
                  <a:gd name="T47" fmla="*/ 29 h 636"/>
                  <a:gd name="T48" fmla="*/ 279 w 355"/>
                  <a:gd name="T49" fmla="*/ 29 h 636"/>
                  <a:gd name="T50" fmla="*/ 317 w 355"/>
                  <a:gd name="T51" fmla="*/ 37 h 636"/>
                  <a:gd name="T52" fmla="*/ 355 w 355"/>
                  <a:gd name="T53" fmla="*/ 47 h 636"/>
                  <a:gd name="T54" fmla="*/ 355 w 355"/>
                  <a:gd name="T55" fmla="*/ 47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5" h="636">
                    <a:moveTo>
                      <a:pt x="355" y="47"/>
                    </a:moveTo>
                    <a:lnTo>
                      <a:pt x="291" y="636"/>
                    </a:lnTo>
                    <a:lnTo>
                      <a:pt x="291" y="636"/>
                    </a:lnTo>
                    <a:lnTo>
                      <a:pt x="256" y="627"/>
                    </a:lnTo>
                    <a:lnTo>
                      <a:pt x="219" y="618"/>
                    </a:lnTo>
                    <a:lnTo>
                      <a:pt x="219" y="618"/>
                    </a:lnTo>
                    <a:lnTo>
                      <a:pt x="182" y="612"/>
                    </a:lnTo>
                    <a:lnTo>
                      <a:pt x="146" y="605"/>
                    </a:lnTo>
                    <a:lnTo>
                      <a:pt x="146" y="605"/>
                    </a:lnTo>
                    <a:lnTo>
                      <a:pt x="110" y="600"/>
                    </a:lnTo>
                    <a:lnTo>
                      <a:pt x="73" y="596"/>
                    </a:lnTo>
                    <a:lnTo>
                      <a:pt x="73" y="596"/>
                    </a:lnTo>
                    <a:lnTo>
                      <a:pt x="36" y="593"/>
                    </a:lnTo>
                    <a:lnTo>
                      <a:pt x="0" y="589"/>
                    </a:lnTo>
                    <a:lnTo>
                      <a:pt x="46" y="0"/>
                    </a:lnTo>
                    <a:lnTo>
                      <a:pt x="46" y="0"/>
                    </a:lnTo>
                    <a:lnTo>
                      <a:pt x="86" y="3"/>
                    </a:lnTo>
                    <a:lnTo>
                      <a:pt x="125" y="6"/>
                    </a:lnTo>
                    <a:lnTo>
                      <a:pt x="125" y="6"/>
                    </a:lnTo>
                    <a:lnTo>
                      <a:pt x="163" y="11"/>
                    </a:lnTo>
                    <a:lnTo>
                      <a:pt x="202" y="16"/>
                    </a:lnTo>
                    <a:lnTo>
                      <a:pt x="202" y="16"/>
                    </a:lnTo>
                    <a:lnTo>
                      <a:pt x="241" y="22"/>
                    </a:lnTo>
                    <a:lnTo>
                      <a:pt x="279" y="29"/>
                    </a:lnTo>
                    <a:lnTo>
                      <a:pt x="279" y="29"/>
                    </a:lnTo>
                    <a:lnTo>
                      <a:pt x="317" y="37"/>
                    </a:lnTo>
                    <a:lnTo>
                      <a:pt x="355" y="47"/>
                    </a:lnTo>
                    <a:lnTo>
                      <a:pt x="355" y="47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Freeform 130">
                <a:extLst>
                  <a:ext uri="{FF2B5EF4-FFF2-40B4-BE49-F238E27FC236}">
                    <a16:creationId xmlns:a16="http://schemas.microsoft.com/office/drawing/2014/main" id="{1723110D-4F5A-4D9F-9BFE-93338B4546C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447169" y="4665087"/>
                <a:ext cx="1575884" cy="810586"/>
              </a:xfrm>
              <a:custGeom>
                <a:avLst/>
                <a:gdLst>
                  <a:gd name="T0" fmla="*/ 292 w 1044"/>
                  <a:gd name="T1" fmla="*/ 495 h 536"/>
                  <a:gd name="T2" fmla="*/ 292 w 1044"/>
                  <a:gd name="T3" fmla="*/ 495 h 536"/>
                  <a:gd name="T4" fmla="*/ 330 w 1044"/>
                  <a:gd name="T5" fmla="*/ 500 h 536"/>
                  <a:gd name="T6" fmla="*/ 369 w 1044"/>
                  <a:gd name="T7" fmla="*/ 505 h 536"/>
                  <a:gd name="T8" fmla="*/ 369 w 1044"/>
                  <a:gd name="T9" fmla="*/ 505 h 536"/>
                  <a:gd name="T10" fmla="*/ 408 w 1044"/>
                  <a:gd name="T11" fmla="*/ 511 h 536"/>
                  <a:gd name="T12" fmla="*/ 446 w 1044"/>
                  <a:gd name="T13" fmla="*/ 518 h 536"/>
                  <a:gd name="T14" fmla="*/ 446 w 1044"/>
                  <a:gd name="T15" fmla="*/ 518 h 536"/>
                  <a:gd name="T16" fmla="*/ 484 w 1044"/>
                  <a:gd name="T17" fmla="*/ 526 h 536"/>
                  <a:gd name="T18" fmla="*/ 522 w 1044"/>
                  <a:gd name="T19" fmla="*/ 536 h 536"/>
                  <a:gd name="T20" fmla="*/ 1044 w 1044"/>
                  <a:gd name="T21" fmla="*/ 149 h 536"/>
                  <a:gd name="T22" fmla="*/ 1044 w 1044"/>
                  <a:gd name="T23" fmla="*/ 149 h 536"/>
                  <a:gd name="T24" fmla="*/ 979 w 1044"/>
                  <a:gd name="T25" fmla="*/ 131 h 536"/>
                  <a:gd name="T26" fmla="*/ 914 w 1044"/>
                  <a:gd name="T27" fmla="*/ 114 h 536"/>
                  <a:gd name="T28" fmla="*/ 848 w 1044"/>
                  <a:gd name="T29" fmla="*/ 99 h 536"/>
                  <a:gd name="T30" fmla="*/ 784 w 1044"/>
                  <a:gd name="T31" fmla="*/ 84 h 536"/>
                  <a:gd name="T32" fmla="*/ 784 w 1044"/>
                  <a:gd name="T33" fmla="*/ 84 h 536"/>
                  <a:gd name="T34" fmla="*/ 719 w 1044"/>
                  <a:gd name="T35" fmla="*/ 71 h 536"/>
                  <a:gd name="T36" fmla="*/ 653 w 1044"/>
                  <a:gd name="T37" fmla="*/ 60 h 536"/>
                  <a:gd name="T38" fmla="*/ 588 w 1044"/>
                  <a:gd name="T39" fmla="*/ 48 h 536"/>
                  <a:gd name="T40" fmla="*/ 522 w 1044"/>
                  <a:gd name="T41" fmla="*/ 38 h 536"/>
                  <a:gd name="T42" fmla="*/ 522 w 1044"/>
                  <a:gd name="T43" fmla="*/ 38 h 536"/>
                  <a:gd name="T44" fmla="*/ 457 w 1044"/>
                  <a:gd name="T45" fmla="*/ 30 h 536"/>
                  <a:gd name="T46" fmla="*/ 392 w 1044"/>
                  <a:gd name="T47" fmla="*/ 23 h 536"/>
                  <a:gd name="T48" fmla="*/ 326 w 1044"/>
                  <a:gd name="T49" fmla="*/ 16 h 536"/>
                  <a:gd name="T50" fmla="*/ 261 w 1044"/>
                  <a:gd name="T51" fmla="*/ 11 h 536"/>
                  <a:gd name="T52" fmla="*/ 261 w 1044"/>
                  <a:gd name="T53" fmla="*/ 11 h 536"/>
                  <a:gd name="T54" fmla="*/ 195 w 1044"/>
                  <a:gd name="T55" fmla="*/ 7 h 536"/>
                  <a:gd name="T56" fmla="*/ 131 w 1044"/>
                  <a:gd name="T57" fmla="*/ 3 h 536"/>
                  <a:gd name="T58" fmla="*/ 66 w 1044"/>
                  <a:gd name="T59" fmla="*/ 1 h 536"/>
                  <a:gd name="T60" fmla="*/ 0 w 1044"/>
                  <a:gd name="T61" fmla="*/ 0 h 536"/>
                  <a:gd name="T62" fmla="*/ 213 w 1044"/>
                  <a:gd name="T63" fmla="*/ 489 h 536"/>
                  <a:gd name="T64" fmla="*/ 213 w 1044"/>
                  <a:gd name="T65" fmla="*/ 489 h 536"/>
                  <a:gd name="T66" fmla="*/ 253 w 1044"/>
                  <a:gd name="T67" fmla="*/ 492 h 536"/>
                  <a:gd name="T68" fmla="*/ 292 w 1044"/>
                  <a:gd name="T69" fmla="*/ 495 h 536"/>
                  <a:gd name="T70" fmla="*/ 292 w 1044"/>
                  <a:gd name="T71" fmla="*/ 495 h 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44" h="536">
                    <a:moveTo>
                      <a:pt x="292" y="495"/>
                    </a:moveTo>
                    <a:lnTo>
                      <a:pt x="292" y="495"/>
                    </a:lnTo>
                    <a:lnTo>
                      <a:pt x="330" y="500"/>
                    </a:lnTo>
                    <a:lnTo>
                      <a:pt x="369" y="505"/>
                    </a:lnTo>
                    <a:lnTo>
                      <a:pt x="369" y="505"/>
                    </a:lnTo>
                    <a:lnTo>
                      <a:pt x="408" y="511"/>
                    </a:lnTo>
                    <a:lnTo>
                      <a:pt x="446" y="518"/>
                    </a:lnTo>
                    <a:lnTo>
                      <a:pt x="446" y="518"/>
                    </a:lnTo>
                    <a:lnTo>
                      <a:pt x="484" y="526"/>
                    </a:lnTo>
                    <a:lnTo>
                      <a:pt x="522" y="536"/>
                    </a:lnTo>
                    <a:lnTo>
                      <a:pt x="1044" y="149"/>
                    </a:lnTo>
                    <a:lnTo>
                      <a:pt x="1044" y="149"/>
                    </a:lnTo>
                    <a:lnTo>
                      <a:pt x="979" y="131"/>
                    </a:lnTo>
                    <a:lnTo>
                      <a:pt x="914" y="114"/>
                    </a:lnTo>
                    <a:lnTo>
                      <a:pt x="848" y="99"/>
                    </a:lnTo>
                    <a:lnTo>
                      <a:pt x="784" y="84"/>
                    </a:lnTo>
                    <a:lnTo>
                      <a:pt x="784" y="84"/>
                    </a:lnTo>
                    <a:lnTo>
                      <a:pt x="719" y="71"/>
                    </a:lnTo>
                    <a:lnTo>
                      <a:pt x="653" y="60"/>
                    </a:lnTo>
                    <a:lnTo>
                      <a:pt x="588" y="48"/>
                    </a:lnTo>
                    <a:lnTo>
                      <a:pt x="522" y="38"/>
                    </a:lnTo>
                    <a:lnTo>
                      <a:pt x="522" y="38"/>
                    </a:lnTo>
                    <a:lnTo>
                      <a:pt x="457" y="30"/>
                    </a:lnTo>
                    <a:lnTo>
                      <a:pt x="392" y="23"/>
                    </a:lnTo>
                    <a:lnTo>
                      <a:pt x="326" y="16"/>
                    </a:lnTo>
                    <a:lnTo>
                      <a:pt x="261" y="11"/>
                    </a:lnTo>
                    <a:lnTo>
                      <a:pt x="261" y="11"/>
                    </a:lnTo>
                    <a:lnTo>
                      <a:pt x="195" y="7"/>
                    </a:lnTo>
                    <a:lnTo>
                      <a:pt x="131" y="3"/>
                    </a:lnTo>
                    <a:lnTo>
                      <a:pt x="66" y="1"/>
                    </a:lnTo>
                    <a:lnTo>
                      <a:pt x="0" y="0"/>
                    </a:lnTo>
                    <a:lnTo>
                      <a:pt x="213" y="489"/>
                    </a:lnTo>
                    <a:lnTo>
                      <a:pt x="213" y="489"/>
                    </a:lnTo>
                    <a:lnTo>
                      <a:pt x="253" y="492"/>
                    </a:lnTo>
                    <a:lnTo>
                      <a:pt x="292" y="495"/>
                    </a:lnTo>
                    <a:lnTo>
                      <a:pt x="292" y="49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79CA6C5-9B06-4D75-AA58-FCCE0F039CBD}"/>
                </a:ext>
              </a:extLst>
            </p:cNvPr>
            <p:cNvGrpSpPr/>
            <p:nvPr/>
          </p:nvGrpSpPr>
          <p:grpSpPr>
            <a:xfrm>
              <a:off x="10167964" y="4678671"/>
              <a:ext cx="1747963" cy="1766081"/>
              <a:chOff x="10167964" y="4678671"/>
              <a:chExt cx="1747963" cy="1766081"/>
            </a:xfrm>
            <a:effectLst/>
          </p:grpSpPr>
          <p:sp>
            <p:nvSpPr>
              <p:cNvPr id="61" name="Freeform 120">
                <a:extLst>
                  <a:ext uri="{FF2B5EF4-FFF2-40B4-BE49-F238E27FC236}">
                    <a16:creationId xmlns:a16="http://schemas.microsoft.com/office/drawing/2014/main" id="{C9C88764-AE45-4596-B360-37F2B0EA0F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167964" y="5425859"/>
                <a:ext cx="434727" cy="1018893"/>
              </a:xfrm>
              <a:custGeom>
                <a:avLst/>
                <a:gdLst>
                  <a:gd name="T0" fmla="*/ 287 w 287"/>
                  <a:gd name="T1" fmla="*/ 0 h 675"/>
                  <a:gd name="T2" fmla="*/ 257 w 287"/>
                  <a:gd name="T3" fmla="*/ 594 h 675"/>
                  <a:gd name="T4" fmla="*/ 257 w 287"/>
                  <a:gd name="T5" fmla="*/ 594 h 675"/>
                  <a:gd name="T6" fmla="*/ 223 w 287"/>
                  <a:gd name="T7" fmla="*/ 600 h 675"/>
                  <a:gd name="T8" fmla="*/ 189 w 287"/>
                  <a:gd name="T9" fmla="*/ 608 h 675"/>
                  <a:gd name="T10" fmla="*/ 189 w 287"/>
                  <a:gd name="T11" fmla="*/ 608 h 675"/>
                  <a:gd name="T12" fmla="*/ 155 w 287"/>
                  <a:gd name="T13" fmla="*/ 617 h 675"/>
                  <a:gd name="T14" fmla="*/ 123 w 287"/>
                  <a:gd name="T15" fmla="*/ 626 h 675"/>
                  <a:gd name="T16" fmla="*/ 123 w 287"/>
                  <a:gd name="T17" fmla="*/ 626 h 675"/>
                  <a:gd name="T18" fmla="*/ 91 w 287"/>
                  <a:gd name="T19" fmla="*/ 637 h 675"/>
                  <a:gd name="T20" fmla="*/ 59 w 287"/>
                  <a:gd name="T21" fmla="*/ 649 h 675"/>
                  <a:gd name="T22" fmla="*/ 59 w 287"/>
                  <a:gd name="T23" fmla="*/ 649 h 675"/>
                  <a:gd name="T24" fmla="*/ 28 w 287"/>
                  <a:gd name="T25" fmla="*/ 662 h 675"/>
                  <a:gd name="T26" fmla="*/ 0 w 287"/>
                  <a:gd name="T27" fmla="*/ 675 h 675"/>
                  <a:gd name="T28" fmla="*/ 16 w 287"/>
                  <a:gd name="T29" fmla="*/ 72 h 675"/>
                  <a:gd name="T30" fmla="*/ 16 w 287"/>
                  <a:gd name="T31" fmla="*/ 72 h 675"/>
                  <a:gd name="T32" fmla="*/ 46 w 287"/>
                  <a:gd name="T33" fmla="*/ 59 h 675"/>
                  <a:gd name="T34" fmla="*/ 79 w 287"/>
                  <a:gd name="T35" fmla="*/ 48 h 675"/>
                  <a:gd name="T36" fmla="*/ 79 w 287"/>
                  <a:gd name="T37" fmla="*/ 48 h 675"/>
                  <a:gd name="T38" fmla="*/ 112 w 287"/>
                  <a:gd name="T39" fmla="*/ 38 h 675"/>
                  <a:gd name="T40" fmla="*/ 146 w 287"/>
                  <a:gd name="T41" fmla="*/ 28 h 675"/>
                  <a:gd name="T42" fmla="*/ 146 w 287"/>
                  <a:gd name="T43" fmla="*/ 28 h 675"/>
                  <a:gd name="T44" fmla="*/ 180 w 287"/>
                  <a:gd name="T45" fmla="*/ 20 h 675"/>
                  <a:gd name="T46" fmla="*/ 215 w 287"/>
                  <a:gd name="T47" fmla="*/ 11 h 675"/>
                  <a:gd name="T48" fmla="*/ 215 w 287"/>
                  <a:gd name="T49" fmla="*/ 11 h 675"/>
                  <a:gd name="T50" fmla="*/ 251 w 287"/>
                  <a:gd name="T51" fmla="*/ 5 h 675"/>
                  <a:gd name="T52" fmla="*/ 287 w 287"/>
                  <a:gd name="T53" fmla="*/ 0 h 6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87" h="675">
                    <a:moveTo>
                      <a:pt x="287" y="0"/>
                    </a:moveTo>
                    <a:lnTo>
                      <a:pt x="257" y="594"/>
                    </a:lnTo>
                    <a:lnTo>
                      <a:pt x="257" y="594"/>
                    </a:lnTo>
                    <a:lnTo>
                      <a:pt x="223" y="600"/>
                    </a:lnTo>
                    <a:lnTo>
                      <a:pt x="189" y="608"/>
                    </a:lnTo>
                    <a:lnTo>
                      <a:pt x="189" y="608"/>
                    </a:lnTo>
                    <a:lnTo>
                      <a:pt x="155" y="617"/>
                    </a:lnTo>
                    <a:lnTo>
                      <a:pt x="123" y="626"/>
                    </a:lnTo>
                    <a:lnTo>
                      <a:pt x="123" y="626"/>
                    </a:lnTo>
                    <a:lnTo>
                      <a:pt x="91" y="637"/>
                    </a:lnTo>
                    <a:lnTo>
                      <a:pt x="59" y="649"/>
                    </a:lnTo>
                    <a:lnTo>
                      <a:pt x="59" y="649"/>
                    </a:lnTo>
                    <a:lnTo>
                      <a:pt x="28" y="662"/>
                    </a:lnTo>
                    <a:lnTo>
                      <a:pt x="0" y="675"/>
                    </a:lnTo>
                    <a:lnTo>
                      <a:pt x="16" y="72"/>
                    </a:lnTo>
                    <a:lnTo>
                      <a:pt x="16" y="72"/>
                    </a:lnTo>
                    <a:lnTo>
                      <a:pt x="46" y="59"/>
                    </a:lnTo>
                    <a:lnTo>
                      <a:pt x="79" y="48"/>
                    </a:lnTo>
                    <a:lnTo>
                      <a:pt x="79" y="48"/>
                    </a:lnTo>
                    <a:lnTo>
                      <a:pt x="112" y="38"/>
                    </a:lnTo>
                    <a:lnTo>
                      <a:pt x="146" y="28"/>
                    </a:lnTo>
                    <a:lnTo>
                      <a:pt x="146" y="28"/>
                    </a:lnTo>
                    <a:lnTo>
                      <a:pt x="180" y="20"/>
                    </a:lnTo>
                    <a:lnTo>
                      <a:pt x="215" y="11"/>
                    </a:lnTo>
                    <a:lnTo>
                      <a:pt x="215" y="11"/>
                    </a:lnTo>
                    <a:lnTo>
                      <a:pt x="251" y="5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Freeform 122">
                <a:extLst>
                  <a:ext uri="{FF2B5EF4-FFF2-40B4-BE49-F238E27FC236}">
                    <a16:creationId xmlns:a16="http://schemas.microsoft.com/office/drawing/2014/main" id="{E326C99D-B69F-44E0-8CD4-18D6188B64A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575520" y="5004716"/>
                <a:ext cx="1340407" cy="1440032"/>
              </a:xfrm>
              <a:custGeom>
                <a:avLst/>
                <a:gdLst>
                  <a:gd name="T0" fmla="*/ 886 w 886"/>
                  <a:gd name="T1" fmla="*/ 351 h 954"/>
                  <a:gd name="T2" fmla="*/ 870 w 886"/>
                  <a:gd name="T3" fmla="*/ 954 h 954"/>
                  <a:gd name="T4" fmla="*/ 31 w 886"/>
                  <a:gd name="T5" fmla="*/ 586 h 954"/>
                  <a:gd name="T6" fmla="*/ 0 w 886"/>
                  <a:gd name="T7" fmla="*/ 0 h 954"/>
                  <a:gd name="T8" fmla="*/ 886 w 886"/>
                  <a:gd name="T9" fmla="*/ 351 h 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6" h="954">
                    <a:moveTo>
                      <a:pt x="886" y="351"/>
                    </a:moveTo>
                    <a:lnTo>
                      <a:pt x="870" y="954"/>
                    </a:lnTo>
                    <a:lnTo>
                      <a:pt x="31" y="586"/>
                    </a:lnTo>
                    <a:lnTo>
                      <a:pt x="0" y="0"/>
                    </a:lnTo>
                    <a:lnTo>
                      <a:pt x="886" y="351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131">
                <a:extLst>
                  <a:ext uri="{FF2B5EF4-FFF2-40B4-BE49-F238E27FC236}">
                    <a16:creationId xmlns:a16="http://schemas.microsoft.com/office/drawing/2014/main" id="{4B43D3D4-61F7-4D06-8D29-B8F6D4DB0C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167964" y="4678671"/>
                <a:ext cx="1747963" cy="855870"/>
              </a:xfrm>
              <a:custGeom>
                <a:avLst/>
                <a:gdLst>
                  <a:gd name="T0" fmla="*/ 949 w 1157"/>
                  <a:gd name="T1" fmla="*/ 543 h 567"/>
                  <a:gd name="T2" fmla="*/ 949 w 1157"/>
                  <a:gd name="T3" fmla="*/ 543 h 567"/>
                  <a:gd name="T4" fmla="*/ 982 w 1157"/>
                  <a:gd name="T5" fmla="*/ 533 h 567"/>
                  <a:gd name="T6" fmla="*/ 1016 w 1157"/>
                  <a:gd name="T7" fmla="*/ 523 h 567"/>
                  <a:gd name="T8" fmla="*/ 1016 w 1157"/>
                  <a:gd name="T9" fmla="*/ 523 h 567"/>
                  <a:gd name="T10" fmla="*/ 1050 w 1157"/>
                  <a:gd name="T11" fmla="*/ 515 h 567"/>
                  <a:gd name="T12" fmla="*/ 1085 w 1157"/>
                  <a:gd name="T13" fmla="*/ 506 h 567"/>
                  <a:gd name="T14" fmla="*/ 1085 w 1157"/>
                  <a:gd name="T15" fmla="*/ 506 h 567"/>
                  <a:gd name="T16" fmla="*/ 1121 w 1157"/>
                  <a:gd name="T17" fmla="*/ 500 h 567"/>
                  <a:gd name="T18" fmla="*/ 1157 w 1157"/>
                  <a:gd name="T19" fmla="*/ 495 h 567"/>
                  <a:gd name="T20" fmla="*/ 978 w 1157"/>
                  <a:gd name="T21" fmla="*/ 0 h 567"/>
                  <a:gd name="T22" fmla="*/ 978 w 1157"/>
                  <a:gd name="T23" fmla="*/ 0 h 567"/>
                  <a:gd name="T24" fmla="*/ 913 w 1157"/>
                  <a:gd name="T25" fmla="*/ 5 h 567"/>
                  <a:gd name="T26" fmla="*/ 849 w 1157"/>
                  <a:gd name="T27" fmla="*/ 10 h 567"/>
                  <a:gd name="T28" fmla="*/ 786 w 1157"/>
                  <a:gd name="T29" fmla="*/ 18 h 567"/>
                  <a:gd name="T30" fmla="*/ 723 w 1157"/>
                  <a:gd name="T31" fmla="*/ 25 h 567"/>
                  <a:gd name="T32" fmla="*/ 723 w 1157"/>
                  <a:gd name="T33" fmla="*/ 25 h 567"/>
                  <a:gd name="T34" fmla="*/ 659 w 1157"/>
                  <a:gd name="T35" fmla="*/ 35 h 567"/>
                  <a:gd name="T36" fmla="*/ 597 w 1157"/>
                  <a:gd name="T37" fmla="*/ 44 h 567"/>
                  <a:gd name="T38" fmla="*/ 535 w 1157"/>
                  <a:gd name="T39" fmla="*/ 56 h 567"/>
                  <a:gd name="T40" fmla="*/ 474 w 1157"/>
                  <a:gd name="T41" fmla="*/ 69 h 567"/>
                  <a:gd name="T42" fmla="*/ 474 w 1157"/>
                  <a:gd name="T43" fmla="*/ 69 h 567"/>
                  <a:gd name="T44" fmla="*/ 412 w 1157"/>
                  <a:gd name="T45" fmla="*/ 83 h 567"/>
                  <a:gd name="T46" fmla="*/ 351 w 1157"/>
                  <a:gd name="T47" fmla="*/ 97 h 567"/>
                  <a:gd name="T48" fmla="*/ 291 w 1157"/>
                  <a:gd name="T49" fmla="*/ 114 h 567"/>
                  <a:gd name="T50" fmla="*/ 231 w 1157"/>
                  <a:gd name="T51" fmla="*/ 131 h 567"/>
                  <a:gd name="T52" fmla="*/ 231 w 1157"/>
                  <a:gd name="T53" fmla="*/ 131 h 567"/>
                  <a:gd name="T54" fmla="*/ 172 w 1157"/>
                  <a:gd name="T55" fmla="*/ 152 h 567"/>
                  <a:gd name="T56" fmla="*/ 114 w 1157"/>
                  <a:gd name="T57" fmla="*/ 172 h 567"/>
                  <a:gd name="T58" fmla="*/ 56 w 1157"/>
                  <a:gd name="T59" fmla="*/ 193 h 567"/>
                  <a:gd name="T60" fmla="*/ 0 w 1157"/>
                  <a:gd name="T61" fmla="*/ 216 h 567"/>
                  <a:gd name="T62" fmla="*/ 886 w 1157"/>
                  <a:gd name="T63" fmla="*/ 567 h 567"/>
                  <a:gd name="T64" fmla="*/ 886 w 1157"/>
                  <a:gd name="T65" fmla="*/ 567 h 567"/>
                  <a:gd name="T66" fmla="*/ 916 w 1157"/>
                  <a:gd name="T67" fmla="*/ 554 h 567"/>
                  <a:gd name="T68" fmla="*/ 949 w 1157"/>
                  <a:gd name="T69" fmla="*/ 543 h 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157" h="567">
                    <a:moveTo>
                      <a:pt x="949" y="543"/>
                    </a:moveTo>
                    <a:lnTo>
                      <a:pt x="949" y="543"/>
                    </a:lnTo>
                    <a:lnTo>
                      <a:pt x="982" y="533"/>
                    </a:lnTo>
                    <a:lnTo>
                      <a:pt x="1016" y="523"/>
                    </a:lnTo>
                    <a:lnTo>
                      <a:pt x="1016" y="523"/>
                    </a:lnTo>
                    <a:lnTo>
                      <a:pt x="1050" y="515"/>
                    </a:lnTo>
                    <a:lnTo>
                      <a:pt x="1085" y="506"/>
                    </a:lnTo>
                    <a:lnTo>
                      <a:pt x="1085" y="506"/>
                    </a:lnTo>
                    <a:lnTo>
                      <a:pt x="1121" y="500"/>
                    </a:lnTo>
                    <a:lnTo>
                      <a:pt x="1157" y="495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13" y="5"/>
                    </a:lnTo>
                    <a:lnTo>
                      <a:pt x="849" y="10"/>
                    </a:lnTo>
                    <a:lnTo>
                      <a:pt x="786" y="18"/>
                    </a:lnTo>
                    <a:lnTo>
                      <a:pt x="723" y="25"/>
                    </a:lnTo>
                    <a:lnTo>
                      <a:pt x="723" y="25"/>
                    </a:lnTo>
                    <a:lnTo>
                      <a:pt x="659" y="35"/>
                    </a:lnTo>
                    <a:lnTo>
                      <a:pt x="597" y="44"/>
                    </a:lnTo>
                    <a:lnTo>
                      <a:pt x="535" y="56"/>
                    </a:lnTo>
                    <a:lnTo>
                      <a:pt x="474" y="69"/>
                    </a:lnTo>
                    <a:lnTo>
                      <a:pt x="474" y="69"/>
                    </a:lnTo>
                    <a:lnTo>
                      <a:pt x="412" y="83"/>
                    </a:lnTo>
                    <a:lnTo>
                      <a:pt x="351" y="97"/>
                    </a:lnTo>
                    <a:lnTo>
                      <a:pt x="291" y="114"/>
                    </a:lnTo>
                    <a:lnTo>
                      <a:pt x="231" y="131"/>
                    </a:lnTo>
                    <a:lnTo>
                      <a:pt x="231" y="131"/>
                    </a:lnTo>
                    <a:lnTo>
                      <a:pt x="172" y="152"/>
                    </a:lnTo>
                    <a:lnTo>
                      <a:pt x="114" y="172"/>
                    </a:lnTo>
                    <a:lnTo>
                      <a:pt x="56" y="193"/>
                    </a:lnTo>
                    <a:lnTo>
                      <a:pt x="0" y="216"/>
                    </a:lnTo>
                    <a:lnTo>
                      <a:pt x="886" y="567"/>
                    </a:lnTo>
                    <a:lnTo>
                      <a:pt x="886" y="567"/>
                    </a:lnTo>
                    <a:lnTo>
                      <a:pt x="916" y="554"/>
                    </a:lnTo>
                    <a:lnTo>
                      <a:pt x="949" y="54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97439A0-DA4D-40AC-ABC0-2806C15D1FBD}"/>
                </a:ext>
              </a:extLst>
            </p:cNvPr>
            <p:cNvGrpSpPr/>
            <p:nvPr/>
          </p:nvGrpSpPr>
          <p:grpSpPr>
            <a:xfrm>
              <a:off x="6856286" y="5030476"/>
              <a:ext cx="2084479" cy="1731265"/>
              <a:chOff x="6856286" y="5030476"/>
              <a:chExt cx="2084479" cy="1731265"/>
            </a:xfrm>
            <a:effectLst/>
          </p:grpSpPr>
          <p:sp>
            <p:nvSpPr>
              <p:cNvPr id="58" name="Freeform 124">
                <a:extLst>
                  <a:ext uri="{FF2B5EF4-FFF2-40B4-BE49-F238E27FC236}">
                    <a16:creationId xmlns:a16="http://schemas.microsoft.com/office/drawing/2014/main" id="{98FD3324-CCCA-4240-B09F-A9428403D72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856286" y="5760961"/>
                <a:ext cx="1806834" cy="1000780"/>
              </a:xfrm>
              <a:custGeom>
                <a:avLst/>
                <a:gdLst>
                  <a:gd name="T0" fmla="*/ 1196 w 1196"/>
                  <a:gd name="T1" fmla="*/ 0 h 662"/>
                  <a:gd name="T2" fmla="*/ 1044 w 1196"/>
                  <a:gd name="T3" fmla="*/ 586 h 662"/>
                  <a:gd name="T4" fmla="*/ 0 w 1196"/>
                  <a:gd name="T5" fmla="*/ 662 h 662"/>
                  <a:gd name="T6" fmla="*/ 94 w 1196"/>
                  <a:gd name="T7" fmla="*/ 58 h 662"/>
                  <a:gd name="T8" fmla="*/ 1196 w 1196"/>
                  <a:gd name="T9" fmla="*/ 0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6" h="662">
                    <a:moveTo>
                      <a:pt x="1196" y="0"/>
                    </a:moveTo>
                    <a:lnTo>
                      <a:pt x="1044" y="586"/>
                    </a:lnTo>
                    <a:lnTo>
                      <a:pt x="0" y="662"/>
                    </a:lnTo>
                    <a:lnTo>
                      <a:pt x="94" y="58"/>
                    </a:lnTo>
                    <a:lnTo>
                      <a:pt x="1196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Freeform 125">
                <a:extLst>
                  <a:ext uri="{FF2B5EF4-FFF2-40B4-BE49-F238E27FC236}">
                    <a16:creationId xmlns:a16="http://schemas.microsoft.com/office/drawing/2014/main" id="{A788CF1C-FF6A-4C56-8274-2A5C1AFD3BD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510566" y="5629637"/>
                <a:ext cx="430199" cy="1132101"/>
              </a:xfrm>
              <a:custGeom>
                <a:avLst/>
                <a:gdLst>
                  <a:gd name="T0" fmla="*/ 285 w 285"/>
                  <a:gd name="T1" fmla="*/ 147 h 751"/>
                  <a:gd name="T2" fmla="*/ 191 w 285"/>
                  <a:gd name="T3" fmla="*/ 751 h 751"/>
                  <a:gd name="T4" fmla="*/ 191 w 285"/>
                  <a:gd name="T5" fmla="*/ 751 h 751"/>
                  <a:gd name="T6" fmla="*/ 172 w 285"/>
                  <a:gd name="T7" fmla="*/ 729 h 751"/>
                  <a:gd name="T8" fmla="*/ 152 w 285"/>
                  <a:gd name="T9" fmla="*/ 708 h 751"/>
                  <a:gd name="T10" fmla="*/ 152 w 285"/>
                  <a:gd name="T11" fmla="*/ 708 h 751"/>
                  <a:gd name="T12" fmla="*/ 129 w 285"/>
                  <a:gd name="T13" fmla="*/ 688 h 751"/>
                  <a:gd name="T14" fmla="*/ 106 w 285"/>
                  <a:gd name="T15" fmla="*/ 668 h 751"/>
                  <a:gd name="T16" fmla="*/ 106 w 285"/>
                  <a:gd name="T17" fmla="*/ 668 h 751"/>
                  <a:gd name="T18" fmla="*/ 82 w 285"/>
                  <a:gd name="T19" fmla="*/ 649 h 751"/>
                  <a:gd name="T20" fmla="*/ 56 w 285"/>
                  <a:gd name="T21" fmla="*/ 631 h 751"/>
                  <a:gd name="T22" fmla="*/ 56 w 285"/>
                  <a:gd name="T23" fmla="*/ 631 h 751"/>
                  <a:gd name="T24" fmla="*/ 28 w 285"/>
                  <a:gd name="T25" fmla="*/ 613 h 751"/>
                  <a:gd name="T26" fmla="*/ 0 w 285"/>
                  <a:gd name="T27" fmla="*/ 594 h 751"/>
                  <a:gd name="T28" fmla="*/ 80 w 285"/>
                  <a:gd name="T29" fmla="*/ 0 h 751"/>
                  <a:gd name="T30" fmla="*/ 80 w 285"/>
                  <a:gd name="T31" fmla="*/ 0 h 751"/>
                  <a:gd name="T32" fmla="*/ 111 w 285"/>
                  <a:gd name="T33" fmla="*/ 17 h 751"/>
                  <a:gd name="T34" fmla="*/ 140 w 285"/>
                  <a:gd name="T35" fmla="*/ 34 h 751"/>
                  <a:gd name="T36" fmla="*/ 140 w 285"/>
                  <a:gd name="T37" fmla="*/ 34 h 751"/>
                  <a:gd name="T38" fmla="*/ 168 w 285"/>
                  <a:gd name="T39" fmla="*/ 51 h 751"/>
                  <a:gd name="T40" fmla="*/ 194 w 285"/>
                  <a:gd name="T41" fmla="*/ 69 h 751"/>
                  <a:gd name="T42" fmla="*/ 194 w 285"/>
                  <a:gd name="T43" fmla="*/ 69 h 751"/>
                  <a:gd name="T44" fmla="*/ 220 w 285"/>
                  <a:gd name="T45" fmla="*/ 88 h 751"/>
                  <a:gd name="T46" fmla="*/ 243 w 285"/>
                  <a:gd name="T47" fmla="*/ 107 h 751"/>
                  <a:gd name="T48" fmla="*/ 243 w 285"/>
                  <a:gd name="T49" fmla="*/ 107 h 751"/>
                  <a:gd name="T50" fmla="*/ 265 w 285"/>
                  <a:gd name="T51" fmla="*/ 127 h 751"/>
                  <a:gd name="T52" fmla="*/ 285 w 285"/>
                  <a:gd name="T53" fmla="*/ 147 h 751"/>
                  <a:gd name="T54" fmla="*/ 285 w 285"/>
                  <a:gd name="T55" fmla="*/ 147 h 7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85" h="751">
                    <a:moveTo>
                      <a:pt x="285" y="147"/>
                    </a:moveTo>
                    <a:lnTo>
                      <a:pt x="191" y="751"/>
                    </a:lnTo>
                    <a:lnTo>
                      <a:pt x="191" y="751"/>
                    </a:lnTo>
                    <a:lnTo>
                      <a:pt x="172" y="729"/>
                    </a:lnTo>
                    <a:lnTo>
                      <a:pt x="152" y="708"/>
                    </a:lnTo>
                    <a:lnTo>
                      <a:pt x="152" y="708"/>
                    </a:lnTo>
                    <a:lnTo>
                      <a:pt x="129" y="688"/>
                    </a:lnTo>
                    <a:lnTo>
                      <a:pt x="106" y="668"/>
                    </a:lnTo>
                    <a:lnTo>
                      <a:pt x="106" y="668"/>
                    </a:lnTo>
                    <a:lnTo>
                      <a:pt x="82" y="649"/>
                    </a:lnTo>
                    <a:lnTo>
                      <a:pt x="56" y="631"/>
                    </a:lnTo>
                    <a:lnTo>
                      <a:pt x="56" y="631"/>
                    </a:lnTo>
                    <a:lnTo>
                      <a:pt x="28" y="613"/>
                    </a:lnTo>
                    <a:lnTo>
                      <a:pt x="0" y="594"/>
                    </a:lnTo>
                    <a:lnTo>
                      <a:pt x="80" y="0"/>
                    </a:lnTo>
                    <a:lnTo>
                      <a:pt x="80" y="0"/>
                    </a:lnTo>
                    <a:lnTo>
                      <a:pt x="111" y="17"/>
                    </a:lnTo>
                    <a:lnTo>
                      <a:pt x="140" y="34"/>
                    </a:lnTo>
                    <a:lnTo>
                      <a:pt x="140" y="34"/>
                    </a:lnTo>
                    <a:lnTo>
                      <a:pt x="168" y="51"/>
                    </a:lnTo>
                    <a:lnTo>
                      <a:pt x="194" y="69"/>
                    </a:lnTo>
                    <a:lnTo>
                      <a:pt x="194" y="69"/>
                    </a:lnTo>
                    <a:lnTo>
                      <a:pt x="220" y="88"/>
                    </a:lnTo>
                    <a:lnTo>
                      <a:pt x="243" y="107"/>
                    </a:lnTo>
                    <a:lnTo>
                      <a:pt x="243" y="107"/>
                    </a:lnTo>
                    <a:lnTo>
                      <a:pt x="265" y="127"/>
                    </a:lnTo>
                    <a:lnTo>
                      <a:pt x="285" y="147"/>
                    </a:lnTo>
                    <a:lnTo>
                      <a:pt x="285" y="147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Freeform 133">
                <a:extLst>
                  <a:ext uri="{FF2B5EF4-FFF2-40B4-BE49-F238E27FC236}">
                    <a16:creationId xmlns:a16="http://schemas.microsoft.com/office/drawing/2014/main" id="{0D0BF696-C706-4DD5-A4BE-9A8D6F67AC5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856288" y="5030476"/>
                <a:ext cx="1974384" cy="833227"/>
              </a:xfrm>
              <a:custGeom>
                <a:avLst/>
                <a:gdLst>
                  <a:gd name="T0" fmla="*/ 1143 w 1307"/>
                  <a:gd name="T1" fmla="*/ 347 h 551"/>
                  <a:gd name="T2" fmla="*/ 1143 w 1307"/>
                  <a:gd name="T3" fmla="*/ 347 h 551"/>
                  <a:gd name="T4" fmla="*/ 1097 w 1307"/>
                  <a:gd name="T5" fmla="*/ 313 h 551"/>
                  <a:gd name="T6" fmla="*/ 1051 w 1307"/>
                  <a:gd name="T7" fmla="*/ 280 h 551"/>
                  <a:gd name="T8" fmla="*/ 1003 w 1307"/>
                  <a:gd name="T9" fmla="*/ 248 h 551"/>
                  <a:gd name="T10" fmla="*/ 952 w 1307"/>
                  <a:gd name="T11" fmla="*/ 217 h 551"/>
                  <a:gd name="T12" fmla="*/ 952 w 1307"/>
                  <a:gd name="T13" fmla="*/ 217 h 551"/>
                  <a:gd name="T14" fmla="*/ 901 w 1307"/>
                  <a:gd name="T15" fmla="*/ 187 h 551"/>
                  <a:gd name="T16" fmla="*/ 848 w 1307"/>
                  <a:gd name="T17" fmla="*/ 157 h 551"/>
                  <a:gd name="T18" fmla="*/ 794 w 1307"/>
                  <a:gd name="T19" fmla="*/ 128 h 551"/>
                  <a:gd name="T20" fmla="*/ 737 w 1307"/>
                  <a:gd name="T21" fmla="*/ 101 h 551"/>
                  <a:gd name="T22" fmla="*/ 737 w 1307"/>
                  <a:gd name="T23" fmla="*/ 101 h 551"/>
                  <a:gd name="T24" fmla="*/ 681 w 1307"/>
                  <a:gd name="T25" fmla="*/ 74 h 551"/>
                  <a:gd name="T26" fmla="*/ 623 w 1307"/>
                  <a:gd name="T27" fmla="*/ 49 h 551"/>
                  <a:gd name="T28" fmla="*/ 562 w 1307"/>
                  <a:gd name="T29" fmla="*/ 24 h 551"/>
                  <a:gd name="T30" fmla="*/ 501 w 1307"/>
                  <a:gd name="T31" fmla="*/ 0 h 551"/>
                  <a:gd name="T32" fmla="*/ 0 w 1307"/>
                  <a:gd name="T33" fmla="*/ 404 h 551"/>
                  <a:gd name="T34" fmla="*/ 0 w 1307"/>
                  <a:gd name="T35" fmla="*/ 404 h 551"/>
                  <a:gd name="T36" fmla="*/ 31 w 1307"/>
                  <a:gd name="T37" fmla="*/ 421 h 551"/>
                  <a:gd name="T38" fmla="*/ 60 w 1307"/>
                  <a:gd name="T39" fmla="*/ 438 h 551"/>
                  <a:gd name="T40" fmla="*/ 60 w 1307"/>
                  <a:gd name="T41" fmla="*/ 438 h 551"/>
                  <a:gd name="T42" fmla="*/ 88 w 1307"/>
                  <a:gd name="T43" fmla="*/ 455 h 551"/>
                  <a:gd name="T44" fmla="*/ 114 w 1307"/>
                  <a:gd name="T45" fmla="*/ 473 h 551"/>
                  <a:gd name="T46" fmla="*/ 114 w 1307"/>
                  <a:gd name="T47" fmla="*/ 473 h 551"/>
                  <a:gd name="T48" fmla="*/ 140 w 1307"/>
                  <a:gd name="T49" fmla="*/ 492 h 551"/>
                  <a:gd name="T50" fmla="*/ 163 w 1307"/>
                  <a:gd name="T51" fmla="*/ 511 h 551"/>
                  <a:gd name="T52" fmla="*/ 163 w 1307"/>
                  <a:gd name="T53" fmla="*/ 511 h 551"/>
                  <a:gd name="T54" fmla="*/ 185 w 1307"/>
                  <a:gd name="T55" fmla="*/ 531 h 551"/>
                  <a:gd name="T56" fmla="*/ 205 w 1307"/>
                  <a:gd name="T57" fmla="*/ 551 h 551"/>
                  <a:gd name="T58" fmla="*/ 1307 w 1307"/>
                  <a:gd name="T59" fmla="*/ 493 h 551"/>
                  <a:gd name="T60" fmla="*/ 1307 w 1307"/>
                  <a:gd name="T61" fmla="*/ 493 h 551"/>
                  <a:gd name="T62" fmla="*/ 1269 w 1307"/>
                  <a:gd name="T63" fmla="*/ 456 h 551"/>
                  <a:gd name="T64" fmla="*/ 1229 w 1307"/>
                  <a:gd name="T65" fmla="*/ 418 h 551"/>
                  <a:gd name="T66" fmla="*/ 1187 w 1307"/>
                  <a:gd name="T67" fmla="*/ 382 h 551"/>
                  <a:gd name="T68" fmla="*/ 1143 w 1307"/>
                  <a:gd name="T69" fmla="*/ 347 h 551"/>
                  <a:gd name="T70" fmla="*/ 1143 w 1307"/>
                  <a:gd name="T71" fmla="*/ 347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307" h="551">
                    <a:moveTo>
                      <a:pt x="1143" y="347"/>
                    </a:moveTo>
                    <a:lnTo>
                      <a:pt x="1143" y="347"/>
                    </a:lnTo>
                    <a:lnTo>
                      <a:pt x="1097" y="313"/>
                    </a:lnTo>
                    <a:lnTo>
                      <a:pt x="1051" y="280"/>
                    </a:lnTo>
                    <a:lnTo>
                      <a:pt x="1003" y="248"/>
                    </a:lnTo>
                    <a:lnTo>
                      <a:pt x="952" y="217"/>
                    </a:lnTo>
                    <a:lnTo>
                      <a:pt x="952" y="217"/>
                    </a:lnTo>
                    <a:lnTo>
                      <a:pt x="901" y="187"/>
                    </a:lnTo>
                    <a:lnTo>
                      <a:pt x="848" y="157"/>
                    </a:lnTo>
                    <a:lnTo>
                      <a:pt x="794" y="128"/>
                    </a:lnTo>
                    <a:lnTo>
                      <a:pt x="737" y="101"/>
                    </a:lnTo>
                    <a:lnTo>
                      <a:pt x="737" y="101"/>
                    </a:lnTo>
                    <a:lnTo>
                      <a:pt x="681" y="74"/>
                    </a:lnTo>
                    <a:lnTo>
                      <a:pt x="623" y="49"/>
                    </a:lnTo>
                    <a:lnTo>
                      <a:pt x="562" y="24"/>
                    </a:lnTo>
                    <a:lnTo>
                      <a:pt x="501" y="0"/>
                    </a:lnTo>
                    <a:lnTo>
                      <a:pt x="0" y="404"/>
                    </a:lnTo>
                    <a:lnTo>
                      <a:pt x="0" y="404"/>
                    </a:lnTo>
                    <a:lnTo>
                      <a:pt x="31" y="421"/>
                    </a:lnTo>
                    <a:lnTo>
                      <a:pt x="60" y="438"/>
                    </a:lnTo>
                    <a:lnTo>
                      <a:pt x="60" y="438"/>
                    </a:lnTo>
                    <a:lnTo>
                      <a:pt x="88" y="455"/>
                    </a:lnTo>
                    <a:lnTo>
                      <a:pt x="114" y="473"/>
                    </a:lnTo>
                    <a:lnTo>
                      <a:pt x="114" y="473"/>
                    </a:lnTo>
                    <a:lnTo>
                      <a:pt x="140" y="492"/>
                    </a:lnTo>
                    <a:lnTo>
                      <a:pt x="163" y="511"/>
                    </a:lnTo>
                    <a:lnTo>
                      <a:pt x="163" y="511"/>
                    </a:lnTo>
                    <a:lnTo>
                      <a:pt x="185" y="531"/>
                    </a:lnTo>
                    <a:lnTo>
                      <a:pt x="205" y="551"/>
                    </a:lnTo>
                    <a:lnTo>
                      <a:pt x="1307" y="493"/>
                    </a:lnTo>
                    <a:lnTo>
                      <a:pt x="1307" y="493"/>
                    </a:lnTo>
                    <a:lnTo>
                      <a:pt x="1269" y="456"/>
                    </a:lnTo>
                    <a:lnTo>
                      <a:pt x="1229" y="418"/>
                    </a:lnTo>
                    <a:lnTo>
                      <a:pt x="1187" y="382"/>
                    </a:lnTo>
                    <a:lnTo>
                      <a:pt x="1143" y="347"/>
                    </a:lnTo>
                    <a:lnTo>
                      <a:pt x="1143" y="34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C39030C-9461-40B8-8B16-CE071158C485}"/>
                </a:ext>
              </a:extLst>
            </p:cNvPr>
            <p:cNvGrpSpPr/>
            <p:nvPr/>
          </p:nvGrpSpPr>
          <p:grpSpPr>
            <a:xfrm>
              <a:off x="10878920" y="5179912"/>
              <a:ext cx="2128351" cy="1885229"/>
              <a:chOff x="10878920" y="5179912"/>
              <a:chExt cx="2128351" cy="1885229"/>
            </a:xfrm>
            <a:effectLst/>
          </p:grpSpPr>
          <p:sp>
            <p:nvSpPr>
              <p:cNvPr id="54" name="Freeform 126">
                <a:extLst>
                  <a:ext uri="{FF2B5EF4-FFF2-40B4-BE49-F238E27FC236}">
                    <a16:creationId xmlns:a16="http://schemas.microsoft.com/office/drawing/2014/main" id="{6A861D41-0FA0-4225-888E-D61A4EA6D87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878920" y="5724734"/>
                <a:ext cx="140383" cy="1204555"/>
              </a:xfrm>
              <a:custGeom>
                <a:avLst/>
                <a:gdLst>
                  <a:gd name="T0" fmla="*/ 93 w 93"/>
                  <a:gd name="T1" fmla="*/ 0 h 798"/>
                  <a:gd name="T2" fmla="*/ 88 w 93"/>
                  <a:gd name="T3" fmla="*/ 616 h 798"/>
                  <a:gd name="T4" fmla="*/ 88 w 93"/>
                  <a:gd name="T5" fmla="*/ 616 h 798"/>
                  <a:gd name="T6" fmla="*/ 69 w 93"/>
                  <a:gd name="T7" fmla="*/ 637 h 798"/>
                  <a:gd name="T8" fmla="*/ 55 w 93"/>
                  <a:gd name="T9" fmla="*/ 659 h 798"/>
                  <a:gd name="T10" fmla="*/ 55 w 93"/>
                  <a:gd name="T11" fmla="*/ 659 h 798"/>
                  <a:gd name="T12" fmla="*/ 41 w 93"/>
                  <a:gd name="T13" fmla="*/ 681 h 798"/>
                  <a:gd name="T14" fmla="*/ 29 w 93"/>
                  <a:gd name="T15" fmla="*/ 704 h 798"/>
                  <a:gd name="T16" fmla="*/ 29 w 93"/>
                  <a:gd name="T17" fmla="*/ 704 h 798"/>
                  <a:gd name="T18" fmla="*/ 19 w 93"/>
                  <a:gd name="T19" fmla="*/ 727 h 798"/>
                  <a:gd name="T20" fmla="*/ 11 w 93"/>
                  <a:gd name="T21" fmla="*/ 750 h 798"/>
                  <a:gd name="T22" fmla="*/ 11 w 93"/>
                  <a:gd name="T23" fmla="*/ 750 h 798"/>
                  <a:gd name="T24" fmla="*/ 5 w 93"/>
                  <a:gd name="T25" fmla="*/ 775 h 798"/>
                  <a:gd name="T26" fmla="*/ 0 w 93"/>
                  <a:gd name="T27" fmla="*/ 798 h 798"/>
                  <a:gd name="T28" fmla="*/ 0 w 93"/>
                  <a:gd name="T29" fmla="*/ 170 h 798"/>
                  <a:gd name="T30" fmla="*/ 0 w 93"/>
                  <a:gd name="T31" fmla="*/ 170 h 798"/>
                  <a:gd name="T32" fmla="*/ 5 w 93"/>
                  <a:gd name="T33" fmla="*/ 148 h 798"/>
                  <a:gd name="T34" fmla="*/ 11 w 93"/>
                  <a:gd name="T35" fmla="*/ 126 h 798"/>
                  <a:gd name="T36" fmla="*/ 11 w 93"/>
                  <a:gd name="T37" fmla="*/ 126 h 798"/>
                  <a:gd name="T38" fmla="*/ 20 w 93"/>
                  <a:gd name="T39" fmla="*/ 103 h 798"/>
                  <a:gd name="T40" fmla="*/ 30 w 93"/>
                  <a:gd name="T41" fmla="*/ 82 h 798"/>
                  <a:gd name="T42" fmla="*/ 30 w 93"/>
                  <a:gd name="T43" fmla="*/ 82 h 798"/>
                  <a:gd name="T44" fmla="*/ 43 w 93"/>
                  <a:gd name="T45" fmla="*/ 61 h 798"/>
                  <a:gd name="T46" fmla="*/ 58 w 93"/>
                  <a:gd name="T47" fmla="*/ 40 h 798"/>
                  <a:gd name="T48" fmla="*/ 58 w 93"/>
                  <a:gd name="T49" fmla="*/ 40 h 798"/>
                  <a:gd name="T50" fmla="*/ 75 w 93"/>
                  <a:gd name="T51" fmla="*/ 21 h 798"/>
                  <a:gd name="T52" fmla="*/ 93 w 93"/>
                  <a:gd name="T53" fmla="*/ 0 h 798"/>
                  <a:gd name="T54" fmla="*/ 93 w 93"/>
                  <a:gd name="T55" fmla="*/ 0 h 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3" h="798">
                    <a:moveTo>
                      <a:pt x="93" y="0"/>
                    </a:moveTo>
                    <a:lnTo>
                      <a:pt x="88" y="616"/>
                    </a:lnTo>
                    <a:lnTo>
                      <a:pt x="88" y="616"/>
                    </a:lnTo>
                    <a:lnTo>
                      <a:pt x="69" y="637"/>
                    </a:lnTo>
                    <a:lnTo>
                      <a:pt x="55" y="659"/>
                    </a:lnTo>
                    <a:lnTo>
                      <a:pt x="55" y="659"/>
                    </a:lnTo>
                    <a:lnTo>
                      <a:pt x="41" y="681"/>
                    </a:lnTo>
                    <a:lnTo>
                      <a:pt x="29" y="704"/>
                    </a:lnTo>
                    <a:lnTo>
                      <a:pt x="29" y="704"/>
                    </a:lnTo>
                    <a:lnTo>
                      <a:pt x="19" y="727"/>
                    </a:lnTo>
                    <a:lnTo>
                      <a:pt x="11" y="750"/>
                    </a:lnTo>
                    <a:lnTo>
                      <a:pt x="11" y="750"/>
                    </a:lnTo>
                    <a:lnTo>
                      <a:pt x="5" y="775"/>
                    </a:lnTo>
                    <a:lnTo>
                      <a:pt x="0" y="798"/>
                    </a:lnTo>
                    <a:lnTo>
                      <a:pt x="0" y="170"/>
                    </a:lnTo>
                    <a:lnTo>
                      <a:pt x="0" y="170"/>
                    </a:lnTo>
                    <a:lnTo>
                      <a:pt x="5" y="148"/>
                    </a:lnTo>
                    <a:lnTo>
                      <a:pt x="11" y="126"/>
                    </a:lnTo>
                    <a:lnTo>
                      <a:pt x="11" y="126"/>
                    </a:lnTo>
                    <a:lnTo>
                      <a:pt x="20" y="103"/>
                    </a:lnTo>
                    <a:lnTo>
                      <a:pt x="30" y="82"/>
                    </a:lnTo>
                    <a:lnTo>
                      <a:pt x="30" y="82"/>
                    </a:lnTo>
                    <a:lnTo>
                      <a:pt x="43" y="61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75" y="21"/>
                    </a:lnTo>
                    <a:lnTo>
                      <a:pt x="93" y="0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Freeform 127">
                <a:extLst>
                  <a:ext uri="{FF2B5EF4-FFF2-40B4-BE49-F238E27FC236}">
                    <a16:creationId xmlns:a16="http://schemas.microsoft.com/office/drawing/2014/main" id="{122C60C0-F000-4F85-98FB-ABC444148D1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1019300" y="5982851"/>
                <a:ext cx="1987971" cy="1082290"/>
              </a:xfrm>
              <a:custGeom>
                <a:avLst/>
                <a:gdLst>
                  <a:gd name="T0" fmla="*/ 1315 w 1315"/>
                  <a:gd name="T1" fmla="*/ 0 h 717"/>
                  <a:gd name="T2" fmla="*/ 1315 w 1315"/>
                  <a:gd name="T3" fmla="*/ 628 h 717"/>
                  <a:gd name="T4" fmla="*/ 82 w 1315"/>
                  <a:gd name="T5" fmla="*/ 717 h 717"/>
                  <a:gd name="T6" fmla="*/ 0 w 1315"/>
                  <a:gd name="T7" fmla="*/ 71 h 717"/>
                  <a:gd name="T8" fmla="*/ 1315 w 1315"/>
                  <a:gd name="T9" fmla="*/ 0 h 7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5" h="717">
                    <a:moveTo>
                      <a:pt x="1315" y="0"/>
                    </a:moveTo>
                    <a:lnTo>
                      <a:pt x="1315" y="628"/>
                    </a:lnTo>
                    <a:lnTo>
                      <a:pt x="82" y="717"/>
                    </a:lnTo>
                    <a:lnTo>
                      <a:pt x="0" y="71"/>
                    </a:lnTo>
                    <a:lnTo>
                      <a:pt x="1315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Freeform 134">
                <a:extLst>
                  <a:ext uri="{FF2B5EF4-FFF2-40B4-BE49-F238E27FC236}">
                    <a16:creationId xmlns:a16="http://schemas.microsoft.com/office/drawing/2014/main" id="{BD47D34D-7060-4E13-B23F-A75931835B7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878920" y="5179912"/>
                <a:ext cx="2128350" cy="923795"/>
              </a:xfrm>
              <a:custGeom>
                <a:avLst/>
                <a:gdLst>
                  <a:gd name="T0" fmla="*/ 1326 w 1408"/>
                  <a:gd name="T1" fmla="*/ 495 h 610"/>
                  <a:gd name="T2" fmla="*/ 1326 w 1408"/>
                  <a:gd name="T3" fmla="*/ 495 h 610"/>
                  <a:gd name="T4" fmla="*/ 1335 w 1408"/>
                  <a:gd name="T5" fmla="*/ 472 h 610"/>
                  <a:gd name="T6" fmla="*/ 1345 w 1408"/>
                  <a:gd name="T7" fmla="*/ 451 h 610"/>
                  <a:gd name="T8" fmla="*/ 1345 w 1408"/>
                  <a:gd name="T9" fmla="*/ 451 h 610"/>
                  <a:gd name="T10" fmla="*/ 1358 w 1408"/>
                  <a:gd name="T11" fmla="*/ 430 h 610"/>
                  <a:gd name="T12" fmla="*/ 1373 w 1408"/>
                  <a:gd name="T13" fmla="*/ 409 h 610"/>
                  <a:gd name="T14" fmla="*/ 1373 w 1408"/>
                  <a:gd name="T15" fmla="*/ 409 h 610"/>
                  <a:gd name="T16" fmla="*/ 1390 w 1408"/>
                  <a:gd name="T17" fmla="*/ 390 h 610"/>
                  <a:gd name="T18" fmla="*/ 1408 w 1408"/>
                  <a:gd name="T19" fmla="*/ 369 h 610"/>
                  <a:gd name="T20" fmla="*/ 507 w 1408"/>
                  <a:gd name="T21" fmla="*/ 0 h 610"/>
                  <a:gd name="T22" fmla="*/ 507 w 1408"/>
                  <a:gd name="T23" fmla="*/ 0 h 610"/>
                  <a:gd name="T24" fmla="*/ 459 w 1408"/>
                  <a:gd name="T25" fmla="*/ 31 h 610"/>
                  <a:gd name="T26" fmla="*/ 411 w 1408"/>
                  <a:gd name="T27" fmla="*/ 61 h 610"/>
                  <a:gd name="T28" fmla="*/ 366 w 1408"/>
                  <a:gd name="T29" fmla="*/ 94 h 610"/>
                  <a:gd name="T30" fmla="*/ 323 w 1408"/>
                  <a:gd name="T31" fmla="*/ 127 h 610"/>
                  <a:gd name="T32" fmla="*/ 323 w 1408"/>
                  <a:gd name="T33" fmla="*/ 127 h 610"/>
                  <a:gd name="T34" fmla="*/ 282 w 1408"/>
                  <a:gd name="T35" fmla="*/ 162 h 610"/>
                  <a:gd name="T36" fmla="*/ 244 w 1408"/>
                  <a:gd name="T37" fmla="*/ 197 h 610"/>
                  <a:gd name="T38" fmla="*/ 208 w 1408"/>
                  <a:gd name="T39" fmla="*/ 235 h 610"/>
                  <a:gd name="T40" fmla="*/ 174 w 1408"/>
                  <a:gd name="T41" fmla="*/ 272 h 610"/>
                  <a:gd name="T42" fmla="*/ 174 w 1408"/>
                  <a:gd name="T43" fmla="*/ 272 h 610"/>
                  <a:gd name="T44" fmla="*/ 158 w 1408"/>
                  <a:gd name="T45" fmla="*/ 291 h 610"/>
                  <a:gd name="T46" fmla="*/ 143 w 1408"/>
                  <a:gd name="T47" fmla="*/ 311 h 610"/>
                  <a:gd name="T48" fmla="*/ 128 w 1408"/>
                  <a:gd name="T49" fmla="*/ 330 h 610"/>
                  <a:gd name="T50" fmla="*/ 114 w 1408"/>
                  <a:gd name="T51" fmla="*/ 350 h 610"/>
                  <a:gd name="T52" fmla="*/ 101 w 1408"/>
                  <a:gd name="T53" fmla="*/ 371 h 610"/>
                  <a:gd name="T54" fmla="*/ 88 w 1408"/>
                  <a:gd name="T55" fmla="*/ 392 h 610"/>
                  <a:gd name="T56" fmla="*/ 76 w 1408"/>
                  <a:gd name="T57" fmla="*/ 412 h 610"/>
                  <a:gd name="T58" fmla="*/ 65 w 1408"/>
                  <a:gd name="T59" fmla="*/ 433 h 610"/>
                  <a:gd name="T60" fmla="*/ 65 w 1408"/>
                  <a:gd name="T61" fmla="*/ 433 h 610"/>
                  <a:gd name="T62" fmla="*/ 54 w 1408"/>
                  <a:gd name="T63" fmla="*/ 454 h 610"/>
                  <a:gd name="T64" fmla="*/ 44 w 1408"/>
                  <a:gd name="T65" fmla="*/ 476 h 610"/>
                  <a:gd name="T66" fmla="*/ 35 w 1408"/>
                  <a:gd name="T67" fmla="*/ 498 h 610"/>
                  <a:gd name="T68" fmla="*/ 26 w 1408"/>
                  <a:gd name="T69" fmla="*/ 519 h 610"/>
                  <a:gd name="T70" fmla="*/ 19 w 1408"/>
                  <a:gd name="T71" fmla="*/ 542 h 610"/>
                  <a:gd name="T72" fmla="*/ 11 w 1408"/>
                  <a:gd name="T73" fmla="*/ 564 h 610"/>
                  <a:gd name="T74" fmla="*/ 5 w 1408"/>
                  <a:gd name="T75" fmla="*/ 586 h 610"/>
                  <a:gd name="T76" fmla="*/ 0 w 1408"/>
                  <a:gd name="T77" fmla="*/ 610 h 610"/>
                  <a:gd name="T78" fmla="*/ 1315 w 1408"/>
                  <a:gd name="T79" fmla="*/ 539 h 610"/>
                  <a:gd name="T80" fmla="*/ 1315 w 1408"/>
                  <a:gd name="T81" fmla="*/ 539 h 610"/>
                  <a:gd name="T82" fmla="*/ 1320 w 1408"/>
                  <a:gd name="T83" fmla="*/ 517 h 610"/>
                  <a:gd name="T84" fmla="*/ 1326 w 1408"/>
                  <a:gd name="T85" fmla="*/ 495 h 610"/>
                  <a:gd name="T86" fmla="*/ 1326 w 1408"/>
                  <a:gd name="T87" fmla="*/ 495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08" h="610">
                    <a:moveTo>
                      <a:pt x="1326" y="495"/>
                    </a:moveTo>
                    <a:lnTo>
                      <a:pt x="1326" y="495"/>
                    </a:lnTo>
                    <a:lnTo>
                      <a:pt x="1335" y="472"/>
                    </a:lnTo>
                    <a:lnTo>
                      <a:pt x="1345" y="451"/>
                    </a:lnTo>
                    <a:lnTo>
                      <a:pt x="1345" y="451"/>
                    </a:lnTo>
                    <a:lnTo>
                      <a:pt x="1358" y="430"/>
                    </a:lnTo>
                    <a:lnTo>
                      <a:pt x="1373" y="409"/>
                    </a:lnTo>
                    <a:lnTo>
                      <a:pt x="1373" y="409"/>
                    </a:lnTo>
                    <a:lnTo>
                      <a:pt x="1390" y="390"/>
                    </a:lnTo>
                    <a:lnTo>
                      <a:pt x="1408" y="369"/>
                    </a:lnTo>
                    <a:lnTo>
                      <a:pt x="507" y="0"/>
                    </a:lnTo>
                    <a:lnTo>
                      <a:pt x="507" y="0"/>
                    </a:lnTo>
                    <a:lnTo>
                      <a:pt x="459" y="31"/>
                    </a:lnTo>
                    <a:lnTo>
                      <a:pt x="411" y="61"/>
                    </a:lnTo>
                    <a:lnTo>
                      <a:pt x="366" y="94"/>
                    </a:lnTo>
                    <a:lnTo>
                      <a:pt x="323" y="127"/>
                    </a:lnTo>
                    <a:lnTo>
                      <a:pt x="323" y="127"/>
                    </a:lnTo>
                    <a:lnTo>
                      <a:pt x="282" y="162"/>
                    </a:lnTo>
                    <a:lnTo>
                      <a:pt x="244" y="197"/>
                    </a:lnTo>
                    <a:lnTo>
                      <a:pt x="208" y="235"/>
                    </a:lnTo>
                    <a:lnTo>
                      <a:pt x="174" y="272"/>
                    </a:lnTo>
                    <a:lnTo>
                      <a:pt x="174" y="272"/>
                    </a:lnTo>
                    <a:lnTo>
                      <a:pt x="158" y="291"/>
                    </a:lnTo>
                    <a:lnTo>
                      <a:pt x="143" y="311"/>
                    </a:lnTo>
                    <a:lnTo>
                      <a:pt x="128" y="330"/>
                    </a:lnTo>
                    <a:lnTo>
                      <a:pt x="114" y="350"/>
                    </a:lnTo>
                    <a:lnTo>
                      <a:pt x="101" y="371"/>
                    </a:lnTo>
                    <a:lnTo>
                      <a:pt x="88" y="392"/>
                    </a:lnTo>
                    <a:lnTo>
                      <a:pt x="76" y="412"/>
                    </a:lnTo>
                    <a:lnTo>
                      <a:pt x="65" y="433"/>
                    </a:lnTo>
                    <a:lnTo>
                      <a:pt x="65" y="433"/>
                    </a:lnTo>
                    <a:lnTo>
                      <a:pt x="54" y="454"/>
                    </a:lnTo>
                    <a:lnTo>
                      <a:pt x="44" y="476"/>
                    </a:lnTo>
                    <a:lnTo>
                      <a:pt x="35" y="498"/>
                    </a:lnTo>
                    <a:lnTo>
                      <a:pt x="26" y="519"/>
                    </a:lnTo>
                    <a:lnTo>
                      <a:pt x="19" y="542"/>
                    </a:lnTo>
                    <a:lnTo>
                      <a:pt x="11" y="564"/>
                    </a:lnTo>
                    <a:lnTo>
                      <a:pt x="5" y="586"/>
                    </a:lnTo>
                    <a:lnTo>
                      <a:pt x="0" y="610"/>
                    </a:lnTo>
                    <a:lnTo>
                      <a:pt x="1315" y="539"/>
                    </a:lnTo>
                    <a:lnTo>
                      <a:pt x="1315" y="539"/>
                    </a:lnTo>
                    <a:lnTo>
                      <a:pt x="1320" y="517"/>
                    </a:lnTo>
                    <a:lnTo>
                      <a:pt x="1326" y="495"/>
                    </a:lnTo>
                    <a:lnTo>
                      <a:pt x="1326" y="49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9EFCB70-61F1-4EBB-A022-B2969E25A770}"/>
                </a:ext>
              </a:extLst>
            </p:cNvPr>
            <p:cNvGrpSpPr/>
            <p:nvPr/>
          </p:nvGrpSpPr>
          <p:grpSpPr>
            <a:xfrm>
              <a:off x="10679671" y="6272670"/>
              <a:ext cx="2345714" cy="2390999"/>
              <a:chOff x="10679671" y="6272670"/>
              <a:chExt cx="2345714" cy="2390999"/>
            </a:xfrm>
            <a:effectLst/>
          </p:grpSpPr>
          <p:sp>
            <p:nvSpPr>
              <p:cNvPr id="48" name="Freeform 128">
                <a:extLst>
                  <a:ext uri="{FF2B5EF4-FFF2-40B4-BE49-F238E27FC236}">
                    <a16:creationId xmlns:a16="http://schemas.microsoft.com/office/drawing/2014/main" id="{6234E5F6-39C3-4101-BD75-708F620FE58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2042723" y="6440221"/>
                <a:ext cx="978135" cy="2223448"/>
              </a:xfrm>
              <a:custGeom>
                <a:avLst/>
                <a:gdLst>
                  <a:gd name="T0" fmla="*/ 85 w 648"/>
                  <a:gd name="T1" fmla="*/ 663 h 1475"/>
                  <a:gd name="T2" fmla="*/ 0 w 648"/>
                  <a:gd name="T3" fmla="*/ 0 h 1475"/>
                  <a:gd name="T4" fmla="*/ 8 w 648"/>
                  <a:gd name="T5" fmla="*/ 49 h 1475"/>
                  <a:gd name="T6" fmla="*/ 19 w 648"/>
                  <a:gd name="T7" fmla="*/ 97 h 1475"/>
                  <a:gd name="T8" fmla="*/ 34 w 648"/>
                  <a:gd name="T9" fmla="*/ 146 h 1475"/>
                  <a:gd name="T10" fmla="*/ 52 w 648"/>
                  <a:gd name="T11" fmla="*/ 195 h 1475"/>
                  <a:gd name="T12" fmla="*/ 64 w 648"/>
                  <a:gd name="T13" fmla="*/ 219 h 1475"/>
                  <a:gd name="T14" fmla="*/ 88 w 648"/>
                  <a:gd name="T15" fmla="*/ 269 h 1475"/>
                  <a:gd name="T16" fmla="*/ 116 w 648"/>
                  <a:gd name="T17" fmla="*/ 319 h 1475"/>
                  <a:gd name="T18" fmla="*/ 148 w 648"/>
                  <a:gd name="T19" fmla="*/ 369 h 1475"/>
                  <a:gd name="T20" fmla="*/ 166 w 648"/>
                  <a:gd name="T21" fmla="*/ 393 h 1475"/>
                  <a:gd name="T22" fmla="*/ 204 w 648"/>
                  <a:gd name="T23" fmla="*/ 443 h 1475"/>
                  <a:gd name="T24" fmla="*/ 247 w 648"/>
                  <a:gd name="T25" fmla="*/ 493 h 1475"/>
                  <a:gd name="T26" fmla="*/ 293 w 648"/>
                  <a:gd name="T27" fmla="*/ 542 h 1475"/>
                  <a:gd name="T28" fmla="*/ 344 w 648"/>
                  <a:gd name="T29" fmla="*/ 591 h 1475"/>
                  <a:gd name="T30" fmla="*/ 372 w 648"/>
                  <a:gd name="T31" fmla="*/ 615 h 1475"/>
                  <a:gd name="T32" fmla="*/ 430 w 648"/>
                  <a:gd name="T33" fmla="*/ 663 h 1475"/>
                  <a:gd name="T34" fmla="*/ 493 w 648"/>
                  <a:gd name="T35" fmla="*/ 711 h 1475"/>
                  <a:gd name="T36" fmla="*/ 559 w 648"/>
                  <a:gd name="T37" fmla="*/ 758 h 1475"/>
                  <a:gd name="T38" fmla="*/ 648 w 648"/>
                  <a:gd name="T39" fmla="*/ 1475 h 1475"/>
                  <a:gd name="T40" fmla="*/ 615 w 648"/>
                  <a:gd name="T41" fmla="*/ 1451 h 1475"/>
                  <a:gd name="T42" fmla="*/ 552 w 648"/>
                  <a:gd name="T43" fmla="*/ 1403 h 1475"/>
                  <a:gd name="T44" fmla="*/ 495 w 648"/>
                  <a:gd name="T45" fmla="*/ 1355 h 1475"/>
                  <a:gd name="T46" fmla="*/ 440 w 648"/>
                  <a:gd name="T47" fmla="*/ 1305 h 1475"/>
                  <a:gd name="T48" fmla="*/ 414 w 648"/>
                  <a:gd name="T49" fmla="*/ 1279 h 1475"/>
                  <a:gd name="T50" fmla="*/ 367 w 648"/>
                  <a:gd name="T51" fmla="*/ 1229 h 1475"/>
                  <a:gd name="T52" fmla="*/ 323 w 648"/>
                  <a:gd name="T53" fmla="*/ 1178 h 1475"/>
                  <a:gd name="T54" fmla="*/ 283 w 648"/>
                  <a:gd name="T55" fmla="*/ 1126 h 1475"/>
                  <a:gd name="T56" fmla="*/ 246 w 648"/>
                  <a:gd name="T57" fmla="*/ 1074 h 1475"/>
                  <a:gd name="T58" fmla="*/ 230 w 648"/>
                  <a:gd name="T59" fmla="*/ 1049 h 1475"/>
                  <a:gd name="T60" fmla="*/ 199 w 648"/>
                  <a:gd name="T61" fmla="*/ 997 h 1475"/>
                  <a:gd name="T62" fmla="*/ 171 w 648"/>
                  <a:gd name="T63" fmla="*/ 946 h 1475"/>
                  <a:gd name="T64" fmla="*/ 148 w 648"/>
                  <a:gd name="T65" fmla="*/ 892 h 1475"/>
                  <a:gd name="T66" fmla="*/ 138 w 648"/>
                  <a:gd name="T67" fmla="*/ 867 h 1475"/>
                  <a:gd name="T68" fmla="*/ 120 w 648"/>
                  <a:gd name="T69" fmla="*/ 816 h 1475"/>
                  <a:gd name="T70" fmla="*/ 105 w 648"/>
                  <a:gd name="T71" fmla="*/ 765 h 1475"/>
                  <a:gd name="T72" fmla="*/ 94 w 648"/>
                  <a:gd name="T73" fmla="*/ 714 h 1475"/>
                  <a:gd name="T74" fmla="*/ 85 w 648"/>
                  <a:gd name="T75" fmla="*/ 663 h 14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48" h="1475">
                    <a:moveTo>
                      <a:pt x="85" y="663"/>
                    </a:moveTo>
                    <a:lnTo>
                      <a:pt x="85" y="66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25"/>
                    </a:lnTo>
                    <a:lnTo>
                      <a:pt x="8" y="49"/>
                    </a:lnTo>
                    <a:lnTo>
                      <a:pt x="13" y="73"/>
                    </a:lnTo>
                    <a:lnTo>
                      <a:pt x="19" y="97"/>
                    </a:lnTo>
                    <a:lnTo>
                      <a:pt x="27" y="121"/>
                    </a:lnTo>
                    <a:lnTo>
                      <a:pt x="34" y="146"/>
                    </a:lnTo>
                    <a:lnTo>
                      <a:pt x="43" y="170"/>
                    </a:lnTo>
                    <a:lnTo>
                      <a:pt x="52" y="195"/>
                    </a:lnTo>
                    <a:lnTo>
                      <a:pt x="52" y="195"/>
                    </a:lnTo>
                    <a:lnTo>
                      <a:pt x="64" y="219"/>
                    </a:lnTo>
                    <a:lnTo>
                      <a:pt x="76" y="244"/>
                    </a:lnTo>
                    <a:lnTo>
                      <a:pt x="88" y="269"/>
                    </a:lnTo>
                    <a:lnTo>
                      <a:pt x="101" y="294"/>
                    </a:lnTo>
                    <a:lnTo>
                      <a:pt x="116" y="319"/>
                    </a:lnTo>
                    <a:lnTo>
                      <a:pt x="132" y="343"/>
                    </a:lnTo>
                    <a:lnTo>
                      <a:pt x="148" y="369"/>
                    </a:lnTo>
                    <a:lnTo>
                      <a:pt x="166" y="393"/>
                    </a:lnTo>
                    <a:lnTo>
                      <a:pt x="166" y="393"/>
                    </a:lnTo>
                    <a:lnTo>
                      <a:pt x="184" y="418"/>
                    </a:lnTo>
                    <a:lnTo>
                      <a:pt x="204" y="443"/>
                    </a:lnTo>
                    <a:lnTo>
                      <a:pt x="225" y="468"/>
                    </a:lnTo>
                    <a:lnTo>
                      <a:pt x="247" y="493"/>
                    </a:lnTo>
                    <a:lnTo>
                      <a:pt x="270" y="517"/>
                    </a:lnTo>
                    <a:lnTo>
                      <a:pt x="293" y="542"/>
                    </a:lnTo>
                    <a:lnTo>
                      <a:pt x="319" y="566"/>
                    </a:lnTo>
                    <a:lnTo>
                      <a:pt x="344" y="591"/>
                    </a:lnTo>
                    <a:lnTo>
                      <a:pt x="344" y="591"/>
                    </a:lnTo>
                    <a:lnTo>
                      <a:pt x="372" y="615"/>
                    </a:lnTo>
                    <a:lnTo>
                      <a:pt x="401" y="640"/>
                    </a:lnTo>
                    <a:lnTo>
                      <a:pt x="430" y="663"/>
                    </a:lnTo>
                    <a:lnTo>
                      <a:pt x="461" y="687"/>
                    </a:lnTo>
                    <a:lnTo>
                      <a:pt x="493" y="711"/>
                    </a:lnTo>
                    <a:lnTo>
                      <a:pt x="526" y="734"/>
                    </a:lnTo>
                    <a:lnTo>
                      <a:pt x="559" y="758"/>
                    </a:lnTo>
                    <a:lnTo>
                      <a:pt x="594" y="780"/>
                    </a:lnTo>
                    <a:lnTo>
                      <a:pt x="648" y="1475"/>
                    </a:lnTo>
                    <a:lnTo>
                      <a:pt x="648" y="1475"/>
                    </a:lnTo>
                    <a:lnTo>
                      <a:pt x="615" y="1451"/>
                    </a:lnTo>
                    <a:lnTo>
                      <a:pt x="583" y="1427"/>
                    </a:lnTo>
                    <a:lnTo>
                      <a:pt x="552" y="1403"/>
                    </a:lnTo>
                    <a:lnTo>
                      <a:pt x="524" y="1379"/>
                    </a:lnTo>
                    <a:lnTo>
                      <a:pt x="495" y="1355"/>
                    </a:lnTo>
                    <a:lnTo>
                      <a:pt x="466" y="1329"/>
                    </a:lnTo>
                    <a:lnTo>
                      <a:pt x="440" y="1305"/>
                    </a:lnTo>
                    <a:lnTo>
                      <a:pt x="414" y="1279"/>
                    </a:lnTo>
                    <a:lnTo>
                      <a:pt x="414" y="1279"/>
                    </a:lnTo>
                    <a:lnTo>
                      <a:pt x="390" y="1254"/>
                    </a:lnTo>
                    <a:lnTo>
                      <a:pt x="367" y="1229"/>
                    </a:lnTo>
                    <a:lnTo>
                      <a:pt x="344" y="1204"/>
                    </a:lnTo>
                    <a:lnTo>
                      <a:pt x="323" y="1178"/>
                    </a:lnTo>
                    <a:lnTo>
                      <a:pt x="302" y="1153"/>
                    </a:lnTo>
                    <a:lnTo>
                      <a:pt x="283" y="1126"/>
                    </a:lnTo>
                    <a:lnTo>
                      <a:pt x="264" y="1101"/>
                    </a:lnTo>
                    <a:lnTo>
                      <a:pt x="246" y="1074"/>
                    </a:lnTo>
                    <a:lnTo>
                      <a:pt x="246" y="1074"/>
                    </a:lnTo>
                    <a:lnTo>
                      <a:pt x="230" y="1049"/>
                    </a:lnTo>
                    <a:lnTo>
                      <a:pt x="214" y="1023"/>
                    </a:lnTo>
                    <a:lnTo>
                      <a:pt x="199" y="997"/>
                    </a:lnTo>
                    <a:lnTo>
                      <a:pt x="185" y="971"/>
                    </a:lnTo>
                    <a:lnTo>
                      <a:pt x="171" y="946"/>
                    </a:lnTo>
                    <a:lnTo>
                      <a:pt x="160" y="919"/>
                    </a:lnTo>
                    <a:lnTo>
                      <a:pt x="148" y="892"/>
                    </a:lnTo>
                    <a:lnTo>
                      <a:pt x="138" y="867"/>
                    </a:lnTo>
                    <a:lnTo>
                      <a:pt x="138" y="867"/>
                    </a:lnTo>
                    <a:lnTo>
                      <a:pt x="129" y="841"/>
                    </a:lnTo>
                    <a:lnTo>
                      <a:pt x="120" y="816"/>
                    </a:lnTo>
                    <a:lnTo>
                      <a:pt x="112" y="790"/>
                    </a:lnTo>
                    <a:lnTo>
                      <a:pt x="105" y="765"/>
                    </a:lnTo>
                    <a:lnTo>
                      <a:pt x="99" y="739"/>
                    </a:lnTo>
                    <a:lnTo>
                      <a:pt x="94" y="714"/>
                    </a:lnTo>
                    <a:lnTo>
                      <a:pt x="89" y="688"/>
                    </a:lnTo>
                    <a:lnTo>
                      <a:pt x="85" y="663"/>
                    </a:lnTo>
                    <a:lnTo>
                      <a:pt x="85" y="663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Freeform 129">
                <a:extLst>
                  <a:ext uri="{FF2B5EF4-FFF2-40B4-BE49-F238E27FC236}">
                    <a16:creationId xmlns:a16="http://schemas.microsoft.com/office/drawing/2014/main" id="{80EF878C-EB1C-4254-A70F-B94A3DFE2DD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679671" y="6544374"/>
                <a:ext cx="1444563" cy="2119294"/>
              </a:xfrm>
              <a:custGeom>
                <a:avLst/>
                <a:gdLst>
                  <a:gd name="T0" fmla="*/ 956 w 956"/>
                  <a:gd name="T1" fmla="*/ 0 h 1404"/>
                  <a:gd name="T2" fmla="*/ 942 w 956"/>
                  <a:gd name="T3" fmla="*/ 650 h 1404"/>
                  <a:gd name="T4" fmla="*/ 54 w 956"/>
                  <a:gd name="T5" fmla="*/ 1404 h 1404"/>
                  <a:gd name="T6" fmla="*/ 0 w 956"/>
                  <a:gd name="T7" fmla="*/ 709 h 1404"/>
                  <a:gd name="T8" fmla="*/ 956 w 956"/>
                  <a:gd name="T9" fmla="*/ 0 h 14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6" h="1404">
                    <a:moveTo>
                      <a:pt x="956" y="0"/>
                    </a:moveTo>
                    <a:lnTo>
                      <a:pt x="942" y="650"/>
                    </a:lnTo>
                    <a:lnTo>
                      <a:pt x="54" y="1404"/>
                    </a:lnTo>
                    <a:lnTo>
                      <a:pt x="0" y="709"/>
                    </a:lnTo>
                    <a:lnTo>
                      <a:pt x="95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Freeform 135">
                <a:extLst>
                  <a:ext uri="{FF2B5EF4-FFF2-40B4-BE49-F238E27FC236}">
                    <a16:creationId xmlns:a16="http://schemas.microsoft.com/office/drawing/2014/main" id="{D175068F-4C9F-4CCF-B899-B6659A5D225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679672" y="6272670"/>
                <a:ext cx="2345713" cy="1344938"/>
              </a:xfrm>
              <a:custGeom>
                <a:avLst/>
                <a:gdLst>
                  <a:gd name="T0" fmla="*/ 1493 w 1553"/>
                  <a:gd name="T1" fmla="*/ 139 h 890"/>
                  <a:gd name="T2" fmla="*/ 1493 w 1553"/>
                  <a:gd name="T3" fmla="*/ 139 h 890"/>
                  <a:gd name="T4" fmla="*/ 1466 w 1553"/>
                  <a:gd name="T5" fmla="*/ 116 h 890"/>
                  <a:gd name="T6" fmla="*/ 1443 w 1553"/>
                  <a:gd name="T7" fmla="*/ 93 h 890"/>
                  <a:gd name="T8" fmla="*/ 1443 w 1553"/>
                  <a:gd name="T9" fmla="*/ 93 h 890"/>
                  <a:gd name="T10" fmla="*/ 1421 w 1553"/>
                  <a:gd name="T11" fmla="*/ 71 h 890"/>
                  <a:gd name="T12" fmla="*/ 1402 w 1553"/>
                  <a:gd name="T13" fmla="*/ 47 h 890"/>
                  <a:gd name="T14" fmla="*/ 1402 w 1553"/>
                  <a:gd name="T15" fmla="*/ 47 h 890"/>
                  <a:gd name="T16" fmla="*/ 1385 w 1553"/>
                  <a:gd name="T17" fmla="*/ 24 h 890"/>
                  <a:gd name="T18" fmla="*/ 1369 w 1553"/>
                  <a:gd name="T19" fmla="*/ 0 h 890"/>
                  <a:gd name="T20" fmla="*/ 0 w 1553"/>
                  <a:gd name="T21" fmla="*/ 80 h 890"/>
                  <a:gd name="T22" fmla="*/ 0 w 1553"/>
                  <a:gd name="T23" fmla="*/ 80 h 890"/>
                  <a:gd name="T24" fmla="*/ 2 w 1553"/>
                  <a:gd name="T25" fmla="*/ 106 h 890"/>
                  <a:gd name="T26" fmla="*/ 6 w 1553"/>
                  <a:gd name="T27" fmla="*/ 130 h 890"/>
                  <a:gd name="T28" fmla="*/ 11 w 1553"/>
                  <a:gd name="T29" fmla="*/ 156 h 890"/>
                  <a:gd name="T30" fmla="*/ 16 w 1553"/>
                  <a:gd name="T31" fmla="*/ 180 h 890"/>
                  <a:gd name="T32" fmla="*/ 22 w 1553"/>
                  <a:gd name="T33" fmla="*/ 206 h 890"/>
                  <a:gd name="T34" fmla="*/ 29 w 1553"/>
                  <a:gd name="T35" fmla="*/ 231 h 890"/>
                  <a:gd name="T36" fmla="*/ 37 w 1553"/>
                  <a:gd name="T37" fmla="*/ 256 h 890"/>
                  <a:gd name="T38" fmla="*/ 47 w 1553"/>
                  <a:gd name="T39" fmla="*/ 281 h 890"/>
                  <a:gd name="T40" fmla="*/ 47 w 1553"/>
                  <a:gd name="T41" fmla="*/ 281 h 890"/>
                  <a:gd name="T42" fmla="*/ 56 w 1553"/>
                  <a:gd name="T43" fmla="*/ 307 h 890"/>
                  <a:gd name="T44" fmla="*/ 68 w 1553"/>
                  <a:gd name="T45" fmla="*/ 333 h 890"/>
                  <a:gd name="T46" fmla="*/ 81 w 1553"/>
                  <a:gd name="T47" fmla="*/ 359 h 890"/>
                  <a:gd name="T48" fmla="*/ 93 w 1553"/>
                  <a:gd name="T49" fmla="*/ 384 h 890"/>
                  <a:gd name="T50" fmla="*/ 108 w 1553"/>
                  <a:gd name="T51" fmla="*/ 411 h 890"/>
                  <a:gd name="T52" fmla="*/ 123 w 1553"/>
                  <a:gd name="T53" fmla="*/ 436 h 890"/>
                  <a:gd name="T54" fmla="*/ 140 w 1553"/>
                  <a:gd name="T55" fmla="*/ 462 h 890"/>
                  <a:gd name="T56" fmla="*/ 157 w 1553"/>
                  <a:gd name="T57" fmla="*/ 487 h 890"/>
                  <a:gd name="T58" fmla="*/ 157 w 1553"/>
                  <a:gd name="T59" fmla="*/ 487 h 890"/>
                  <a:gd name="T60" fmla="*/ 176 w 1553"/>
                  <a:gd name="T61" fmla="*/ 514 h 890"/>
                  <a:gd name="T62" fmla="*/ 196 w 1553"/>
                  <a:gd name="T63" fmla="*/ 539 h 890"/>
                  <a:gd name="T64" fmla="*/ 218 w 1553"/>
                  <a:gd name="T65" fmla="*/ 566 h 890"/>
                  <a:gd name="T66" fmla="*/ 240 w 1553"/>
                  <a:gd name="T67" fmla="*/ 591 h 890"/>
                  <a:gd name="T68" fmla="*/ 262 w 1553"/>
                  <a:gd name="T69" fmla="*/ 617 h 890"/>
                  <a:gd name="T70" fmla="*/ 287 w 1553"/>
                  <a:gd name="T71" fmla="*/ 642 h 890"/>
                  <a:gd name="T72" fmla="*/ 312 w 1553"/>
                  <a:gd name="T73" fmla="*/ 668 h 890"/>
                  <a:gd name="T74" fmla="*/ 339 w 1553"/>
                  <a:gd name="T75" fmla="*/ 692 h 890"/>
                  <a:gd name="T76" fmla="*/ 339 w 1553"/>
                  <a:gd name="T77" fmla="*/ 692 h 890"/>
                  <a:gd name="T78" fmla="*/ 367 w 1553"/>
                  <a:gd name="T79" fmla="*/ 718 h 890"/>
                  <a:gd name="T80" fmla="*/ 397 w 1553"/>
                  <a:gd name="T81" fmla="*/ 743 h 890"/>
                  <a:gd name="T82" fmla="*/ 427 w 1553"/>
                  <a:gd name="T83" fmla="*/ 769 h 890"/>
                  <a:gd name="T84" fmla="*/ 459 w 1553"/>
                  <a:gd name="T85" fmla="*/ 793 h 890"/>
                  <a:gd name="T86" fmla="*/ 492 w 1553"/>
                  <a:gd name="T87" fmla="*/ 818 h 890"/>
                  <a:gd name="T88" fmla="*/ 526 w 1553"/>
                  <a:gd name="T89" fmla="*/ 842 h 890"/>
                  <a:gd name="T90" fmla="*/ 561 w 1553"/>
                  <a:gd name="T91" fmla="*/ 866 h 890"/>
                  <a:gd name="T92" fmla="*/ 597 w 1553"/>
                  <a:gd name="T93" fmla="*/ 890 h 890"/>
                  <a:gd name="T94" fmla="*/ 1553 w 1553"/>
                  <a:gd name="T95" fmla="*/ 181 h 890"/>
                  <a:gd name="T96" fmla="*/ 1553 w 1553"/>
                  <a:gd name="T97" fmla="*/ 181 h 890"/>
                  <a:gd name="T98" fmla="*/ 1522 w 1553"/>
                  <a:gd name="T99" fmla="*/ 160 h 890"/>
                  <a:gd name="T100" fmla="*/ 1493 w 1553"/>
                  <a:gd name="T101" fmla="*/ 139 h 890"/>
                  <a:gd name="T102" fmla="*/ 1493 w 1553"/>
                  <a:gd name="T103" fmla="*/ 139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553" h="890">
                    <a:moveTo>
                      <a:pt x="1493" y="139"/>
                    </a:moveTo>
                    <a:lnTo>
                      <a:pt x="1493" y="139"/>
                    </a:lnTo>
                    <a:lnTo>
                      <a:pt x="1466" y="116"/>
                    </a:lnTo>
                    <a:lnTo>
                      <a:pt x="1443" y="93"/>
                    </a:lnTo>
                    <a:lnTo>
                      <a:pt x="1443" y="93"/>
                    </a:lnTo>
                    <a:lnTo>
                      <a:pt x="1421" y="71"/>
                    </a:lnTo>
                    <a:lnTo>
                      <a:pt x="1402" y="47"/>
                    </a:lnTo>
                    <a:lnTo>
                      <a:pt x="1402" y="47"/>
                    </a:lnTo>
                    <a:lnTo>
                      <a:pt x="1385" y="24"/>
                    </a:lnTo>
                    <a:lnTo>
                      <a:pt x="1369" y="0"/>
                    </a:lnTo>
                    <a:lnTo>
                      <a:pt x="0" y="80"/>
                    </a:lnTo>
                    <a:lnTo>
                      <a:pt x="0" y="80"/>
                    </a:lnTo>
                    <a:lnTo>
                      <a:pt x="2" y="106"/>
                    </a:lnTo>
                    <a:lnTo>
                      <a:pt x="6" y="130"/>
                    </a:lnTo>
                    <a:lnTo>
                      <a:pt x="11" y="156"/>
                    </a:lnTo>
                    <a:lnTo>
                      <a:pt x="16" y="180"/>
                    </a:lnTo>
                    <a:lnTo>
                      <a:pt x="22" y="206"/>
                    </a:lnTo>
                    <a:lnTo>
                      <a:pt x="29" y="231"/>
                    </a:lnTo>
                    <a:lnTo>
                      <a:pt x="37" y="256"/>
                    </a:lnTo>
                    <a:lnTo>
                      <a:pt x="47" y="281"/>
                    </a:lnTo>
                    <a:lnTo>
                      <a:pt x="47" y="281"/>
                    </a:lnTo>
                    <a:lnTo>
                      <a:pt x="56" y="307"/>
                    </a:lnTo>
                    <a:lnTo>
                      <a:pt x="68" y="333"/>
                    </a:lnTo>
                    <a:lnTo>
                      <a:pt x="81" y="359"/>
                    </a:lnTo>
                    <a:lnTo>
                      <a:pt x="93" y="384"/>
                    </a:lnTo>
                    <a:lnTo>
                      <a:pt x="108" y="411"/>
                    </a:lnTo>
                    <a:lnTo>
                      <a:pt x="123" y="436"/>
                    </a:lnTo>
                    <a:lnTo>
                      <a:pt x="140" y="462"/>
                    </a:lnTo>
                    <a:lnTo>
                      <a:pt x="157" y="487"/>
                    </a:lnTo>
                    <a:lnTo>
                      <a:pt x="157" y="487"/>
                    </a:lnTo>
                    <a:lnTo>
                      <a:pt x="176" y="514"/>
                    </a:lnTo>
                    <a:lnTo>
                      <a:pt x="196" y="539"/>
                    </a:lnTo>
                    <a:lnTo>
                      <a:pt x="218" y="566"/>
                    </a:lnTo>
                    <a:lnTo>
                      <a:pt x="240" y="591"/>
                    </a:lnTo>
                    <a:lnTo>
                      <a:pt x="262" y="617"/>
                    </a:lnTo>
                    <a:lnTo>
                      <a:pt x="287" y="642"/>
                    </a:lnTo>
                    <a:lnTo>
                      <a:pt x="312" y="668"/>
                    </a:lnTo>
                    <a:lnTo>
                      <a:pt x="339" y="692"/>
                    </a:lnTo>
                    <a:lnTo>
                      <a:pt x="339" y="692"/>
                    </a:lnTo>
                    <a:lnTo>
                      <a:pt x="367" y="718"/>
                    </a:lnTo>
                    <a:lnTo>
                      <a:pt x="397" y="743"/>
                    </a:lnTo>
                    <a:lnTo>
                      <a:pt x="427" y="769"/>
                    </a:lnTo>
                    <a:lnTo>
                      <a:pt x="459" y="793"/>
                    </a:lnTo>
                    <a:lnTo>
                      <a:pt x="492" y="818"/>
                    </a:lnTo>
                    <a:lnTo>
                      <a:pt x="526" y="842"/>
                    </a:lnTo>
                    <a:lnTo>
                      <a:pt x="561" y="866"/>
                    </a:lnTo>
                    <a:lnTo>
                      <a:pt x="597" y="890"/>
                    </a:lnTo>
                    <a:lnTo>
                      <a:pt x="1553" y="181"/>
                    </a:lnTo>
                    <a:lnTo>
                      <a:pt x="1553" y="181"/>
                    </a:lnTo>
                    <a:lnTo>
                      <a:pt x="1522" y="160"/>
                    </a:lnTo>
                    <a:lnTo>
                      <a:pt x="1493" y="139"/>
                    </a:lnTo>
                    <a:lnTo>
                      <a:pt x="1493" y="13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3AB88DD-7BB4-4EEC-B1EB-B640796517C5}"/>
                </a:ext>
              </a:extLst>
            </p:cNvPr>
            <p:cNvGrpSpPr/>
            <p:nvPr/>
          </p:nvGrpSpPr>
          <p:grpSpPr>
            <a:xfrm>
              <a:off x="9108314" y="6772968"/>
              <a:ext cx="2513266" cy="2615245"/>
              <a:chOff x="9108314" y="6772968"/>
              <a:chExt cx="2513266" cy="2615245"/>
            </a:xfrm>
            <a:effectLst/>
          </p:grpSpPr>
          <p:sp>
            <p:nvSpPr>
              <p:cNvPr id="46" name="Freeform 136">
                <a:extLst>
                  <a:ext uri="{FF2B5EF4-FFF2-40B4-BE49-F238E27FC236}">
                    <a16:creationId xmlns:a16="http://schemas.microsoft.com/office/drawing/2014/main" id="{F094402C-C450-41AD-A97B-C3B52C72214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9108314" y="6772968"/>
                <a:ext cx="2513266" cy="1589471"/>
              </a:xfrm>
              <a:custGeom>
                <a:avLst/>
                <a:gdLst>
                  <a:gd name="T0" fmla="*/ 1211 w 1665"/>
                  <a:gd name="T1" fmla="*/ 55 h 1051"/>
                  <a:gd name="T2" fmla="*/ 1211 w 1665"/>
                  <a:gd name="T3" fmla="*/ 55 h 1051"/>
                  <a:gd name="T4" fmla="*/ 1163 w 1665"/>
                  <a:gd name="T5" fmla="*/ 49 h 1051"/>
                  <a:gd name="T6" fmla="*/ 1116 w 1665"/>
                  <a:gd name="T7" fmla="*/ 42 h 1051"/>
                  <a:gd name="T8" fmla="*/ 1116 w 1665"/>
                  <a:gd name="T9" fmla="*/ 42 h 1051"/>
                  <a:gd name="T10" fmla="*/ 1068 w 1665"/>
                  <a:gd name="T11" fmla="*/ 33 h 1051"/>
                  <a:gd name="T12" fmla="*/ 1022 w 1665"/>
                  <a:gd name="T13" fmla="*/ 24 h 1051"/>
                  <a:gd name="T14" fmla="*/ 1022 w 1665"/>
                  <a:gd name="T15" fmla="*/ 24 h 1051"/>
                  <a:gd name="T16" fmla="*/ 976 w 1665"/>
                  <a:gd name="T17" fmla="*/ 13 h 1051"/>
                  <a:gd name="T18" fmla="*/ 930 w 1665"/>
                  <a:gd name="T19" fmla="*/ 0 h 1051"/>
                  <a:gd name="T20" fmla="*/ 0 w 1665"/>
                  <a:gd name="T21" fmla="*/ 749 h 1051"/>
                  <a:gd name="T22" fmla="*/ 0 w 1665"/>
                  <a:gd name="T23" fmla="*/ 749 h 1051"/>
                  <a:gd name="T24" fmla="*/ 46 w 1665"/>
                  <a:gd name="T25" fmla="*/ 769 h 1051"/>
                  <a:gd name="T26" fmla="*/ 93 w 1665"/>
                  <a:gd name="T27" fmla="*/ 790 h 1051"/>
                  <a:gd name="T28" fmla="*/ 140 w 1665"/>
                  <a:gd name="T29" fmla="*/ 808 h 1051"/>
                  <a:gd name="T30" fmla="*/ 188 w 1665"/>
                  <a:gd name="T31" fmla="*/ 826 h 1051"/>
                  <a:gd name="T32" fmla="*/ 236 w 1665"/>
                  <a:gd name="T33" fmla="*/ 844 h 1051"/>
                  <a:gd name="T34" fmla="*/ 286 w 1665"/>
                  <a:gd name="T35" fmla="*/ 860 h 1051"/>
                  <a:gd name="T36" fmla="*/ 335 w 1665"/>
                  <a:gd name="T37" fmla="*/ 876 h 1051"/>
                  <a:gd name="T38" fmla="*/ 385 w 1665"/>
                  <a:gd name="T39" fmla="*/ 892 h 1051"/>
                  <a:gd name="T40" fmla="*/ 385 w 1665"/>
                  <a:gd name="T41" fmla="*/ 892 h 1051"/>
                  <a:gd name="T42" fmla="*/ 436 w 1665"/>
                  <a:gd name="T43" fmla="*/ 907 h 1051"/>
                  <a:gd name="T44" fmla="*/ 487 w 1665"/>
                  <a:gd name="T45" fmla="*/ 920 h 1051"/>
                  <a:gd name="T46" fmla="*/ 539 w 1665"/>
                  <a:gd name="T47" fmla="*/ 934 h 1051"/>
                  <a:gd name="T48" fmla="*/ 591 w 1665"/>
                  <a:gd name="T49" fmla="*/ 947 h 1051"/>
                  <a:gd name="T50" fmla="*/ 643 w 1665"/>
                  <a:gd name="T51" fmla="*/ 959 h 1051"/>
                  <a:gd name="T52" fmla="*/ 696 w 1665"/>
                  <a:gd name="T53" fmla="*/ 969 h 1051"/>
                  <a:gd name="T54" fmla="*/ 749 w 1665"/>
                  <a:gd name="T55" fmla="*/ 980 h 1051"/>
                  <a:gd name="T56" fmla="*/ 802 w 1665"/>
                  <a:gd name="T57" fmla="*/ 990 h 1051"/>
                  <a:gd name="T58" fmla="*/ 802 w 1665"/>
                  <a:gd name="T59" fmla="*/ 990 h 1051"/>
                  <a:gd name="T60" fmla="*/ 856 w 1665"/>
                  <a:gd name="T61" fmla="*/ 999 h 1051"/>
                  <a:gd name="T62" fmla="*/ 909 w 1665"/>
                  <a:gd name="T63" fmla="*/ 1007 h 1051"/>
                  <a:gd name="T64" fmla="*/ 963 w 1665"/>
                  <a:gd name="T65" fmla="*/ 1015 h 1051"/>
                  <a:gd name="T66" fmla="*/ 1018 w 1665"/>
                  <a:gd name="T67" fmla="*/ 1022 h 1051"/>
                  <a:gd name="T68" fmla="*/ 1072 w 1665"/>
                  <a:gd name="T69" fmla="*/ 1028 h 1051"/>
                  <a:gd name="T70" fmla="*/ 1126 w 1665"/>
                  <a:gd name="T71" fmla="*/ 1033 h 1051"/>
                  <a:gd name="T72" fmla="*/ 1180 w 1665"/>
                  <a:gd name="T73" fmla="*/ 1038 h 1051"/>
                  <a:gd name="T74" fmla="*/ 1235 w 1665"/>
                  <a:gd name="T75" fmla="*/ 1042 h 1051"/>
                  <a:gd name="T76" fmla="*/ 1235 w 1665"/>
                  <a:gd name="T77" fmla="*/ 1042 h 1051"/>
                  <a:gd name="T78" fmla="*/ 1289 w 1665"/>
                  <a:gd name="T79" fmla="*/ 1046 h 1051"/>
                  <a:gd name="T80" fmla="*/ 1344 w 1665"/>
                  <a:gd name="T81" fmla="*/ 1048 h 1051"/>
                  <a:gd name="T82" fmla="*/ 1398 w 1665"/>
                  <a:gd name="T83" fmla="*/ 1049 h 1051"/>
                  <a:gd name="T84" fmla="*/ 1451 w 1665"/>
                  <a:gd name="T85" fmla="*/ 1050 h 1051"/>
                  <a:gd name="T86" fmla="*/ 1505 w 1665"/>
                  <a:gd name="T87" fmla="*/ 1051 h 1051"/>
                  <a:gd name="T88" fmla="*/ 1558 w 1665"/>
                  <a:gd name="T89" fmla="*/ 1050 h 1051"/>
                  <a:gd name="T90" fmla="*/ 1612 w 1665"/>
                  <a:gd name="T91" fmla="*/ 1049 h 1051"/>
                  <a:gd name="T92" fmla="*/ 1665 w 1665"/>
                  <a:gd name="T93" fmla="*/ 1047 h 1051"/>
                  <a:gd name="T94" fmla="*/ 1306 w 1665"/>
                  <a:gd name="T95" fmla="*/ 62 h 1051"/>
                  <a:gd name="T96" fmla="*/ 1306 w 1665"/>
                  <a:gd name="T97" fmla="*/ 62 h 1051"/>
                  <a:gd name="T98" fmla="*/ 1259 w 1665"/>
                  <a:gd name="T99" fmla="*/ 59 h 1051"/>
                  <a:gd name="T100" fmla="*/ 1211 w 1665"/>
                  <a:gd name="T101" fmla="*/ 55 h 1051"/>
                  <a:gd name="T102" fmla="*/ 1211 w 1665"/>
                  <a:gd name="T103" fmla="*/ 55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65" h="1051">
                    <a:moveTo>
                      <a:pt x="1211" y="55"/>
                    </a:moveTo>
                    <a:lnTo>
                      <a:pt x="1211" y="55"/>
                    </a:lnTo>
                    <a:lnTo>
                      <a:pt x="1163" y="49"/>
                    </a:lnTo>
                    <a:lnTo>
                      <a:pt x="1116" y="42"/>
                    </a:lnTo>
                    <a:lnTo>
                      <a:pt x="1116" y="42"/>
                    </a:lnTo>
                    <a:lnTo>
                      <a:pt x="1068" y="33"/>
                    </a:lnTo>
                    <a:lnTo>
                      <a:pt x="1022" y="24"/>
                    </a:lnTo>
                    <a:lnTo>
                      <a:pt x="1022" y="24"/>
                    </a:lnTo>
                    <a:lnTo>
                      <a:pt x="976" y="13"/>
                    </a:lnTo>
                    <a:lnTo>
                      <a:pt x="930" y="0"/>
                    </a:lnTo>
                    <a:lnTo>
                      <a:pt x="0" y="749"/>
                    </a:lnTo>
                    <a:lnTo>
                      <a:pt x="0" y="749"/>
                    </a:lnTo>
                    <a:lnTo>
                      <a:pt x="46" y="769"/>
                    </a:lnTo>
                    <a:lnTo>
                      <a:pt x="93" y="790"/>
                    </a:lnTo>
                    <a:lnTo>
                      <a:pt x="140" y="808"/>
                    </a:lnTo>
                    <a:lnTo>
                      <a:pt x="188" y="826"/>
                    </a:lnTo>
                    <a:lnTo>
                      <a:pt x="236" y="844"/>
                    </a:lnTo>
                    <a:lnTo>
                      <a:pt x="286" y="860"/>
                    </a:lnTo>
                    <a:lnTo>
                      <a:pt x="335" y="876"/>
                    </a:lnTo>
                    <a:lnTo>
                      <a:pt x="385" y="892"/>
                    </a:lnTo>
                    <a:lnTo>
                      <a:pt x="385" y="892"/>
                    </a:lnTo>
                    <a:lnTo>
                      <a:pt x="436" y="907"/>
                    </a:lnTo>
                    <a:lnTo>
                      <a:pt x="487" y="920"/>
                    </a:lnTo>
                    <a:lnTo>
                      <a:pt x="539" y="934"/>
                    </a:lnTo>
                    <a:lnTo>
                      <a:pt x="591" y="947"/>
                    </a:lnTo>
                    <a:lnTo>
                      <a:pt x="643" y="959"/>
                    </a:lnTo>
                    <a:lnTo>
                      <a:pt x="696" y="969"/>
                    </a:lnTo>
                    <a:lnTo>
                      <a:pt x="749" y="980"/>
                    </a:lnTo>
                    <a:lnTo>
                      <a:pt x="802" y="990"/>
                    </a:lnTo>
                    <a:lnTo>
                      <a:pt x="802" y="990"/>
                    </a:lnTo>
                    <a:lnTo>
                      <a:pt x="856" y="999"/>
                    </a:lnTo>
                    <a:lnTo>
                      <a:pt x="909" y="1007"/>
                    </a:lnTo>
                    <a:lnTo>
                      <a:pt x="963" y="1015"/>
                    </a:lnTo>
                    <a:lnTo>
                      <a:pt x="1018" y="1022"/>
                    </a:lnTo>
                    <a:lnTo>
                      <a:pt x="1072" y="1028"/>
                    </a:lnTo>
                    <a:lnTo>
                      <a:pt x="1126" y="1033"/>
                    </a:lnTo>
                    <a:lnTo>
                      <a:pt x="1180" y="1038"/>
                    </a:lnTo>
                    <a:lnTo>
                      <a:pt x="1235" y="1042"/>
                    </a:lnTo>
                    <a:lnTo>
                      <a:pt x="1235" y="1042"/>
                    </a:lnTo>
                    <a:lnTo>
                      <a:pt x="1289" y="1046"/>
                    </a:lnTo>
                    <a:lnTo>
                      <a:pt x="1344" y="1048"/>
                    </a:lnTo>
                    <a:lnTo>
                      <a:pt x="1398" y="1049"/>
                    </a:lnTo>
                    <a:lnTo>
                      <a:pt x="1451" y="1050"/>
                    </a:lnTo>
                    <a:lnTo>
                      <a:pt x="1505" y="1051"/>
                    </a:lnTo>
                    <a:lnTo>
                      <a:pt x="1558" y="1050"/>
                    </a:lnTo>
                    <a:lnTo>
                      <a:pt x="1612" y="1049"/>
                    </a:lnTo>
                    <a:lnTo>
                      <a:pt x="1665" y="1047"/>
                    </a:lnTo>
                    <a:lnTo>
                      <a:pt x="1306" y="62"/>
                    </a:lnTo>
                    <a:lnTo>
                      <a:pt x="1306" y="62"/>
                    </a:lnTo>
                    <a:lnTo>
                      <a:pt x="1259" y="59"/>
                    </a:lnTo>
                    <a:lnTo>
                      <a:pt x="1211" y="55"/>
                    </a:lnTo>
                    <a:lnTo>
                      <a:pt x="1211" y="55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Freeform 144">
                <a:extLst>
                  <a:ext uri="{FF2B5EF4-FFF2-40B4-BE49-F238E27FC236}">
                    <a16:creationId xmlns:a16="http://schemas.microsoft.com/office/drawing/2014/main" id="{4FD63B19-E16C-4DD0-8DD0-1ED970F66C0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9108314" y="7884783"/>
                <a:ext cx="2513266" cy="1503430"/>
              </a:xfrm>
              <a:custGeom>
                <a:avLst/>
                <a:gdLst>
                  <a:gd name="T0" fmla="*/ 1568 w 1665"/>
                  <a:gd name="T1" fmla="*/ 989 h 995"/>
                  <a:gd name="T2" fmla="*/ 1518 w 1665"/>
                  <a:gd name="T3" fmla="*/ 991 h 995"/>
                  <a:gd name="T4" fmla="*/ 1419 w 1665"/>
                  <a:gd name="T5" fmla="*/ 995 h 995"/>
                  <a:gd name="T6" fmla="*/ 1320 w 1665"/>
                  <a:gd name="T7" fmla="*/ 995 h 995"/>
                  <a:gd name="T8" fmla="*/ 1220 w 1665"/>
                  <a:gd name="T9" fmla="*/ 991 h 995"/>
                  <a:gd name="T10" fmla="*/ 1170 w 1665"/>
                  <a:gd name="T11" fmla="*/ 988 h 995"/>
                  <a:gd name="T12" fmla="*/ 1070 w 1665"/>
                  <a:gd name="T13" fmla="*/ 981 h 995"/>
                  <a:gd name="T14" fmla="*/ 970 w 1665"/>
                  <a:gd name="T15" fmla="*/ 969 h 995"/>
                  <a:gd name="T16" fmla="*/ 870 w 1665"/>
                  <a:gd name="T17" fmla="*/ 955 h 995"/>
                  <a:gd name="T18" fmla="*/ 771 w 1665"/>
                  <a:gd name="T19" fmla="*/ 938 h 995"/>
                  <a:gd name="T20" fmla="*/ 721 w 1665"/>
                  <a:gd name="T21" fmla="*/ 929 h 995"/>
                  <a:gd name="T22" fmla="*/ 625 w 1665"/>
                  <a:gd name="T23" fmla="*/ 908 h 995"/>
                  <a:gd name="T24" fmla="*/ 528 w 1665"/>
                  <a:gd name="T25" fmla="*/ 883 h 995"/>
                  <a:gd name="T26" fmla="*/ 432 w 1665"/>
                  <a:gd name="T27" fmla="*/ 855 h 995"/>
                  <a:gd name="T28" fmla="*/ 386 w 1665"/>
                  <a:gd name="T29" fmla="*/ 841 h 995"/>
                  <a:gd name="T30" fmla="*/ 294 w 1665"/>
                  <a:gd name="T31" fmla="*/ 810 h 995"/>
                  <a:gd name="T32" fmla="*/ 204 w 1665"/>
                  <a:gd name="T33" fmla="*/ 775 h 995"/>
                  <a:gd name="T34" fmla="*/ 116 w 1665"/>
                  <a:gd name="T35" fmla="*/ 738 h 995"/>
                  <a:gd name="T36" fmla="*/ 30 w 1665"/>
                  <a:gd name="T37" fmla="*/ 698 h 995"/>
                  <a:gd name="T38" fmla="*/ 0 w 1665"/>
                  <a:gd name="T39" fmla="*/ 0 h 995"/>
                  <a:gd name="T40" fmla="*/ 93 w 1665"/>
                  <a:gd name="T41" fmla="*/ 41 h 995"/>
                  <a:gd name="T42" fmla="*/ 188 w 1665"/>
                  <a:gd name="T43" fmla="*/ 77 h 995"/>
                  <a:gd name="T44" fmla="*/ 286 w 1665"/>
                  <a:gd name="T45" fmla="*/ 111 h 995"/>
                  <a:gd name="T46" fmla="*/ 385 w 1665"/>
                  <a:gd name="T47" fmla="*/ 143 h 995"/>
                  <a:gd name="T48" fmla="*/ 436 w 1665"/>
                  <a:gd name="T49" fmla="*/ 158 h 995"/>
                  <a:gd name="T50" fmla="*/ 539 w 1665"/>
                  <a:gd name="T51" fmla="*/ 185 h 995"/>
                  <a:gd name="T52" fmla="*/ 643 w 1665"/>
                  <a:gd name="T53" fmla="*/ 210 h 995"/>
                  <a:gd name="T54" fmla="*/ 749 w 1665"/>
                  <a:gd name="T55" fmla="*/ 231 h 995"/>
                  <a:gd name="T56" fmla="*/ 802 w 1665"/>
                  <a:gd name="T57" fmla="*/ 241 h 995"/>
                  <a:gd name="T58" fmla="*/ 909 w 1665"/>
                  <a:gd name="T59" fmla="*/ 258 h 995"/>
                  <a:gd name="T60" fmla="*/ 1018 w 1665"/>
                  <a:gd name="T61" fmla="*/ 273 h 995"/>
                  <a:gd name="T62" fmla="*/ 1126 w 1665"/>
                  <a:gd name="T63" fmla="*/ 284 h 995"/>
                  <a:gd name="T64" fmla="*/ 1235 w 1665"/>
                  <a:gd name="T65" fmla="*/ 293 h 995"/>
                  <a:gd name="T66" fmla="*/ 1289 w 1665"/>
                  <a:gd name="T67" fmla="*/ 297 h 995"/>
                  <a:gd name="T68" fmla="*/ 1398 w 1665"/>
                  <a:gd name="T69" fmla="*/ 300 h 995"/>
                  <a:gd name="T70" fmla="*/ 1505 w 1665"/>
                  <a:gd name="T71" fmla="*/ 302 h 995"/>
                  <a:gd name="T72" fmla="*/ 1612 w 1665"/>
                  <a:gd name="T73" fmla="*/ 300 h 995"/>
                  <a:gd name="T74" fmla="*/ 1665 w 1665"/>
                  <a:gd name="T75" fmla="*/ 298 h 9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665" h="995">
                    <a:moveTo>
                      <a:pt x="1665" y="298"/>
                    </a:moveTo>
                    <a:lnTo>
                      <a:pt x="1568" y="989"/>
                    </a:lnTo>
                    <a:lnTo>
                      <a:pt x="1568" y="989"/>
                    </a:lnTo>
                    <a:lnTo>
                      <a:pt x="1518" y="991"/>
                    </a:lnTo>
                    <a:lnTo>
                      <a:pt x="1469" y="994"/>
                    </a:lnTo>
                    <a:lnTo>
                      <a:pt x="1419" y="995"/>
                    </a:lnTo>
                    <a:lnTo>
                      <a:pt x="1370" y="995"/>
                    </a:lnTo>
                    <a:lnTo>
                      <a:pt x="1320" y="995"/>
                    </a:lnTo>
                    <a:lnTo>
                      <a:pt x="1270" y="994"/>
                    </a:lnTo>
                    <a:lnTo>
                      <a:pt x="1220" y="991"/>
                    </a:lnTo>
                    <a:lnTo>
                      <a:pt x="1170" y="988"/>
                    </a:lnTo>
                    <a:lnTo>
                      <a:pt x="1170" y="988"/>
                    </a:lnTo>
                    <a:lnTo>
                      <a:pt x="1119" y="985"/>
                    </a:lnTo>
                    <a:lnTo>
                      <a:pt x="1070" y="981"/>
                    </a:lnTo>
                    <a:lnTo>
                      <a:pt x="1020" y="975"/>
                    </a:lnTo>
                    <a:lnTo>
                      <a:pt x="970" y="969"/>
                    </a:lnTo>
                    <a:lnTo>
                      <a:pt x="920" y="963"/>
                    </a:lnTo>
                    <a:lnTo>
                      <a:pt x="870" y="955"/>
                    </a:lnTo>
                    <a:lnTo>
                      <a:pt x="820" y="948"/>
                    </a:lnTo>
                    <a:lnTo>
                      <a:pt x="771" y="938"/>
                    </a:lnTo>
                    <a:lnTo>
                      <a:pt x="771" y="938"/>
                    </a:lnTo>
                    <a:lnTo>
                      <a:pt x="721" y="929"/>
                    </a:lnTo>
                    <a:lnTo>
                      <a:pt x="672" y="919"/>
                    </a:lnTo>
                    <a:lnTo>
                      <a:pt x="625" y="908"/>
                    </a:lnTo>
                    <a:lnTo>
                      <a:pt x="576" y="896"/>
                    </a:lnTo>
                    <a:lnTo>
                      <a:pt x="528" y="883"/>
                    </a:lnTo>
                    <a:lnTo>
                      <a:pt x="480" y="870"/>
                    </a:lnTo>
                    <a:lnTo>
                      <a:pt x="432" y="855"/>
                    </a:lnTo>
                    <a:lnTo>
                      <a:pt x="386" y="841"/>
                    </a:lnTo>
                    <a:lnTo>
                      <a:pt x="386" y="841"/>
                    </a:lnTo>
                    <a:lnTo>
                      <a:pt x="340" y="826"/>
                    </a:lnTo>
                    <a:lnTo>
                      <a:pt x="294" y="810"/>
                    </a:lnTo>
                    <a:lnTo>
                      <a:pt x="249" y="793"/>
                    </a:lnTo>
                    <a:lnTo>
                      <a:pt x="204" y="775"/>
                    </a:lnTo>
                    <a:lnTo>
                      <a:pt x="160" y="757"/>
                    </a:lnTo>
                    <a:lnTo>
                      <a:pt x="116" y="738"/>
                    </a:lnTo>
                    <a:lnTo>
                      <a:pt x="72" y="718"/>
                    </a:lnTo>
                    <a:lnTo>
                      <a:pt x="30" y="69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6" y="20"/>
                    </a:lnTo>
                    <a:lnTo>
                      <a:pt x="93" y="41"/>
                    </a:lnTo>
                    <a:lnTo>
                      <a:pt x="140" y="59"/>
                    </a:lnTo>
                    <a:lnTo>
                      <a:pt x="188" y="77"/>
                    </a:lnTo>
                    <a:lnTo>
                      <a:pt x="236" y="95"/>
                    </a:lnTo>
                    <a:lnTo>
                      <a:pt x="286" y="111"/>
                    </a:lnTo>
                    <a:lnTo>
                      <a:pt x="335" y="127"/>
                    </a:lnTo>
                    <a:lnTo>
                      <a:pt x="385" y="143"/>
                    </a:lnTo>
                    <a:lnTo>
                      <a:pt x="385" y="143"/>
                    </a:lnTo>
                    <a:lnTo>
                      <a:pt x="436" y="158"/>
                    </a:lnTo>
                    <a:lnTo>
                      <a:pt x="487" y="171"/>
                    </a:lnTo>
                    <a:lnTo>
                      <a:pt x="539" y="185"/>
                    </a:lnTo>
                    <a:lnTo>
                      <a:pt x="591" y="198"/>
                    </a:lnTo>
                    <a:lnTo>
                      <a:pt x="643" y="210"/>
                    </a:lnTo>
                    <a:lnTo>
                      <a:pt x="696" y="220"/>
                    </a:lnTo>
                    <a:lnTo>
                      <a:pt x="749" y="231"/>
                    </a:lnTo>
                    <a:lnTo>
                      <a:pt x="802" y="241"/>
                    </a:lnTo>
                    <a:lnTo>
                      <a:pt x="802" y="241"/>
                    </a:lnTo>
                    <a:lnTo>
                      <a:pt x="856" y="250"/>
                    </a:lnTo>
                    <a:lnTo>
                      <a:pt x="909" y="258"/>
                    </a:lnTo>
                    <a:lnTo>
                      <a:pt x="963" y="266"/>
                    </a:lnTo>
                    <a:lnTo>
                      <a:pt x="1018" y="273"/>
                    </a:lnTo>
                    <a:lnTo>
                      <a:pt x="1072" y="279"/>
                    </a:lnTo>
                    <a:lnTo>
                      <a:pt x="1126" y="284"/>
                    </a:lnTo>
                    <a:lnTo>
                      <a:pt x="1180" y="289"/>
                    </a:lnTo>
                    <a:lnTo>
                      <a:pt x="1235" y="293"/>
                    </a:lnTo>
                    <a:lnTo>
                      <a:pt x="1235" y="293"/>
                    </a:lnTo>
                    <a:lnTo>
                      <a:pt x="1289" y="297"/>
                    </a:lnTo>
                    <a:lnTo>
                      <a:pt x="1344" y="299"/>
                    </a:lnTo>
                    <a:lnTo>
                      <a:pt x="1398" y="300"/>
                    </a:lnTo>
                    <a:lnTo>
                      <a:pt x="1451" y="301"/>
                    </a:lnTo>
                    <a:lnTo>
                      <a:pt x="1505" y="302"/>
                    </a:lnTo>
                    <a:lnTo>
                      <a:pt x="1558" y="301"/>
                    </a:lnTo>
                    <a:lnTo>
                      <a:pt x="1612" y="300"/>
                    </a:lnTo>
                    <a:lnTo>
                      <a:pt x="1665" y="298"/>
                    </a:lnTo>
                    <a:lnTo>
                      <a:pt x="1665" y="298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/>
            </p:spPr>
            <p:txBody>
              <a:bodyPr vert="horz" wrap="square" lIns="146078" tIns="73039" rIns="146078" bIns="73039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FC62ABC-FA70-4EDD-916F-03EAB5C2B908}"/>
              </a:ext>
            </a:extLst>
          </p:cNvPr>
          <p:cNvGrpSpPr/>
          <p:nvPr/>
        </p:nvGrpSpPr>
        <p:grpSpPr>
          <a:xfrm>
            <a:off x="1496753" y="5519473"/>
            <a:ext cx="2533630" cy="894079"/>
            <a:chOff x="1496753" y="5519473"/>
            <a:chExt cx="2533630" cy="894079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A9AEEC5-7578-46E1-9BA1-DE4D63757073}"/>
                </a:ext>
              </a:extLst>
            </p:cNvPr>
            <p:cNvSpPr/>
            <p:nvPr/>
          </p:nvSpPr>
          <p:spPr>
            <a:xfrm>
              <a:off x="1496753" y="5519473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44546A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4CB9037-5E19-4F20-AA84-C24A5C9693CB}"/>
                </a:ext>
              </a:extLst>
            </p:cNvPr>
            <p:cNvSpPr/>
            <p:nvPr/>
          </p:nvSpPr>
          <p:spPr>
            <a:xfrm>
              <a:off x="1543404" y="5783251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C501FCD-A4B4-4B44-88BD-6B70BB1F7F71}"/>
              </a:ext>
            </a:extLst>
          </p:cNvPr>
          <p:cNvGrpSpPr/>
          <p:nvPr/>
        </p:nvGrpSpPr>
        <p:grpSpPr>
          <a:xfrm>
            <a:off x="1045915" y="4156019"/>
            <a:ext cx="2533630" cy="894079"/>
            <a:chOff x="1045915" y="4156019"/>
            <a:chExt cx="2533630" cy="894079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1793488-FB20-4A1E-AF6C-5D5CE9AD31BE}"/>
                </a:ext>
              </a:extLst>
            </p:cNvPr>
            <p:cNvSpPr/>
            <p:nvPr/>
          </p:nvSpPr>
          <p:spPr>
            <a:xfrm>
              <a:off x="1045915" y="4156019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ED7D31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8AD05BA-F2F6-4F57-AF2C-8BD45E19C420}"/>
                </a:ext>
              </a:extLst>
            </p:cNvPr>
            <p:cNvSpPr/>
            <p:nvPr/>
          </p:nvSpPr>
          <p:spPr>
            <a:xfrm>
              <a:off x="1092566" y="4419797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5D4382E-941F-48CE-A530-501831C62A50}"/>
              </a:ext>
            </a:extLst>
          </p:cNvPr>
          <p:cNvGrpSpPr/>
          <p:nvPr/>
        </p:nvGrpSpPr>
        <p:grpSpPr>
          <a:xfrm>
            <a:off x="1062696" y="2808684"/>
            <a:ext cx="2533630" cy="894079"/>
            <a:chOff x="1062696" y="2808684"/>
            <a:chExt cx="2533630" cy="894079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C5A7F3-E184-4FB3-89DD-8A7B8E47853F}"/>
                </a:ext>
              </a:extLst>
            </p:cNvPr>
            <p:cNvSpPr/>
            <p:nvPr/>
          </p:nvSpPr>
          <p:spPr>
            <a:xfrm>
              <a:off x="1062696" y="2808684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7C7C7C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777AE73-07E5-4018-BE84-61D307838651}"/>
                </a:ext>
              </a:extLst>
            </p:cNvPr>
            <p:cNvSpPr/>
            <p:nvPr/>
          </p:nvSpPr>
          <p:spPr>
            <a:xfrm>
              <a:off x="1109347" y="3072462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CC836D5-1D4B-43EF-A9DF-41E239C13E03}"/>
              </a:ext>
            </a:extLst>
          </p:cNvPr>
          <p:cNvGrpSpPr/>
          <p:nvPr/>
        </p:nvGrpSpPr>
        <p:grpSpPr>
          <a:xfrm>
            <a:off x="2416646" y="1756422"/>
            <a:ext cx="2533630" cy="894079"/>
            <a:chOff x="2416646" y="1756422"/>
            <a:chExt cx="2533630" cy="894079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DB37C70-36A5-4E7D-9B42-DBC2C4A59CF4}"/>
                </a:ext>
              </a:extLst>
            </p:cNvPr>
            <p:cNvSpPr/>
            <p:nvPr/>
          </p:nvSpPr>
          <p:spPr>
            <a:xfrm>
              <a:off x="2416646" y="1756422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FFC000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81DED19-1018-4692-BF06-D823A18CDC59}"/>
                </a:ext>
              </a:extLst>
            </p:cNvPr>
            <p:cNvSpPr/>
            <p:nvPr/>
          </p:nvSpPr>
          <p:spPr>
            <a:xfrm>
              <a:off x="2463297" y="2020200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3CA0637-41F7-4A09-800B-13267200FE69}"/>
              </a:ext>
            </a:extLst>
          </p:cNvPr>
          <p:cNvGrpSpPr/>
          <p:nvPr/>
        </p:nvGrpSpPr>
        <p:grpSpPr>
          <a:xfrm>
            <a:off x="6837170" y="1688514"/>
            <a:ext cx="2533630" cy="894079"/>
            <a:chOff x="6837170" y="1688514"/>
            <a:chExt cx="2533630" cy="894079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0D18D6CB-F6BA-4ADD-9DC6-FCD96A16E583}"/>
                </a:ext>
              </a:extLst>
            </p:cNvPr>
            <p:cNvSpPr/>
            <p:nvPr/>
          </p:nvSpPr>
          <p:spPr>
            <a:xfrm>
              <a:off x="6837170" y="1688514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b="1" dirty="0">
                  <a:solidFill>
                    <a:srgbClr val="5B9BD5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618BC45-D8B2-43E0-8705-E96C565A5A40}"/>
                </a:ext>
              </a:extLst>
            </p:cNvPr>
            <p:cNvSpPr/>
            <p:nvPr/>
          </p:nvSpPr>
          <p:spPr>
            <a:xfrm>
              <a:off x="6837170" y="1952292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E24894-273D-4F2D-8DD2-EA8C13506850}"/>
              </a:ext>
            </a:extLst>
          </p:cNvPr>
          <p:cNvGrpSpPr/>
          <p:nvPr/>
        </p:nvGrpSpPr>
        <p:grpSpPr>
          <a:xfrm>
            <a:off x="8346878" y="2741624"/>
            <a:ext cx="2533630" cy="894079"/>
            <a:chOff x="8346878" y="2741624"/>
            <a:chExt cx="2533630" cy="894079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8B002D4-AE12-4761-BFF4-CDC7E069AFFB}"/>
                </a:ext>
              </a:extLst>
            </p:cNvPr>
            <p:cNvSpPr/>
            <p:nvPr/>
          </p:nvSpPr>
          <p:spPr>
            <a:xfrm>
              <a:off x="8346878" y="2741624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b="1" dirty="0">
                  <a:solidFill>
                    <a:srgbClr val="70AD47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4EDF7AA-8233-4CEA-9C1F-27B7E00E49C1}"/>
                </a:ext>
              </a:extLst>
            </p:cNvPr>
            <p:cNvSpPr/>
            <p:nvPr/>
          </p:nvSpPr>
          <p:spPr>
            <a:xfrm>
              <a:off x="8346878" y="3005402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195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4">
            <a:extLst>
              <a:ext uri="{FF2B5EF4-FFF2-40B4-BE49-F238E27FC236}">
                <a16:creationId xmlns:a16="http://schemas.microsoft.com/office/drawing/2014/main" id="{944589DD-3AF5-4DB6-BFED-D5408E580CBF}"/>
              </a:ext>
            </a:extLst>
          </p:cNvPr>
          <p:cNvSpPr txBox="1">
            <a:spLocks/>
          </p:cNvSpPr>
          <p:nvPr/>
        </p:nvSpPr>
        <p:spPr>
          <a:xfrm>
            <a:off x="592436" y="580809"/>
            <a:ext cx="11000037" cy="587039"/>
          </a:xfrm>
          <a:prstGeom prst="rect">
            <a:avLst/>
          </a:prstGeom>
        </p:spPr>
        <p:txBody>
          <a:bodyPr/>
          <a:lstStyle>
            <a:lvl1pPr algn="l" defTabSz="14607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2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Infographic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3EC5090-4D46-4F5C-AA5C-FA42E6B2F7AE}"/>
              </a:ext>
            </a:extLst>
          </p:cNvPr>
          <p:cNvGrpSpPr/>
          <p:nvPr/>
        </p:nvGrpSpPr>
        <p:grpSpPr>
          <a:xfrm>
            <a:off x="5738496" y="1183554"/>
            <a:ext cx="707917" cy="130783"/>
            <a:chOff x="1110190" y="3155259"/>
            <a:chExt cx="1133316" cy="209373"/>
          </a:xfrm>
        </p:grpSpPr>
        <p:sp>
          <p:nvSpPr>
            <p:cNvPr id="122" name="Freeform 5">
              <a:extLst>
                <a:ext uri="{FF2B5EF4-FFF2-40B4-BE49-F238E27FC236}">
                  <a16:creationId xmlns:a16="http://schemas.microsoft.com/office/drawing/2014/main" id="{D0F52B66-3172-47BD-9739-6E0F37A03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90" y="3155259"/>
              <a:ext cx="202111" cy="2093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3" name="Freeform 5">
              <a:extLst>
                <a:ext uri="{FF2B5EF4-FFF2-40B4-BE49-F238E27FC236}">
                  <a16:creationId xmlns:a16="http://schemas.microsoft.com/office/drawing/2014/main" id="{6D172552-781E-4BEC-AEA4-A5674B321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53" y="3155259"/>
              <a:ext cx="202111" cy="209373"/>
            </a:xfrm>
            <a:prstGeom prst="ellipse">
              <a:avLst/>
            </a:prstGeom>
            <a:solidFill>
              <a:schemeClr val="bg1">
                <a:lumMod val="85000"/>
                <a:alpha val="98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4" name="Freeform 5">
              <a:extLst>
                <a:ext uri="{FF2B5EF4-FFF2-40B4-BE49-F238E27FC236}">
                  <a16:creationId xmlns:a16="http://schemas.microsoft.com/office/drawing/2014/main" id="{C322429E-626C-4576-99C0-B993F4256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115" y="3155259"/>
              <a:ext cx="202111" cy="20937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  <p:sp>
          <p:nvSpPr>
            <p:cNvPr id="125" name="Freeform 5">
              <a:extLst>
                <a:ext uri="{FF2B5EF4-FFF2-40B4-BE49-F238E27FC236}">
                  <a16:creationId xmlns:a16="http://schemas.microsoft.com/office/drawing/2014/main" id="{4FF332E8-18A4-4DD4-9F28-5C0FE737D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395" y="3155259"/>
              <a:ext cx="202111" cy="2093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876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93B0F8A-6D81-4F8D-9200-3328DCDB6DB2}"/>
              </a:ext>
            </a:extLst>
          </p:cNvPr>
          <p:cNvGrpSpPr/>
          <p:nvPr/>
        </p:nvGrpSpPr>
        <p:grpSpPr>
          <a:xfrm flipH="1">
            <a:off x="6775058" y="2060596"/>
            <a:ext cx="881321" cy="345290"/>
            <a:chOff x="3231020" y="2095999"/>
            <a:chExt cx="1132013" cy="4435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8984DAC-6078-4208-A58E-2326CA2AFB96}"/>
                </a:ext>
              </a:extLst>
            </p:cNvPr>
            <p:cNvCxnSpPr/>
            <p:nvPr/>
          </p:nvCxnSpPr>
          <p:spPr>
            <a:xfrm flipH="1" flipV="1">
              <a:off x="3919525" y="2095999"/>
              <a:ext cx="443508" cy="443507"/>
            </a:xfrm>
            <a:prstGeom prst="line">
              <a:avLst/>
            </a:prstGeom>
            <a:ln w="63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5BDA3CA-3263-4EDF-B2C0-4B544DF66F69}"/>
                </a:ext>
              </a:extLst>
            </p:cNvPr>
            <p:cNvCxnSpPr/>
            <p:nvPr/>
          </p:nvCxnSpPr>
          <p:spPr>
            <a:xfrm flipH="1">
              <a:off x="3231020" y="2095999"/>
              <a:ext cx="689367" cy="0"/>
            </a:xfrm>
            <a:prstGeom prst="straightConnector1">
              <a:avLst/>
            </a:prstGeom>
            <a:ln w="6350">
              <a:solidFill>
                <a:schemeClr val="accent1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C6B2541-2EF4-4D26-A795-09BB9CA5B9AA}"/>
              </a:ext>
            </a:extLst>
          </p:cNvPr>
          <p:cNvGrpSpPr/>
          <p:nvPr/>
        </p:nvGrpSpPr>
        <p:grpSpPr>
          <a:xfrm>
            <a:off x="4522023" y="2050049"/>
            <a:ext cx="843583" cy="307553"/>
            <a:chOff x="3231020" y="2095999"/>
            <a:chExt cx="1083541" cy="395036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872B1AE-277E-4CE6-860D-83FC11D8D1DA}"/>
                </a:ext>
              </a:extLst>
            </p:cNvPr>
            <p:cNvCxnSpPr/>
            <p:nvPr/>
          </p:nvCxnSpPr>
          <p:spPr>
            <a:xfrm flipH="1" flipV="1">
              <a:off x="3919525" y="2095999"/>
              <a:ext cx="395036" cy="395036"/>
            </a:xfrm>
            <a:prstGeom prst="line">
              <a:avLst/>
            </a:prstGeom>
            <a:ln w="6350">
              <a:solidFill>
                <a:schemeClr val="tx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7E035A7A-E1DF-4C14-B8CF-B26F7BC8AC7A}"/>
                </a:ext>
              </a:extLst>
            </p:cNvPr>
            <p:cNvCxnSpPr/>
            <p:nvPr/>
          </p:nvCxnSpPr>
          <p:spPr>
            <a:xfrm flipH="1">
              <a:off x="3231020" y="2095999"/>
              <a:ext cx="689367" cy="0"/>
            </a:xfrm>
            <a:prstGeom prst="straightConnector1">
              <a:avLst/>
            </a:prstGeom>
            <a:ln w="6350">
              <a:solidFill>
                <a:schemeClr val="tx2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E4B5FA5-64ED-404A-A240-AC48FD613363}"/>
              </a:ext>
            </a:extLst>
          </p:cNvPr>
          <p:cNvCxnSpPr/>
          <p:nvPr/>
        </p:nvCxnSpPr>
        <p:spPr>
          <a:xfrm flipH="1">
            <a:off x="3985321" y="3138299"/>
            <a:ext cx="720913" cy="0"/>
          </a:xfrm>
          <a:prstGeom prst="straightConnector1">
            <a:avLst/>
          </a:prstGeom>
          <a:ln w="6350">
            <a:solidFill>
              <a:schemeClr val="accent2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886CB04-85C8-44F1-A4CF-382D76156773}"/>
              </a:ext>
            </a:extLst>
          </p:cNvPr>
          <p:cNvCxnSpPr/>
          <p:nvPr/>
        </p:nvCxnSpPr>
        <p:spPr>
          <a:xfrm>
            <a:off x="7388028" y="3138299"/>
            <a:ext cx="776089" cy="0"/>
          </a:xfrm>
          <a:prstGeom prst="straightConnector1">
            <a:avLst/>
          </a:prstGeom>
          <a:ln w="6350">
            <a:solidFill>
              <a:schemeClr val="accent2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ECF5734-8BC7-4B80-8503-94714ABDDE13}"/>
              </a:ext>
            </a:extLst>
          </p:cNvPr>
          <p:cNvCxnSpPr/>
          <p:nvPr/>
        </p:nvCxnSpPr>
        <p:spPr>
          <a:xfrm flipH="1">
            <a:off x="3950725" y="4250298"/>
            <a:ext cx="755509" cy="0"/>
          </a:xfrm>
          <a:prstGeom prst="straightConnector1">
            <a:avLst/>
          </a:prstGeom>
          <a:ln w="6350">
            <a:solidFill>
              <a:schemeClr val="accent6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F3FA4FE-3D92-4497-BE84-0DF12A2EA7DA}"/>
              </a:ext>
            </a:extLst>
          </p:cNvPr>
          <p:cNvCxnSpPr/>
          <p:nvPr/>
        </p:nvCxnSpPr>
        <p:spPr>
          <a:xfrm>
            <a:off x="7511935" y="4250298"/>
            <a:ext cx="652183" cy="0"/>
          </a:xfrm>
          <a:prstGeom prst="straightConnector1">
            <a:avLst/>
          </a:prstGeom>
          <a:ln w="6350">
            <a:solidFill>
              <a:schemeClr val="accent3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751D9B5-A6CA-46E0-9A69-C345844E0379}"/>
              </a:ext>
            </a:extLst>
          </p:cNvPr>
          <p:cNvGrpSpPr/>
          <p:nvPr/>
        </p:nvGrpSpPr>
        <p:grpSpPr>
          <a:xfrm rot="10800000" flipH="1">
            <a:off x="4495926" y="5095647"/>
            <a:ext cx="878688" cy="342657"/>
            <a:chOff x="3231020" y="2095999"/>
            <a:chExt cx="1128631" cy="440126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3A2EFD2-D644-48B3-88B0-5CE13B5679C7}"/>
                </a:ext>
              </a:extLst>
            </p:cNvPr>
            <p:cNvCxnSpPr/>
            <p:nvPr/>
          </p:nvCxnSpPr>
          <p:spPr>
            <a:xfrm rot="10800000">
              <a:off x="3919525" y="2095999"/>
              <a:ext cx="440126" cy="440126"/>
            </a:xfrm>
            <a:prstGeom prst="line">
              <a:avLst/>
            </a:prstGeom>
            <a:ln w="6350">
              <a:solidFill>
                <a:schemeClr val="accent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19A512E1-3479-4CF3-B10F-9BBF624763F4}"/>
                </a:ext>
              </a:extLst>
            </p:cNvPr>
            <p:cNvCxnSpPr/>
            <p:nvPr/>
          </p:nvCxnSpPr>
          <p:spPr>
            <a:xfrm flipH="1">
              <a:off x="3231020" y="2095999"/>
              <a:ext cx="689367" cy="0"/>
            </a:xfrm>
            <a:prstGeom prst="straightConnector1">
              <a:avLst/>
            </a:prstGeom>
            <a:ln w="6350">
              <a:solidFill>
                <a:schemeClr val="accent5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A0A5C85-B466-4912-B9B3-DB2AA52FCD5C}"/>
              </a:ext>
            </a:extLst>
          </p:cNvPr>
          <p:cNvGrpSpPr/>
          <p:nvPr/>
        </p:nvGrpSpPr>
        <p:grpSpPr>
          <a:xfrm rot="10800000">
            <a:off x="6741050" y="5095647"/>
            <a:ext cx="889232" cy="353202"/>
            <a:chOff x="3231020" y="2095999"/>
            <a:chExt cx="1142175" cy="45367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BBBF732-D587-4E83-8D6E-581C939CA184}"/>
                </a:ext>
              </a:extLst>
            </p:cNvPr>
            <p:cNvCxnSpPr/>
            <p:nvPr/>
          </p:nvCxnSpPr>
          <p:spPr>
            <a:xfrm rot="10800000">
              <a:off x="3919525" y="2095999"/>
              <a:ext cx="453670" cy="453670"/>
            </a:xfrm>
            <a:prstGeom prst="line">
              <a:avLst/>
            </a:prstGeom>
            <a:ln w="6350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06659E9-44C7-4EE1-BFFF-76A1EC68FBB1}"/>
                </a:ext>
              </a:extLst>
            </p:cNvPr>
            <p:cNvCxnSpPr/>
            <p:nvPr/>
          </p:nvCxnSpPr>
          <p:spPr>
            <a:xfrm flipH="1">
              <a:off x="3231020" y="2095999"/>
              <a:ext cx="689367" cy="0"/>
            </a:xfrm>
            <a:prstGeom prst="straightConnector1">
              <a:avLst/>
            </a:prstGeom>
            <a:ln w="6350">
              <a:solidFill>
                <a:schemeClr val="accent4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4123E5B-3761-45BE-91DB-B3BDCE86CCDD}"/>
              </a:ext>
            </a:extLst>
          </p:cNvPr>
          <p:cNvGrpSpPr/>
          <p:nvPr/>
        </p:nvGrpSpPr>
        <p:grpSpPr>
          <a:xfrm>
            <a:off x="4379673" y="2058796"/>
            <a:ext cx="3398883" cy="3391850"/>
            <a:chOff x="6756189" y="3155887"/>
            <a:chExt cx="5964661" cy="5952321"/>
          </a:xfrm>
        </p:grpSpPr>
        <p:sp>
          <p:nvSpPr>
            <p:cNvPr id="138" name="Freeform 5">
              <a:extLst>
                <a:ext uri="{FF2B5EF4-FFF2-40B4-BE49-F238E27FC236}">
                  <a16:creationId xmlns:a16="http://schemas.microsoft.com/office/drawing/2014/main" id="{5E04739B-C3A0-4FB5-886A-707FF0D19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4313" y="3374858"/>
              <a:ext cx="1887472" cy="1788782"/>
            </a:xfrm>
            <a:custGeom>
              <a:avLst/>
              <a:gdLst>
                <a:gd name="T0" fmla="*/ 230 w 251"/>
                <a:gd name="T1" fmla="*/ 103 h 238"/>
                <a:gd name="T2" fmla="*/ 0 w 251"/>
                <a:gd name="T3" fmla="*/ 0 h 238"/>
                <a:gd name="T4" fmla="*/ 68 w 251"/>
                <a:gd name="T5" fmla="*/ 80 h 238"/>
                <a:gd name="T6" fmla="*/ 2 w 251"/>
                <a:gd name="T7" fmla="*/ 157 h 238"/>
                <a:gd name="T8" fmla="*/ 121 w 251"/>
                <a:gd name="T9" fmla="*/ 215 h 238"/>
                <a:gd name="T10" fmla="*/ 100 w 251"/>
                <a:gd name="T11" fmla="*/ 238 h 238"/>
                <a:gd name="T12" fmla="*/ 242 w 251"/>
                <a:gd name="T13" fmla="*/ 224 h 238"/>
                <a:gd name="T14" fmla="*/ 251 w 251"/>
                <a:gd name="T15" fmla="*/ 82 h 238"/>
                <a:gd name="T16" fmla="*/ 230 w 251"/>
                <a:gd name="T17" fmla="*/ 103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238">
                  <a:moveTo>
                    <a:pt x="230" y="103"/>
                  </a:moveTo>
                  <a:cubicBezTo>
                    <a:pt x="170" y="44"/>
                    <a:pt x="90" y="6"/>
                    <a:pt x="0" y="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2" y="157"/>
                    <a:pt x="2" y="157"/>
                    <a:pt x="2" y="157"/>
                  </a:cubicBezTo>
                  <a:cubicBezTo>
                    <a:pt x="48" y="163"/>
                    <a:pt x="90" y="185"/>
                    <a:pt x="121" y="215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242" y="224"/>
                    <a:pt x="242" y="224"/>
                    <a:pt x="242" y="224"/>
                  </a:cubicBezTo>
                  <a:cubicBezTo>
                    <a:pt x="251" y="82"/>
                    <a:pt x="251" y="82"/>
                    <a:pt x="251" y="82"/>
                  </a:cubicBezTo>
                  <a:lnTo>
                    <a:pt x="230" y="10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2159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</a:endParaRPr>
            </a:p>
          </p:txBody>
        </p:sp>
        <p:sp>
          <p:nvSpPr>
            <p:cNvPr id="139" name="Freeform 6">
              <a:extLst>
                <a:ext uri="{FF2B5EF4-FFF2-40B4-BE49-F238E27FC236}">
                  <a16:creationId xmlns:a16="http://schemas.microsoft.com/office/drawing/2014/main" id="{4D2A5100-48E0-49E0-9CEE-B8C8349D4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9825" y="4300090"/>
              <a:ext cx="1761025" cy="2525884"/>
            </a:xfrm>
            <a:custGeom>
              <a:avLst/>
              <a:gdLst>
                <a:gd name="T0" fmla="*/ 201 w 234"/>
                <a:gd name="T1" fmla="*/ 242 h 336"/>
                <a:gd name="T2" fmla="*/ 110 w 234"/>
                <a:gd name="T3" fmla="*/ 0 h 336"/>
                <a:gd name="T4" fmla="*/ 103 w 234"/>
                <a:gd name="T5" fmla="*/ 101 h 336"/>
                <a:gd name="T6" fmla="*/ 0 w 234"/>
                <a:gd name="T7" fmla="*/ 111 h 336"/>
                <a:gd name="T8" fmla="*/ 46 w 234"/>
                <a:gd name="T9" fmla="*/ 242 h 336"/>
                <a:gd name="T10" fmla="*/ 16 w 234"/>
                <a:gd name="T11" fmla="*/ 243 h 336"/>
                <a:gd name="T12" fmla="*/ 125 w 234"/>
                <a:gd name="T13" fmla="*/ 336 h 336"/>
                <a:gd name="T14" fmla="*/ 234 w 234"/>
                <a:gd name="T15" fmla="*/ 243 h 336"/>
                <a:gd name="T16" fmla="*/ 201 w 234"/>
                <a:gd name="T17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4" h="336">
                  <a:moveTo>
                    <a:pt x="201" y="242"/>
                  </a:moveTo>
                  <a:cubicBezTo>
                    <a:pt x="201" y="149"/>
                    <a:pt x="166" y="65"/>
                    <a:pt x="110" y="0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28" y="147"/>
                    <a:pt x="46" y="192"/>
                    <a:pt x="46" y="242"/>
                  </a:cubicBezTo>
                  <a:cubicBezTo>
                    <a:pt x="49" y="242"/>
                    <a:pt x="16" y="243"/>
                    <a:pt x="16" y="243"/>
                  </a:cubicBezTo>
                  <a:cubicBezTo>
                    <a:pt x="125" y="336"/>
                    <a:pt x="125" y="336"/>
                    <a:pt x="125" y="336"/>
                  </a:cubicBezTo>
                  <a:cubicBezTo>
                    <a:pt x="234" y="243"/>
                    <a:pt x="234" y="243"/>
                    <a:pt x="234" y="243"/>
                  </a:cubicBezTo>
                  <a:lnTo>
                    <a:pt x="201" y="24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2159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</a:endParaRPr>
            </a:p>
          </p:txBody>
        </p:sp>
        <p:sp>
          <p:nvSpPr>
            <p:cNvPr id="140" name="Freeform 7">
              <a:extLst>
                <a:ext uri="{FF2B5EF4-FFF2-40B4-BE49-F238E27FC236}">
                  <a16:creationId xmlns:a16="http://schemas.microsoft.com/office/drawing/2014/main" id="{7D4C799F-4281-4EE2-A2C2-B5CD017BD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3097" y="6298589"/>
              <a:ext cx="1742519" cy="1902893"/>
            </a:xfrm>
            <a:custGeom>
              <a:avLst/>
              <a:gdLst>
                <a:gd name="T0" fmla="*/ 232 w 232"/>
                <a:gd name="T1" fmla="*/ 6 h 253"/>
                <a:gd name="T2" fmla="*/ 158 w 232"/>
                <a:gd name="T3" fmla="*/ 70 h 253"/>
                <a:gd name="T4" fmla="*/ 77 w 232"/>
                <a:gd name="T5" fmla="*/ 0 h 253"/>
                <a:gd name="T6" fmla="*/ 19 w 232"/>
                <a:gd name="T7" fmla="*/ 121 h 253"/>
                <a:gd name="T8" fmla="*/ 0 w 232"/>
                <a:gd name="T9" fmla="*/ 102 h 253"/>
                <a:gd name="T10" fmla="*/ 13 w 232"/>
                <a:gd name="T11" fmla="*/ 244 h 253"/>
                <a:gd name="T12" fmla="*/ 156 w 232"/>
                <a:gd name="T13" fmla="*/ 253 h 253"/>
                <a:gd name="T14" fmla="*/ 131 w 232"/>
                <a:gd name="T15" fmla="*/ 229 h 253"/>
                <a:gd name="T16" fmla="*/ 232 w 232"/>
                <a:gd name="T17" fmla="*/ 6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2" h="253">
                  <a:moveTo>
                    <a:pt x="232" y="6"/>
                  </a:moveTo>
                  <a:cubicBezTo>
                    <a:pt x="158" y="70"/>
                    <a:pt x="158" y="70"/>
                    <a:pt x="158" y="7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1" y="47"/>
                    <a:pt x="50" y="89"/>
                    <a:pt x="19" y="121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13" y="244"/>
                    <a:pt x="13" y="244"/>
                    <a:pt x="13" y="244"/>
                  </a:cubicBezTo>
                  <a:cubicBezTo>
                    <a:pt x="156" y="253"/>
                    <a:pt x="156" y="253"/>
                    <a:pt x="156" y="253"/>
                  </a:cubicBezTo>
                  <a:cubicBezTo>
                    <a:pt x="131" y="229"/>
                    <a:pt x="131" y="229"/>
                    <a:pt x="131" y="229"/>
                  </a:cubicBezTo>
                  <a:cubicBezTo>
                    <a:pt x="188" y="170"/>
                    <a:pt x="225" y="92"/>
                    <a:pt x="232" y="6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2159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</a:endParaRPr>
            </a:p>
          </p:txBody>
        </p:sp>
        <p:sp>
          <p:nvSpPr>
            <p:cNvPr id="141" name="Freeform 8">
              <a:extLst>
                <a:ext uri="{FF2B5EF4-FFF2-40B4-BE49-F238E27FC236}">
                  <a16:creationId xmlns:a16="http://schemas.microsoft.com/office/drawing/2014/main" id="{ACA8329A-A71B-41F9-9458-9C92E0765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0764" y="7319426"/>
              <a:ext cx="2488874" cy="1788782"/>
            </a:xfrm>
            <a:custGeom>
              <a:avLst/>
              <a:gdLst>
                <a:gd name="T0" fmla="*/ 234 w 331"/>
                <a:gd name="T1" fmla="*/ 108 h 238"/>
                <a:gd name="T2" fmla="*/ 224 w 331"/>
                <a:gd name="T3" fmla="*/ 0 h 238"/>
                <a:gd name="T4" fmla="*/ 93 w 331"/>
                <a:gd name="T5" fmla="*/ 50 h 238"/>
                <a:gd name="T6" fmla="*/ 93 w 331"/>
                <a:gd name="T7" fmla="*/ 21 h 238"/>
                <a:gd name="T8" fmla="*/ 0 w 331"/>
                <a:gd name="T9" fmla="*/ 129 h 238"/>
                <a:gd name="T10" fmla="*/ 93 w 331"/>
                <a:gd name="T11" fmla="*/ 238 h 238"/>
                <a:gd name="T12" fmla="*/ 93 w 331"/>
                <a:gd name="T13" fmla="*/ 205 h 238"/>
                <a:gd name="T14" fmla="*/ 331 w 331"/>
                <a:gd name="T15" fmla="*/ 114 h 238"/>
                <a:gd name="T16" fmla="*/ 234 w 331"/>
                <a:gd name="T17" fmla="*/ 10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1" h="238">
                  <a:moveTo>
                    <a:pt x="234" y="108"/>
                  </a:moveTo>
                  <a:cubicBezTo>
                    <a:pt x="224" y="0"/>
                    <a:pt x="224" y="0"/>
                    <a:pt x="224" y="0"/>
                  </a:cubicBezTo>
                  <a:cubicBezTo>
                    <a:pt x="189" y="31"/>
                    <a:pt x="144" y="49"/>
                    <a:pt x="93" y="50"/>
                  </a:cubicBezTo>
                  <a:cubicBezTo>
                    <a:pt x="93" y="21"/>
                    <a:pt x="93" y="21"/>
                    <a:pt x="93" y="21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93" y="238"/>
                    <a:pt x="93" y="238"/>
                    <a:pt x="93" y="238"/>
                  </a:cubicBezTo>
                  <a:cubicBezTo>
                    <a:pt x="93" y="205"/>
                    <a:pt x="93" y="205"/>
                    <a:pt x="93" y="205"/>
                  </a:cubicBezTo>
                  <a:cubicBezTo>
                    <a:pt x="185" y="205"/>
                    <a:pt x="268" y="169"/>
                    <a:pt x="331" y="114"/>
                  </a:cubicBezTo>
                  <a:lnTo>
                    <a:pt x="234" y="108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2159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</a:endParaRPr>
            </a:p>
          </p:txBody>
        </p:sp>
        <p:sp>
          <p:nvSpPr>
            <p:cNvPr id="142" name="Freeform 9">
              <a:extLst>
                <a:ext uri="{FF2B5EF4-FFF2-40B4-BE49-F238E27FC236}">
                  <a16:creationId xmlns:a16="http://schemas.microsoft.com/office/drawing/2014/main" id="{C4ABAB6C-C2BE-415E-92F8-7D2C6A157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6001" y="7103539"/>
              <a:ext cx="1902893" cy="1757940"/>
            </a:xfrm>
            <a:custGeom>
              <a:avLst/>
              <a:gdLst>
                <a:gd name="T0" fmla="*/ 184 w 253"/>
                <a:gd name="T1" fmla="*/ 158 h 234"/>
                <a:gd name="T2" fmla="*/ 253 w 253"/>
                <a:gd name="T3" fmla="*/ 77 h 234"/>
                <a:gd name="T4" fmla="*/ 131 w 253"/>
                <a:gd name="T5" fmla="*/ 21 h 234"/>
                <a:gd name="T6" fmla="*/ 152 w 253"/>
                <a:gd name="T7" fmla="*/ 0 h 234"/>
                <a:gd name="T8" fmla="*/ 9 w 253"/>
                <a:gd name="T9" fmla="*/ 14 h 234"/>
                <a:gd name="T10" fmla="*/ 0 w 253"/>
                <a:gd name="T11" fmla="*/ 156 h 234"/>
                <a:gd name="T12" fmla="*/ 23 w 253"/>
                <a:gd name="T13" fmla="*/ 133 h 234"/>
                <a:gd name="T14" fmla="*/ 248 w 253"/>
                <a:gd name="T15" fmla="*/ 234 h 234"/>
                <a:gd name="T16" fmla="*/ 184 w 253"/>
                <a:gd name="T17" fmla="*/ 158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3" h="234">
                  <a:moveTo>
                    <a:pt x="184" y="158"/>
                  </a:moveTo>
                  <a:cubicBezTo>
                    <a:pt x="253" y="77"/>
                    <a:pt x="253" y="77"/>
                    <a:pt x="253" y="77"/>
                  </a:cubicBezTo>
                  <a:cubicBezTo>
                    <a:pt x="207" y="72"/>
                    <a:pt x="165" y="52"/>
                    <a:pt x="131" y="21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3" y="133"/>
                    <a:pt x="23" y="133"/>
                    <a:pt x="23" y="133"/>
                  </a:cubicBezTo>
                  <a:cubicBezTo>
                    <a:pt x="82" y="190"/>
                    <a:pt x="161" y="227"/>
                    <a:pt x="248" y="234"/>
                  </a:cubicBezTo>
                  <a:lnTo>
                    <a:pt x="184" y="158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2159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</a:endParaRPr>
            </a:p>
          </p:txBody>
        </p:sp>
        <p:sp>
          <p:nvSpPr>
            <p:cNvPr id="143" name="Freeform 10">
              <a:extLst>
                <a:ext uri="{FF2B5EF4-FFF2-40B4-BE49-F238E27FC236}">
                  <a16:creationId xmlns:a16="http://schemas.microsoft.com/office/drawing/2014/main" id="{D5E658D1-2BB5-4973-9A02-E050281B3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6189" y="5441209"/>
              <a:ext cx="1767193" cy="2504293"/>
            </a:xfrm>
            <a:custGeom>
              <a:avLst/>
              <a:gdLst>
                <a:gd name="T0" fmla="*/ 130 w 235"/>
                <a:gd name="T1" fmla="*/ 235 h 333"/>
                <a:gd name="T2" fmla="*/ 235 w 235"/>
                <a:gd name="T3" fmla="*/ 225 h 333"/>
                <a:gd name="T4" fmla="*/ 185 w 235"/>
                <a:gd name="T5" fmla="*/ 93 h 333"/>
                <a:gd name="T6" fmla="*/ 218 w 235"/>
                <a:gd name="T7" fmla="*/ 93 h 333"/>
                <a:gd name="T8" fmla="*/ 109 w 235"/>
                <a:gd name="T9" fmla="*/ 0 h 333"/>
                <a:gd name="T10" fmla="*/ 0 w 235"/>
                <a:gd name="T11" fmla="*/ 93 h 333"/>
                <a:gd name="T12" fmla="*/ 32 w 235"/>
                <a:gd name="T13" fmla="*/ 93 h 333"/>
                <a:gd name="T14" fmla="*/ 124 w 235"/>
                <a:gd name="T15" fmla="*/ 333 h 333"/>
                <a:gd name="T16" fmla="*/ 130 w 235"/>
                <a:gd name="T17" fmla="*/ 235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333">
                  <a:moveTo>
                    <a:pt x="130" y="235"/>
                  </a:moveTo>
                  <a:cubicBezTo>
                    <a:pt x="235" y="225"/>
                    <a:pt x="235" y="225"/>
                    <a:pt x="235" y="225"/>
                  </a:cubicBezTo>
                  <a:cubicBezTo>
                    <a:pt x="205" y="189"/>
                    <a:pt x="186" y="144"/>
                    <a:pt x="185" y="93"/>
                  </a:cubicBezTo>
                  <a:cubicBezTo>
                    <a:pt x="218" y="93"/>
                    <a:pt x="218" y="93"/>
                    <a:pt x="218" y="93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32" y="93"/>
                    <a:pt x="32" y="93"/>
                    <a:pt x="32" y="93"/>
                  </a:cubicBezTo>
                  <a:cubicBezTo>
                    <a:pt x="33" y="186"/>
                    <a:pt x="68" y="268"/>
                    <a:pt x="124" y="333"/>
                  </a:cubicBezTo>
                  <a:lnTo>
                    <a:pt x="130" y="235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6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2159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</a:endParaRPr>
            </a:p>
          </p:txBody>
        </p:sp>
        <p:sp>
          <p:nvSpPr>
            <p:cNvPr id="144" name="Freeform 11">
              <a:extLst>
                <a:ext uri="{FF2B5EF4-FFF2-40B4-BE49-F238E27FC236}">
                  <a16:creationId xmlns:a16="http://schemas.microsoft.com/office/drawing/2014/main" id="{8E66061A-3242-48D8-85B8-F4F29492C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0582" y="4065698"/>
              <a:ext cx="1773361" cy="1881304"/>
            </a:xfrm>
            <a:custGeom>
              <a:avLst/>
              <a:gdLst>
                <a:gd name="T0" fmla="*/ 223 w 236"/>
                <a:gd name="T1" fmla="*/ 9 h 250"/>
                <a:gd name="T2" fmla="*/ 80 w 236"/>
                <a:gd name="T3" fmla="*/ 0 h 250"/>
                <a:gd name="T4" fmla="*/ 102 w 236"/>
                <a:gd name="T5" fmla="*/ 21 h 250"/>
                <a:gd name="T6" fmla="*/ 0 w 236"/>
                <a:gd name="T7" fmla="*/ 250 h 250"/>
                <a:gd name="T8" fmla="*/ 78 w 236"/>
                <a:gd name="T9" fmla="*/ 183 h 250"/>
                <a:gd name="T10" fmla="*/ 156 w 236"/>
                <a:gd name="T11" fmla="*/ 250 h 250"/>
                <a:gd name="T12" fmla="*/ 213 w 236"/>
                <a:gd name="T13" fmla="*/ 129 h 250"/>
                <a:gd name="T14" fmla="*/ 236 w 236"/>
                <a:gd name="T15" fmla="*/ 151 h 250"/>
                <a:gd name="T16" fmla="*/ 223 w 236"/>
                <a:gd name="T17" fmla="*/ 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6" h="250">
                  <a:moveTo>
                    <a:pt x="223" y="9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44" y="81"/>
                    <a:pt x="6" y="161"/>
                    <a:pt x="0" y="250"/>
                  </a:cubicBezTo>
                  <a:cubicBezTo>
                    <a:pt x="78" y="183"/>
                    <a:pt x="78" y="183"/>
                    <a:pt x="78" y="183"/>
                  </a:cubicBezTo>
                  <a:cubicBezTo>
                    <a:pt x="156" y="250"/>
                    <a:pt x="156" y="250"/>
                    <a:pt x="156" y="250"/>
                  </a:cubicBezTo>
                  <a:cubicBezTo>
                    <a:pt x="161" y="204"/>
                    <a:pt x="182" y="161"/>
                    <a:pt x="213" y="129"/>
                  </a:cubicBezTo>
                  <a:cubicBezTo>
                    <a:pt x="236" y="151"/>
                    <a:pt x="236" y="151"/>
                    <a:pt x="236" y="151"/>
                  </a:cubicBezTo>
                  <a:lnTo>
                    <a:pt x="223" y="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2159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</a:endParaRPr>
            </a:p>
          </p:txBody>
        </p:sp>
        <p:sp>
          <p:nvSpPr>
            <p:cNvPr id="145" name="Freeform 12">
              <a:extLst>
                <a:ext uri="{FF2B5EF4-FFF2-40B4-BE49-F238E27FC236}">
                  <a16:creationId xmlns:a16="http://schemas.microsoft.com/office/drawing/2014/main" id="{E0BBD11C-1F98-4491-91C0-F7A5F76D9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0394" y="3155887"/>
              <a:ext cx="2525884" cy="1745602"/>
            </a:xfrm>
            <a:custGeom>
              <a:avLst/>
              <a:gdLst>
                <a:gd name="T0" fmla="*/ 336 w 336"/>
                <a:gd name="T1" fmla="*/ 109 h 232"/>
                <a:gd name="T2" fmla="*/ 243 w 336"/>
                <a:gd name="T3" fmla="*/ 0 h 232"/>
                <a:gd name="T4" fmla="*/ 243 w 336"/>
                <a:gd name="T5" fmla="*/ 28 h 232"/>
                <a:gd name="T6" fmla="*/ 0 w 336"/>
                <a:gd name="T7" fmla="*/ 124 h 232"/>
                <a:gd name="T8" fmla="*/ 102 w 336"/>
                <a:gd name="T9" fmla="*/ 130 h 232"/>
                <a:gd name="T10" fmla="*/ 111 w 336"/>
                <a:gd name="T11" fmla="*/ 232 h 232"/>
                <a:gd name="T12" fmla="*/ 243 w 336"/>
                <a:gd name="T13" fmla="*/ 184 h 232"/>
                <a:gd name="T14" fmla="*/ 243 w 336"/>
                <a:gd name="T15" fmla="*/ 217 h 232"/>
                <a:gd name="T16" fmla="*/ 336 w 336"/>
                <a:gd name="T17" fmla="*/ 109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6" h="232">
                  <a:moveTo>
                    <a:pt x="336" y="109"/>
                  </a:moveTo>
                  <a:cubicBezTo>
                    <a:pt x="243" y="0"/>
                    <a:pt x="243" y="0"/>
                    <a:pt x="243" y="0"/>
                  </a:cubicBezTo>
                  <a:cubicBezTo>
                    <a:pt x="243" y="28"/>
                    <a:pt x="243" y="28"/>
                    <a:pt x="243" y="28"/>
                  </a:cubicBezTo>
                  <a:cubicBezTo>
                    <a:pt x="150" y="28"/>
                    <a:pt x="65" y="65"/>
                    <a:pt x="0" y="124"/>
                  </a:cubicBezTo>
                  <a:cubicBezTo>
                    <a:pt x="102" y="130"/>
                    <a:pt x="102" y="130"/>
                    <a:pt x="102" y="130"/>
                  </a:cubicBezTo>
                  <a:cubicBezTo>
                    <a:pt x="111" y="232"/>
                    <a:pt x="111" y="232"/>
                    <a:pt x="111" y="232"/>
                  </a:cubicBezTo>
                  <a:cubicBezTo>
                    <a:pt x="147" y="202"/>
                    <a:pt x="194" y="184"/>
                    <a:pt x="243" y="184"/>
                  </a:cubicBezTo>
                  <a:cubicBezTo>
                    <a:pt x="243" y="217"/>
                    <a:pt x="243" y="217"/>
                    <a:pt x="243" y="217"/>
                  </a:cubicBezTo>
                  <a:lnTo>
                    <a:pt x="336" y="109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2159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94770" tIns="97385" rIns="194770" bIns="97385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3624022-E3A8-4DCA-A1F3-A17AAC57253D}"/>
              </a:ext>
            </a:extLst>
          </p:cNvPr>
          <p:cNvGrpSpPr/>
          <p:nvPr/>
        </p:nvGrpSpPr>
        <p:grpSpPr>
          <a:xfrm>
            <a:off x="1872049" y="5249232"/>
            <a:ext cx="2533630" cy="894079"/>
            <a:chOff x="1872049" y="5249232"/>
            <a:chExt cx="2533630" cy="894079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2E1188F-E8D4-42FE-9789-279891073C0B}"/>
                </a:ext>
              </a:extLst>
            </p:cNvPr>
            <p:cNvSpPr/>
            <p:nvPr/>
          </p:nvSpPr>
          <p:spPr>
            <a:xfrm>
              <a:off x="1872049" y="5249232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5092CD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31FFEFC-A115-4ED8-B112-252D2E2B0608}"/>
                </a:ext>
              </a:extLst>
            </p:cNvPr>
            <p:cNvSpPr/>
            <p:nvPr/>
          </p:nvSpPr>
          <p:spPr>
            <a:xfrm>
              <a:off x="1918700" y="5513010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95AD2D3-EB89-47E7-9B75-6BCA8DAA08E0}"/>
              </a:ext>
            </a:extLst>
          </p:cNvPr>
          <p:cNvGrpSpPr/>
          <p:nvPr/>
        </p:nvGrpSpPr>
        <p:grpSpPr>
          <a:xfrm>
            <a:off x="1335857" y="4081750"/>
            <a:ext cx="2533630" cy="894079"/>
            <a:chOff x="1335857" y="4081750"/>
            <a:chExt cx="2533630" cy="894079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5FBF29B-BA6E-4D5B-AC6B-D7B8C8A7A295}"/>
                </a:ext>
              </a:extLst>
            </p:cNvPr>
            <p:cNvSpPr/>
            <p:nvPr/>
          </p:nvSpPr>
          <p:spPr>
            <a:xfrm>
              <a:off x="1335857" y="4081750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6DA845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53FD9A43-A255-4C89-817C-351F4D122C67}"/>
                </a:ext>
              </a:extLst>
            </p:cNvPr>
            <p:cNvSpPr/>
            <p:nvPr/>
          </p:nvSpPr>
          <p:spPr>
            <a:xfrm>
              <a:off x="1382508" y="4345528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921921A-BB32-48C3-BBAF-644BD07A10C9}"/>
              </a:ext>
            </a:extLst>
          </p:cNvPr>
          <p:cNvGrpSpPr/>
          <p:nvPr/>
        </p:nvGrpSpPr>
        <p:grpSpPr>
          <a:xfrm>
            <a:off x="1364732" y="2953454"/>
            <a:ext cx="2533630" cy="894079"/>
            <a:chOff x="1364732" y="2953454"/>
            <a:chExt cx="2533630" cy="894079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77E98A01-2724-45A1-A2EF-50E815948935}"/>
                </a:ext>
              </a:extLst>
            </p:cNvPr>
            <p:cNvSpPr/>
            <p:nvPr/>
          </p:nvSpPr>
          <p:spPr>
            <a:xfrm>
              <a:off x="1364732" y="2953454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E5792E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1F8C930C-2593-4211-AA2E-A45DFBAD3786}"/>
                </a:ext>
              </a:extLst>
            </p:cNvPr>
            <p:cNvSpPr/>
            <p:nvPr/>
          </p:nvSpPr>
          <p:spPr>
            <a:xfrm>
              <a:off x="1411383" y="3217232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8EC53F1-6C79-4FCC-9DED-337478A81950}"/>
              </a:ext>
            </a:extLst>
          </p:cNvPr>
          <p:cNvGrpSpPr/>
          <p:nvPr/>
        </p:nvGrpSpPr>
        <p:grpSpPr>
          <a:xfrm>
            <a:off x="1885145" y="1871483"/>
            <a:ext cx="2533630" cy="894079"/>
            <a:chOff x="1885145" y="1871483"/>
            <a:chExt cx="2533630" cy="894079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DC5DBAD-C700-4C19-B7CE-8CCA950F2822}"/>
                </a:ext>
              </a:extLst>
            </p:cNvPr>
            <p:cNvSpPr/>
            <p:nvPr/>
          </p:nvSpPr>
          <p:spPr>
            <a:xfrm>
              <a:off x="1885145" y="1871483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400" b="1" dirty="0">
                  <a:solidFill>
                    <a:srgbClr val="435369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BA162694-BD63-4F30-B05C-B473B5CA4E8C}"/>
                </a:ext>
              </a:extLst>
            </p:cNvPr>
            <p:cNvSpPr/>
            <p:nvPr/>
          </p:nvSpPr>
          <p:spPr>
            <a:xfrm>
              <a:off x="1931796" y="2135261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9EC1F76-03A0-44A8-BA42-7056B08C2DDD}"/>
              </a:ext>
            </a:extLst>
          </p:cNvPr>
          <p:cNvGrpSpPr/>
          <p:nvPr/>
        </p:nvGrpSpPr>
        <p:grpSpPr>
          <a:xfrm>
            <a:off x="7830524" y="1881108"/>
            <a:ext cx="2533630" cy="894079"/>
            <a:chOff x="7830524" y="1881108"/>
            <a:chExt cx="2533630" cy="894079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3BEE445-9C1F-4734-B5D8-EF49F70E308C}"/>
                </a:ext>
              </a:extLst>
            </p:cNvPr>
            <p:cNvSpPr/>
            <p:nvPr/>
          </p:nvSpPr>
          <p:spPr>
            <a:xfrm>
              <a:off x="7830524" y="1881108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b="1" dirty="0">
                  <a:solidFill>
                    <a:srgbClr val="406DBC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564955B-21DA-4ED0-B8D0-751903286175}"/>
                </a:ext>
              </a:extLst>
            </p:cNvPr>
            <p:cNvSpPr/>
            <p:nvPr/>
          </p:nvSpPr>
          <p:spPr>
            <a:xfrm>
              <a:off x="7830524" y="2144886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8644CF-8EA1-4CBF-9011-DF1DCE1C77EC}"/>
              </a:ext>
            </a:extLst>
          </p:cNvPr>
          <p:cNvGrpSpPr/>
          <p:nvPr/>
        </p:nvGrpSpPr>
        <p:grpSpPr>
          <a:xfrm>
            <a:off x="8297306" y="2939109"/>
            <a:ext cx="2533630" cy="894079"/>
            <a:chOff x="8297306" y="2939109"/>
            <a:chExt cx="2533630" cy="894079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B069EBB-DC34-424D-BDFB-B203350139E3}"/>
                </a:ext>
              </a:extLst>
            </p:cNvPr>
            <p:cNvSpPr/>
            <p:nvPr/>
          </p:nvSpPr>
          <p:spPr>
            <a:xfrm>
              <a:off x="8297306" y="2939109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b="1" dirty="0">
                  <a:solidFill>
                    <a:srgbClr val="E7782C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49154E9-E1C3-4E09-8C90-5364FE39709B}"/>
                </a:ext>
              </a:extLst>
            </p:cNvPr>
            <p:cNvSpPr/>
            <p:nvPr/>
          </p:nvSpPr>
          <p:spPr>
            <a:xfrm>
              <a:off x="8297306" y="3202887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F82CBB-606F-4ED8-A0AB-70E38A5F18A3}"/>
              </a:ext>
            </a:extLst>
          </p:cNvPr>
          <p:cNvGrpSpPr/>
          <p:nvPr/>
        </p:nvGrpSpPr>
        <p:grpSpPr>
          <a:xfrm>
            <a:off x="8297306" y="4066216"/>
            <a:ext cx="2533630" cy="894079"/>
            <a:chOff x="8297306" y="4066216"/>
            <a:chExt cx="2533630" cy="894079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D6E6AED8-BEDB-4118-93B6-DA4857DD5F1F}"/>
                </a:ext>
              </a:extLst>
            </p:cNvPr>
            <p:cNvSpPr/>
            <p:nvPr/>
          </p:nvSpPr>
          <p:spPr>
            <a:xfrm>
              <a:off x="8297306" y="4066216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b="1" dirty="0">
                  <a:solidFill>
                    <a:srgbClr val="A2A2A2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6B4EED70-2C50-4B95-8A21-8DDF84E7CED6}"/>
                </a:ext>
              </a:extLst>
            </p:cNvPr>
            <p:cNvSpPr/>
            <p:nvPr/>
          </p:nvSpPr>
          <p:spPr>
            <a:xfrm>
              <a:off x="8297306" y="4329994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2B2687-B478-4CD8-A3AF-A310A8DE5BF8}"/>
              </a:ext>
            </a:extLst>
          </p:cNvPr>
          <p:cNvGrpSpPr/>
          <p:nvPr/>
        </p:nvGrpSpPr>
        <p:grpSpPr>
          <a:xfrm>
            <a:off x="7779286" y="5258857"/>
            <a:ext cx="2533630" cy="894079"/>
            <a:chOff x="7779286" y="5258857"/>
            <a:chExt cx="2533630" cy="894079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60CF73C1-C35C-4FF3-983E-4F653BB145D8}"/>
                </a:ext>
              </a:extLst>
            </p:cNvPr>
            <p:cNvSpPr/>
            <p:nvPr/>
          </p:nvSpPr>
          <p:spPr>
            <a:xfrm>
              <a:off x="7779286" y="5258857"/>
              <a:ext cx="2533630" cy="331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b="1" dirty="0">
                  <a:solidFill>
                    <a:srgbClr val="FBBD00"/>
                  </a:solidFill>
                  <a:latin typeface="Roboto" pitchFamily="2" charset="0"/>
                  <a:ea typeface="Roboto" pitchFamily="2" charset="0"/>
                  <a:cs typeface="Segoe UI" panose="020B0502040204020203" pitchFamily="34" charset="0"/>
                </a:rPr>
                <a:t>Lorem Ipsum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F764A95-9013-4978-BDBA-6D47CAD60DEC}"/>
                </a:ext>
              </a:extLst>
            </p:cNvPr>
            <p:cNvSpPr/>
            <p:nvPr/>
          </p:nvSpPr>
          <p:spPr>
            <a:xfrm>
              <a:off x="7779286" y="5522635"/>
              <a:ext cx="2486979" cy="630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Vestibulum neque elit, Class aptent taciti sociosqu ad litora torquent per conubia nostra</a:t>
              </a:r>
              <a:r>
                <a:rPr lang="en-US" sz="1000" dirty="0">
                  <a:solidFill>
                    <a:schemeClr val="bg1"/>
                  </a:solidFill>
                  <a:latin typeface="Montserrat" panose="00000500000000000000" pitchFamily="2" charset="0"/>
                  <a:cs typeface="Segoe UI Light" panose="020B0502040204020203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724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5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500"/>
                            </p:stCondLst>
                            <p:childTnLst>
                              <p:par>
                                <p:cTn id="7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12406</TotalTime>
  <Words>756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Calibri</vt:lpstr>
      <vt:lpstr>Gill Sans</vt:lpstr>
      <vt:lpstr>Montserrat</vt:lpstr>
      <vt:lpstr>Montserrat Light</vt:lpstr>
      <vt:lpstr>Roboto</vt:lpstr>
      <vt:lpstr>Roboto Bold</vt:lpstr>
      <vt:lpstr>Roboto Light</vt:lpstr>
      <vt:lpstr>Segoe UI</vt:lpstr>
      <vt:lpstr>Segoe UI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gani</dc:creator>
  <cp:lastModifiedBy>gani</cp:lastModifiedBy>
  <cp:revision>308</cp:revision>
  <dcterms:created xsi:type="dcterms:W3CDTF">2020-05-21T13:57:29Z</dcterms:created>
  <dcterms:modified xsi:type="dcterms:W3CDTF">2020-07-28T12:15:46Z</dcterms:modified>
</cp:coreProperties>
</file>