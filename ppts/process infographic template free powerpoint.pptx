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100"/>
    <a:srgbClr val="01E7B9"/>
    <a:srgbClr val="FC3534"/>
    <a:srgbClr val="00D3FE"/>
    <a:srgbClr val="232647"/>
    <a:srgbClr val="EDA400"/>
    <a:srgbClr val="980B0B"/>
    <a:srgbClr val="018B70"/>
    <a:srgbClr val="138DA5"/>
    <a:srgbClr val="09A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F9C9F-CADD-47EF-9961-DB1536E529D7}" type="datetimeFigureOut">
              <a:rPr lang="en-US" smtClean="0"/>
              <a:t>03-Jun-20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12489-EAB2-4635-B281-540213A2D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3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12489-EAB2-4635-B281-540213A2DC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89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6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8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38744-6C91-4FF8-B0B2-EF5077410A6E}" type="datetimeFigureOut">
              <a:rPr lang="en-US" smtClean="0"/>
              <a:t>03-Jun-20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56DB9-528A-4112-AFC0-BA14549E0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1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56400"/>
            <a:ext cx="1362128" cy="101600"/>
          </a:xfrm>
          <a:prstGeom prst="rect">
            <a:avLst/>
          </a:prstGeom>
          <a:gradFill flip="none" rotWithShape="1">
            <a:gsLst>
              <a:gs pos="0">
                <a:srgbClr val="232647"/>
              </a:gs>
              <a:gs pos="75000">
                <a:srgbClr val="7E8098"/>
              </a:gs>
              <a:gs pos="25000">
                <a:srgbClr val="7E7F97"/>
              </a:gs>
              <a:gs pos="56000">
                <a:srgbClr val="ECEBF9"/>
              </a:gs>
              <a:gs pos="97000">
                <a:srgbClr val="23264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306390" y="6756400"/>
            <a:ext cx="1362128" cy="101600"/>
          </a:xfrm>
          <a:prstGeom prst="rect">
            <a:avLst/>
          </a:prstGeom>
          <a:solidFill>
            <a:srgbClr val="138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668519" y="6756400"/>
            <a:ext cx="1362128" cy="101600"/>
          </a:xfrm>
          <a:prstGeom prst="rect">
            <a:avLst/>
          </a:prstGeom>
          <a:solidFill>
            <a:srgbClr val="00D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019229" y="6756400"/>
            <a:ext cx="1362128" cy="101600"/>
          </a:xfrm>
          <a:prstGeom prst="rect">
            <a:avLst/>
          </a:prstGeom>
          <a:solidFill>
            <a:srgbClr val="98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81358" y="6756400"/>
            <a:ext cx="1362128" cy="101600"/>
          </a:xfrm>
          <a:prstGeom prst="rect">
            <a:avLst/>
          </a:prstGeom>
          <a:solidFill>
            <a:srgbClr val="FC3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743486" y="6756400"/>
            <a:ext cx="1362128" cy="101600"/>
          </a:xfrm>
          <a:prstGeom prst="rect">
            <a:avLst/>
          </a:prstGeom>
          <a:solidFill>
            <a:srgbClr val="018B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105615" y="6756400"/>
            <a:ext cx="1362128" cy="101600"/>
          </a:xfrm>
          <a:prstGeom prst="rect">
            <a:avLst/>
          </a:prstGeom>
          <a:solidFill>
            <a:srgbClr val="01E7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9467743" y="6756400"/>
            <a:ext cx="1362128" cy="101600"/>
          </a:xfrm>
          <a:prstGeom prst="rect">
            <a:avLst/>
          </a:prstGeom>
          <a:solidFill>
            <a:srgbClr val="EDA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829872" y="6756400"/>
            <a:ext cx="1362128" cy="101600"/>
          </a:xfrm>
          <a:prstGeom prst="rect">
            <a:avLst/>
          </a:prstGeom>
          <a:solidFill>
            <a:srgbClr val="FDE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517666" y="1526651"/>
            <a:ext cx="3156668" cy="3156668"/>
            <a:chOff x="4517666" y="1526651"/>
            <a:chExt cx="3156668" cy="3156668"/>
          </a:xfrm>
        </p:grpSpPr>
        <p:sp>
          <p:nvSpPr>
            <p:cNvPr id="3" name="Donut 2"/>
            <p:cNvSpPr/>
            <p:nvPr/>
          </p:nvSpPr>
          <p:spPr>
            <a:xfrm>
              <a:off x="4517666" y="1526651"/>
              <a:ext cx="3156668" cy="3156668"/>
            </a:xfrm>
            <a:prstGeom prst="donut">
              <a:avLst>
                <a:gd name="adj" fmla="val 22481"/>
              </a:avLst>
            </a:prstGeom>
            <a:gradFill flip="none" rotWithShape="1">
              <a:gsLst>
                <a:gs pos="0">
                  <a:srgbClr val="232647"/>
                </a:gs>
                <a:gs pos="75000">
                  <a:srgbClr val="7E8098"/>
                </a:gs>
                <a:gs pos="25000">
                  <a:srgbClr val="7E7F97"/>
                </a:gs>
                <a:gs pos="56000">
                  <a:srgbClr val="ECEBF9"/>
                </a:gs>
                <a:gs pos="97000">
                  <a:srgbClr val="232647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0" dist="101600" dir="5400000" sx="110000" sy="11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Freeform 53"/>
            <p:cNvSpPr/>
            <p:nvPr/>
          </p:nvSpPr>
          <p:spPr>
            <a:xfrm rot="10800000">
              <a:off x="5429204" y="1526651"/>
              <a:ext cx="1333592" cy="815600"/>
            </a:xfrm>
            <a:custGeom>
              <a:avLst/>
              <a:gdLst>
                <a:gd name="connsiteX0" fmla="*/ 666796 w 1333592"/>
                <a:gd name="connsiteY0" fmla="*/ 815600 h 815600"/>
                <a:gd name="connsiteX1" fmla="*/ 52437 w 1333592"/>
                <a:gd name="connsiteY1" fmla="*/ 691567 h 815600"/>
                <a:gd name="connsiteX2" fmla="*/ 0 w 1333592"/>
                <a:gd name="connsiteY2" fmla="*/ 666307 h 815600"/>
                <a:gd name="connsiteX3" fmla="*/ 259239 w 1333592"/>
                <a:gd name="connsiteY3" fmla="*/ 0 h 815600"/>
                <a:gd name="connsiteX4" fmla="*/ 328666 w 1333592"/>
                <a:gd name="connsiteY4" fmla="*/ 37684 h 815600"/>
                <a:gd name="connsiteX5" fmla="*/ 666796 w 1333592"/>
                <a:gd name="connsiteY5" fmla="*/ 105949 h 815600"/>
                <a:gd name="connsiteX6" fmla="*/ 1004926 w 1333592"/>
                <a:gd name="connsiteY6" fmla="*/ 37684 h 815600"/>
                <a:gd name="connsiteX7" fmla="*/ 1074352 w 1333592"/>
                <a:gd name="connsiteY7" fmla="*/ 1 h 815600"/>
                <a:gd name="connsiteX8" fmla="*/ 1333592 w 1333592"/>
                <a:gd name="connsiteY8" fmla="*/ 666307 h 815600"/>
                <a:gd name="connsiteX9" fmla="*/ 1281155 w 1333592"/>
                <a:gd name="connsiteY9" fmla="*/ 691567 h 815600"/>
                <a:gd name="connsiteX10" fmla="*/ 666796 w 1333592"/>
                <a:gd name="connsiteY10" fmla="*/ 815600 h 81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3592" h="815600">
                  <a:moveTo>
                    <a:pt x="666796" y="815600"/>
                  </a:moveTo>
                  <a:cubicBezTo>
                    <a:pt x="448873" y="815600"/>
                    <a:pt x="241266" y="771435"/>
                    <a:pt x="52437" y="691567"/>
                  </a:cubicBezTo>
                  <a:lnTo>
                    <a:pt x="0" y="666307"/>
                  </a:lnTo>
                  <a:lnTo>
                    <a:pt x="259239" y="0"/>
                  </a:lnTo>
                  <a:lnTo>
                    <a:pt x="328666" y="37684"/>
                  </a:lnTo>
                  <a:cubicBezTo>
                    <a:pt x="432593" y="81641"/>
                    <a:pt x="546856" y="105949"/>
                    <a:pt x="666796" y="105949"/>
                  </a:cubicBezTo>
                  <a:cubicBezTo>
                    <a:pt x="786736" y="105949"/>
                    <a:pt x="900999" y="81641"/>
                    <a:pt x="1004926" y="37684"/>
                  </a:cubicBezTo>
                  <a:lnTo>
                    <a:pt x="1074352" y="1"/>
                  </a:lnTo>
                  <a:lnTo>
                    <a:pt x="1333592" y="666307"/>
                  </a:lnTo>
                  <a:lnTo>
                    <a:pt x="1281155" y="691567"/>
                  </a:lnTo>
                  <a:cubicBezTo>
                    <a:pt x="1092326" y="771435"/>
                    <a:pt x="884719" y="815600"/>
                    <a:pt x="666796" y="815600"/>
                  </a:cubicBezTo>
                  <a:close/>
                </a:path>
              </a:pathLst>
            </a:custGeom>
            <a:gradFill flip="none" rotWithShape="1">
              <a:gsLst>
                <a:gs pos="23919">
                  <a:srgbClr val="0AAECF"/>
                </a:gs>
                <a:gs pos="74322">
                  <a:srgbClr val="0AB0D1"/>
                </a:gs>
                <a:gs pos="51000">
                  <a:srgbClr val="00D3FE"/>
                </a:gs>
                <a:gs pos="0">
                  <a:srgbClr val="138DA5"/>
                </a:gs>
                <a:gs pos="97000">
                  <a:srgbClr val="138DA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 rot="10800000">
              <a:off x="4517666" y="2438189"/>
              <a:ext cx="815600" cy="1333593"/>
            </a:xfrm>
            <a:custGeom>
              <a:avLst/>
              <a:gdLst>
                <a:gd name="connsiteX0" fmla="*/ 666307 w 815600"/>
                <a:gd name="connsiteY0" fmla="*/ 1333593 h 1333593"/>
                <a:gd name="connsiteX1" fmla="*/ 0 w 815600"/>
                <a:gd name="connsiteY1" fmla="*/ 1074353 h 1333593"/>
                <a:gd name="connsiteX2" fmla="*/ 37684 w 815600"/>
                <a:gd name="connsiteY2" fmla="*/ 1004927 h 1333593"/>
                <a:gd name="connsiteX3" fmla="*/ 105949 w 815600"/>
                <a:gd name="connsiteY3" fmla="*/ 666797 h 1333593"/>
                <a:gd name="connsiteX4" fmla="*/ 37684 w 815600"/>
                <a:gd name="connsiteY4" fmla="*/ 328667 h 1333593"/>
                <a:gd name="connsiteX5" fmla="*/ 0 w 815600"/>
                <a:gd name="connsiteY5" fmla="*/ 259240 h 1333593"/>
                <a:gd name="connsiteX6" fmla="*/ 666306 w 815600"/>
                <a:gd name="connsiteY6" fmla="*/ 0 h 1333593"/>
                <a:gd name="connsiteX7" fmla="*/ 691567 w 815600"/>
                <a:gd name="connsiteY7" fmla="*/ 52438 h 1333593"/>
                <a:gd name="connsiteX8" fmla="*/ 815600 w 815600"/>
                <a:gd name="connsiteY8" fmla="*/ 666797 h 1333593"/>
                <a:gd name="connsiteX9" fmla="*/ 691567 w 815600"/>
                <a:gd name="connsiteY9" fmla="*/ 1281156 h 1333593"/>
                <a:gd name="connsiteX10" fmla="*/ 666307 w 815600"/>
                <a:gd name="connsiteY10" fmla="*/ 1333593 h 1333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5600" h="1333593">
                  <a:moveTo>
                    <a:pt x="666307" y="1333593"/>
                  </a:moveTo>
                  <a:lnTo>
                    <a:pt x="0" y="1074353"/>
                  </a:lnTo>
                  <a:lnTo>
                    <a:pt x="37684" y="1004927"/>
                  </a:lnTo>
                  <a:cubicBezTo>
                    <a:pt x="81641" y="901000"/>
                    <a:pt x="105949" y="786737"/>
                    <a:pt x="105949" y="666797"/>
                  </a:cubicBezTo>
                  <a:cubicBezTo>
                    <a:pt x="105949" y="546857"/>
                    <a:pt x="81641" y="432594"/>
                    <a:pt x="37684" y="328667"/>
                  </a:cubicBezTo>
                  <a:lnTo>
                    <a:pt x="0" y="259240"/>
                  </a:lnTo>
                  <a:lnTo>
                    <a:pt x="666306" y="0"/>
                  </a:lnTo>
                  <a:lnTo>
                    <a:pt x="691567" y="52438"/>
                  </a:lnTo>
                  <a:cubicBezTo>
                    <a:pt x="771435" y="241268"/>
                    <a:pt x="815600" y="448875"/>
                    <a:pt x="815600" y="666797"/>
                  </a:cubicBezTo>
                  <a:cubicBezTo>
                    <a:pt x="815600" y="884720"/>
                    <a:pt x="771435" y="1092327"/>
                    <a:pt x="691567" y="1281156"/>
                  </a:cubicBezTo>
                  <a:lnTo>
                    <a:pt x="666307" y="1333593"/>
                  </a:lnTo>
                  <a:close/>
                </a:path>
              </a:pathLst>
            </a:custGeom>
            <a:gradFill flip="none" rotWithShape="1">
              <a:gsLst>
                <a:gs pos="25650">
                  <a:srgbClr val="CB2120"/>
                </a:gs>
                <a:gs pos="74000">
                  <a:srgbClr val="C51E1D"/>
                </a:gs>
                <a:gs pos="50000">
                  <a:srgbClr val="FC3534"/>
                </a:gs>
                <a:gs pos="0">
                  <a:srgbClr val="980B0B"/>
                </a:gs>
                <a:gs pos="97000">
                  <a:srgbClr val="980B0B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 rot="10800000">
              <a:off x="6858734" y="2438190"/>
              <a:ext cx="815600" cy="1333591"/>
            </a:xfrm>
            <a:custGeom>
              <a:avLst/>
              <a:gdLst>
                <a:gd name="connsiteX0" fmla="*/ 149293 w 815600"/>
                <a:gd name="connsiteY0" fmla="*/ 1333591 h 1333591"/>
                <a:gd name="connsiteX1" fmla="*/ 124033 w 815600"/>
                <a:gd name="connsiteY1" fmla="*/ 1281155 h 1333591"/>
                <a:gd name="connsiteX2" fmla="*/ 0 w 815600"/>
                <a:gd name="connsiteY2" fmla="*/ 666796 h 1333591"/>
                <a:gd name="connsiteX3" fmla="*/ 124033 w 815600"/>
                <a:gd name="connsiteY3" fmla="*/ 52437 h 1333591"/>
                <a:gd name="connsiteX4" fmla="*/ 149293 w 815600"/>
                <a:gd name="connsiteY4" fmla="*/ 0 h 1333591"/>
                <a:gd name="connsiteX5" fmla="*/ 815600 w 815600"/>
                <a:gd name="connsiteY5" fmla="*/ 259240 h 1333591"/>
                <a:gd name="connsiteX6" fmla="*/ 777916 w 815600"/>
                <a:gd name="connsiteY6" fmla="*/ 328666 h 1333591"/>
                <a:gd name="connsiteX7" fmla="*/ 709651 w 815600"/>
                <a:gd name="connsiteY7" fmla="*/ 666796 h 1333591"/>
                <a:gd name="connsiteX8" fmla="*/ 777916 w 815600"/>
                <a:gd name="connsiteY8" fmla="*/ 1004926 h 1333591"/>
                <a:gd name="connsiteX9" fmla="*/ 815599 w 815600"/>
                <a:gd name="connsiteY9" fmla="*/ 1074352 h 1333591"/>
                <a:gd name="connsiteX10" fmla="*/ 149293 w 815600"/>
                <a:gd name="connsiteY10" fmla="*/ 1333591 h 1333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5600" h="1333591">
                  <a:moveTo>
                    <a:pt x="149293" y="1333591"/>
                  </a:moveTo>
                  <a:lnTo>
                    <a:pt x="124033" y="1281155"/>
                  </a:lnTo>
                  <a:cubicBezTo>
                    <a:pt x="44165" y="1092326"/>
                    <a:pt x="0" y="884719"/>
                    <a:pt x="0" y="666796"/>
                  </a:cubicBezTo>
                  <a:cubicBezTo>
                    <a:pt x="0" y="448874"/>
                    <a:pt x="44165" y="241267"/>
                    <a:pt x="124033" y="52437"/>
                  </a:cubicBezTo>
                  <a:lnTo>
                    <a:pt x="149293" y="0"/>
                  </a:lnTo>
                  <a:lnTo>
                    <a:pt x="815600" y="259240"/>
                  </a:lnTo>
                  <a:lnTo>
                    <a:pt x="777916" y="328666"/>
                  </a:lnTo>
                  <a:cubicBezTo>
                    <a:pt x="733959" y="432593"/>
                    <a:pt x="709651" y="546856"/>
                    <a:pt x="709651" y="666796"/>
                  </a:cubicBezTo>
                  <a:cubicBezTo>
                    <a:pt x="709651" y="786736"/>
                    <a:pt x="733959" y="900999"/>
                    <a:pt x="777916" y="1004926"/>
                  </a:cubicBezTo>
                  <a:lnTo>
                    <a:pt x="815599" y="1074352"/>
                  </a:lnTo>
                  <a:lnTo>
                    <a:pt x="149293" y="1333591"/>
                  </a:lnTo>
                  <a:close/>
                </a:path>
              </a:pathLst>
            </a:custGeom>
            <a:gradFill flip="none" rotWithShape="1">
              <a:gsLst>
                <a:gs pos="75220">
                  <a:srgbClr val="F5C200"/>
                </a:gs>
                <a:gs pos="23868">
                  <a:srgbClr val="F4C000"/>
                </a:gs>
                <a:gs pos="52000">
                  <a:srgbClr val="FDE100"/>
                </a:gs>
                <a:gs pos="0">
                  <a:srgbClr val="EDA400"/>
                </a:gs>
                <a:gs pos="97000">
                  <a:srgbClr val="EDA400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 rot="10800000">
              <a:off x="5429204" y="3867719"/>
              <a:ext cx="1333592" cy="815600"/>
            </a:xfrm>
            <a:custGeom>
              <a:avLst/>
              <a:gdLst>
                <a:gd name="connsiteX0" fmla="*/ 259239 w 1333592"/>
                <a:gd name="connsiteY0" fmla="*/ 815600 h 815600"/>
                <a:gd name="connsiteX1" fmla="*/ 0 w 1333592"/>
                <a:gd name="connsiteY1" fmla="*/ 149294 h 815600"/>
                <a:gd name="connsiteX2" fmla="*/ 52437 w 1333592"/>
                <a:gd name="connsiteY2" fmla="*/ 124033 h 815600"/>
                <a:gd name="connsiteX3" fmla="*/ 666796 w 1333592"/>
                <a:gd name="connsiteY3" fmla="*/ 0 h 815600"/>
                <a:gd name="connsiteX4" fmla="*/ 1281155 w 1333592"/>
                <a:gd name="connsiteY4" fmla="*/ 124033 h 815600"/>
                <a:gd name="connsiteX5" fmla="*/ 1333592 w 1333592"/>
                <a:gd name="connsiteY5" fmla="*/ 149293 h 815600"/>
                <a:gd name="connsiteX6" fmla="*/ 1074352 w 1333592"/>
                <a:gd name="connsiteY6" fmla="*/ 815600 h 815600"/>
                <a:gd name="connsiteX7" fmla="*/ 1004926 w 1333592"/>
                <a:gd name="connsiteY7" fmla="*/ 777916 h 815600"/>
                <a:gd name="connsiteX8" fmla="*/ 666796 w 1333592"/>
                <a:gd name="connsiteY8" fmla="*/ 709651 h 815600"/>
                <a:gd name="connsiteX9" fmla="*/ 328666 w 1333592"/>
                <a:gd name="connsiteY9" fmla="*/ 777916 h 815600"/>
                <a:gd name="connsiteX10" fmla="*/ 259239 w 1333592"/>
                <a:gd name="connsiteY10" fmla="*/ 815600 h 81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3592" h="815600">
                  <a:moveTo>
                    <a:pt x="259239" y="815600"/>
                  </a:moveTo>
                  <a:lnTo>
                    <a:pt x="0" y="149294"/>
                  </a:lnTo>
                  <a:lnTo>
                    <a:pt x="52437" y="124033"/>
                  </a:lnTo>
                  <a:cubicBezTo>
                    <a:pt x="241266" y="44165"/>
                    <a:pt x="448873" y="0"/>
                    <a:pt x="666796" y="0"/>
                  </a:cubicBezTo>
                  <a:cubicBezTo>
                    <a:pt x="884719" y="0"/>
                    <a:pt x="1092326" y="44165"/>
                    <a:pt x="1281155" y="124033"/>
                  </a:cubicBezTo>
                  <a:lnTo>
                    <a:pt x="1333592" y="149293"/>
                  </a:lnTo>
                  <a:lnTo>
                    <a:pt x="1074352" y="815600"/>
                  </a:lnTo>
                  <a:lnTo>
                    <a:pt x="1004926" y="777916"/>
                  </a:lnTo>
                  <a:cubicBezTo>
                    <a:pt x="900999" y="733959"/>
                    <a:pt x="786736" y="709651"/>
                    <a:pt x="666796" y="709651"/>
                  </a:cubicBezTo>
                  <a:cubicBezTo>
                    <a:pt x="546856" y="709651"/>
                    <a:pt x="432593" y="733959"/>
                    <a:pt x="328666" y="777916"/>
                  </a:cubicBezTo>
                  <a:lnTo>
                    <a:pt x="259239" y="815600"/>
                  </a:lnTo>
                  <a:close/>
                </a:path>
              </a:pathLst>
            </a:custGeom>
            <a:gradFill flip="none" rotWithShape="1">
              <a:gsLst>
                <a:gs pos="77871">
                  <a:srgbClr val="01B08E"/>
                </a:gs>
                <a:gs pos="23000">
                  <a:srgbClr val="01B592"/>
                </a:gs>
                <a:gs pos="50000">
                  <a:srgbClr val="01E7B9"/>
                </a:gs>
                <a:gs pos="0">
                  <a:srgbClr val="018B70"/>
                </a:gs>
                <a:gs pos="97000">
                  <a:srgbClr val="018B70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Donut 8"/>
          <p:cNvSpPr/>
          <p:nvPr/>
        </p:nvSpPr>
        <p:spPr>
          <a:xfrm>
            <a:off x="5074737" y="2083721"/>
            <a:ext cx="2042527" cy="2042527"/>
          </a:xfrm>
          <a:prstGeom prst="donut">
            <a:avLst>
              <a:gd name="adj" fmla="val 8215"/>
            </a:avLst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60155">
                <a:srgbClr val="000000">
                  <a:alpha val="40000"/>
                </a:srgbClr>
              </a:gs>
              <a:gs pos="71000">
                <a:srgbClr val="000000">
                  <a:alpha val="0"/>
                </a:srgbClr>
              </a:gs>
              <a:gs pos="97000">
                <a:schemeClr val="tx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925466" y="1990841"/>
            <a:ext cx="2328674" cy="1566409"/>
            <a:chOff x="4925466" y="1990841"/>
            <a:chExt cx="2328674" cy="1566409"/>
          </a:xfrm>
        </p:grpSpPr>
        <p:sp>
          <p:nvSpPr>
            <p:cNvPr id="10" name="Arc 9"/>
            <p:cNvSpPr/>
            <p:nvPr/>
          </p:nvSpPr>
          <p:spPr>
            <a:xfrm rot="16200000">
              <a:off x="4925466" y="1990843"/>
              <a:ext cx="1566407" cy="1566407"/>
            </a:xfrm>
            <a:prstGeom prst="arc">
              <a:avLst>
                <a:gd name="adj1" fmla="val 16543425"/>
                <a:gd name="adj2" fmla="val 0"/>
              </a:avLst>
            </a:prstGeom>
            <a:ln w="28575">
              <a:solidFill>
                <a:schemeClr val="bg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Arc 57"/>
            <p:cNvSpPr/>
            <p:nvPr/>
          </p:nvSpPr>
          <p:spPr>
            <a:xfrm>
              <a:off x="5687733" y="1990841"/>
              <a:ext cx="1566407" cy="1566407"/>
            </a:xfrm>
            <a:prstGeom prst="arc">
              <a:avLst>
                <a:gd name="adj1" fmla="val 16543425"/>
                <a:gd name="adj2" fmla="val 0"/>
              </a:avLst>
            </a:prstGeom>
            <a:ln w="28575">
              <a:solidFill>
                <a:schemeClr val="bg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 rot="10800000">
            <a:off x="4925466" y="2696719"/>
            <a:ext cx="2328674" cy="1566409"/>
            <a:chOff x="4925466" y="1990841"/>
            <a:chExt cx="2328674" cy="1566409"/>
          </a:xfrm>
        </p:grpSpPr>
        <p:sp>
          <p:nvSpPr>
            <p:cNvPr id="65" name="Arc 64"/>
            <p:cNvSpPr/>
            <p:nvPr/>
          </p:nvSpPr>
          <p:spPr>
            <a:xfrm rot="16200000">
              <a:off x="4925466" y="1990843"/>
              <a:ext cx="1566407" cy="1566407"/>
            </a:xfrm>
            <a:prstGeom prst="arc">
              <a:avLst>
                <a:gd name="adj1" fmla="val 16543425"/>
                <a:gd name="adj2" fmla="val 0"/>
              </a:avLst>
            </a:prstGeom>
            <a:ln w="28575">
              <a:solidFill>
                <a:schemeClr val="bg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Arc 65"/>
            <p:cNvSpPr/>
            <p:nvPr/>
          </p:nvSpPr>
          <p:spPr>
            <a:xfrm>
              <a:off x="5687733" y="1990841"/>
              <a:ext cx="1566407" cy="1566407"/>
            </a:xfrm>
            <a:prstGeom prst="arc">
              <a:avLst>
                <a:gd name="adj1" fmla="val 16543425"/>
                <a:gd name="adj2" fmla="val 0"/>
              </a:avLst>
            </a:prstGeom>
            <a:ln w="28575">
              <a:solidFill>
                <a:schemeClr val="bg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825898" y="1649754"/>
            <a:ext cx="540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chemeClr val="bg1"/>
                </a:solidFill>
              </a:rPr>
              <a:t>01</a:t>
            </a:r>
            <a:endParaRPr lang="en-US" sz="2400" b="1" i="1" dirty="0">
              <a:solidFill>
                <a:schemeClr val="bg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825898" y="4126248"/>
            <a:ext cx="540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chemeClr val="bg1"/>
                </a:solidFill>
              </a:rPr>
              <a:t>03</a:t>
            </a:r>
            <a:endParaRPr lang="en-US" sz="2400" b="1" i="1" dirty="0">
              <a:solidFill>
                <a:schemeClr val="bg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591403" y="2864753"/>
            <a:ext cx="540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chemeClr val="bg1"/>
                </a:solidFill>
              </a:rPr>
              <a:t>04</a:t>
            </a:r>
            <a:endParaRPr lang="en-US" sz="2400" b="1" i="1" dirty="0">
              <a:solidFill>
                <a:schemeClr val="bg1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041266" y="2864753"/>
            <a:ext cx="540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chemeClr val="bg1"/>
                </a:solidFill>
              </a:rPr>
              <a:t>02</a:t>
            </a:r>
            <a:endParaRPr lang="en-US" sz="2400" b="1" i="1" dirty="0">
              <a:solidFill>
                <a:schemeClr val="bg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96674" y="1234868"/>
            <a:ext cx="625698" cy="625698"/>
          </a:xfrm>
          <a:prstGeom prst="ellipse">
            <a:avLst/>
          </a:prstGeom>
          <a:gradFill flip="none" rotWithShape="1">
            <a:gsLst>
              <a:gs pos="25650">
                <a:srgbClr val="CB2120"/>
              </a:gs>
              <a:gs pos="74000">
                <a:srgbClr val="C51E1D"/>
              </a:gs>
              <a:gs pos="50000">
                <a:srgbClr val="FC3534"/>
              </a:gs>
              <a:gs pos="0">
                <a:srgbClr val="980B0B"/>
              </a:gs>
              <a:gs pos="97000">
                <a:srgbClr val="980B0B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/>
              <a:t>04</a:t>
            </a:r>
            <a:endParaRPr lang="en-US" b="1" i="1" dirty="0"/>
          </a:p>
        </p:txBody>
      </p:sp>
      <p:sp>
        <p:nvSpPr>
          <p:cNvPr id="17" name="Rectangle 16"/>
          <p:cNvSpPr/>
          <p:nvPr/>
        </p:nvSpPr>
        <p:spPr>
          <a:xfrm>
            <a:off x="1950406" y="1296259"/>
            <a:ext cx="1553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i="1" dirty="0">
                <a:solidFill>
                  <a:srgbClr val="FC3534"/>
                </a:solidFill>
              </a:rPr>
              <a:t>Lorem Ipsum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30175" y="1668222"/>
            <a:ext cx="2320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Lorem Ipsum is simply dummy text of the printing and typesetting industry. </a:t>
            </a:r>
          </a:p>
        </p:txBody>
      </p:sp>
      <p:sp>
        <p:nvSpPr>
          <p:cNvPr id="84" name="Oval 83"/>
          <p:cNvSpPr/>
          <p:nvPr/>
        </p:nvSpPr>
        <p:spPr>
          <a:xfrm>
            <a:off x="1196674" y="4088663"/>
            <a:ext cx="625698" cy="625698"/>
          </a:xfrm>
          <a:prstGeom prst="ellipse">
            <a:avLst/>
          </a:prstGeom>
          <a:gradFill flip="none" rotWithShape="1">
            <a:gsLst>
              <a:gs pos="77871">
                <a:srgbClr val="01B08E"/>
              </a:gs>
              <a:gs pos="23000">
                <a:srgbClr val="01B592"/>
              </a:gs>
              <a:gs pos="50000">
                <a:srgbClr val="01E7B9"/>
              </a:gs>
              <a:gs pos="0">
                <a:srgbClr val="018B70"/>
              </a:gs>
              <a:gs pos="97000">
                <a:srgbClr val="018B70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/>
              <a:t>03</a:t>
            </a:r>
            <a:endParaRPr lang="en-US" b="1" i="1" dirty="0"/>
          </a:p>
        </p:txBody>
      </p:sp>
      <p:sp>
        <p:nvSpPr>
          <p:cNvPr id="85" name="Rectangle 84"/>
          <p:cNvSpPr/>
          <p:nvPr/>
        </p:nvSpPr>
        <p:spPr>
          <a:xfrm>
            <a:off x="1950406" y="4150054"/>
            <a:ext cx="1553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i="1" dirty="0">
                <a:solidFill>
                  <a:srgbClr val="01E7B9"/>
                </a:solidFill>
              </a:rPr>
              <a:t>Lorem Ipsum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30175" y="4522017"/>
            <a:ext cx="2320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Lorem Ipsum is simply dummy text of the printing and typesetting industry. </a:t>
            </a:r>
          </a:p>
        </p:txBody>
      </p:sp>
      <p:sp>
        <p:nvSpPr>
          <p:cNvPr id="87" name="Oval 86"/>
          <p:cNvSpPr/>
          <p:nvPr/>
        </p:nvSpPr>
        <p:spPr>
          <a:xfrm>
            <a:off x="8287330" y="1234868"/>
            <a:ext cx="625698" cy="625698"/>
          </a:xfrm>
          <a:prstGeom prst="ellipse">
            <a:avLst/>
          </a:prstGeom>
          <a:gradFill flip="none" rotWithShape="1">
            <a:gsLst>
              <a:gs pos="23919">
                <a:srgbClr val="0AAECF"/>
              </a:gs>
              <a:gs pos="74322">
                <a:srgbClr val="0AB0D1"/>
              </a:gs>
              <a:gs pos="51000">
                <a:srgbClr val="00D3FE"/>
              </a:gs>
              <a:gs pos="0">
                <a:srgbClr val="138DA5"/>
              </a:gs>
              <a:gs pos="97000">
                <a:srgbClr val="138DA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/>
              <a:t>01</a:t>
            </a:r>
            <a:endParaRPr lang="en-US" b="1" i="1" dirty="0"/>
          </a:p>
        </p:txBody>
      </p:sp>
      <p:sp>
        <p:nvSpPr>
          <p:cNvPr id="88" name="Rectangle 87"/>
          <p:cNvSpPr/>
          <p:nvPr/>
        </p:nvSpPr>
        <p:spPr>
          <a:xfrm>
            <a:off x="9041062" y="1296259"/>
            <a:ext cx="1553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i="1" dirty="0">
                <a:solidFill>
                  <a:srgbClr val="00D3FE"/>
                </a:solidFill>
              </a:rPr>
              <a:t>Lorem Ipsum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20831" y="1668222"/>
            <a:ext cx="2320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Lorem Ipsum is simply dummy text of the printing and typesetting industry. </a:t>
            </a:r>
          </a:p>
        </p:txBody>
      </p:sp>
      <p:sp>
        <p:nvSpPr>
          <p:cNvPr id="90" name="Oval 89"/>
          <p:cNvSpPr/>
          <p:nvPr/>
        </p:nvSpPr>
        <p:spPr>
          <a:xfrm>
            <a:off x="8287330" y="4088663"/>
            <a:ext cx="625698" cy="625698"/>
          </a:xfrm>
          <a:prstGeom prst="ellipse">
            <a:avLst/>
          </a:prstGeom>
          <a:gradFill flip="none" rotWithShape="1">
            <a:gsLst>
              <a:gs pos="75220">
                <a:srgbClr val="F5C200"/>
              </a:gs>
              <a:gs pos="23868">
                <a:srgbClr val="F4C000"/>
              </a:gs>
              <a:gs pos="52000">
                <a:srgbClr val="FDE100"/>
              </a:gs>
              <a:gs pos="0">
                <a:srgbClr val="EDA400"/>
              </a:gs>
              <a:gs pos="97000">
                <a:srgbClr val="EDA40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/>
              <a:t>02</a:t>
            </a:r>
            <a:endParaRPr lang="en-US" b="1" i="1" dirty="0"/>
          </a:p>
        </p:txBody>
      </p:sp>
      <p:sp>
        <p:nvSpPr>
          <p:cNvPr id="91" name="Rectangle 90"/>
          <p:cNvSpPr/>
          <p:nvPr/>
        </p:nvSpPr>
        <p:spPr>
          <a:xfrm>
            <a:off x="9041062" y="4150054"/>
            <a:ext cx="1553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i="1" dirty="0">
                <a:solidFill>
                  <a:srgbClr val="FDE100"/>
                </a:solidFill>
              </a:rPr>
              <a:t>Lorem Ipsum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20831" y="4522017"/>
            <a:ext cx="2320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Lorem Ipsum is simply dummy text of the printing and typesetting industry. </a:t>
            </a:r>
          </a:p>
        </p:txBody>
      </p:sp>
    </p:spTree>
    <p:extLst>
      <p:ext uri="{BB962C8B-B14F-4D97-AF65-F5344CB8AC3E}">
        <p14:creationId xmlns:p14="http://schemas.microsoft.com/office/powerpoint/2010/main" val="416255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69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infographic template free powerpoint</dc:title>
  <dc:creator>gani</dc:creator>
  <cp:lastModifiedBy>gani</cp:lastModifiedBy>
  <cp:revision>17</cp:revision>
  <dcterms:created xsi:type="dcterms:W3CDTF">2020-06-01T05:42:38Z</dcterms:created>
  <dcterms:modified xsi:type="dcterms:W3CDTF">2020-06-03T17:30:31Z</dcterms:modified>
</cp:coreProperties>
</file>