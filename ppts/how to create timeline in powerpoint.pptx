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0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77CE61"/>
    <a:srgbClr val="8F5CD3"/>
    <a:srgbClr val="FF579A"/>
    <a:srgbClr val="FE8C5D"/>
    <a:srgbClr val="46CA89"/>
    <a:srgbClr val="A0D32C"/>
    <a:srgbClr val="74CD5E"/>
    <a:srgbClr val="3F4D9E"/>
    <a:srgbClr val="CE65FB"/>
    <a:srgbClr val="8D59D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72" d="100"/>
          <a:sy n="72" d="100"/>
        </p:scale>
        <p:origin x="456" y="60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0CF8C6-D872-4D87-B486-44CFE62FD89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3C356DF-FF2B-41C1-85C2-141274A71B9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3D92042-3969-4434-B312-DA621D7737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74A7BD-50A9-48D3-996E-8F44509F6A7A}" type="datetimeFigureOut">
              <a:rPr lang="en-US" smtClean="0"/>
              <a:t>6/7/2021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07F5988-5294-4D0E-962D-C1B076EF7F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D7700A8-9C1D-412D-AE96-45EE5C21C0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B9D5F9-D808-4747-8D95-9716DA4242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48081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C64FFE-F450-4CB7-A025-DA80EC72D4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7B1B67-200A-4602-A625-E275824DE8C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A3C145D-C44D-4D33-9ADB-40D2ABA12D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74A7BD-50A9-48D3-996E-8F44509F6A7A}" type="datetimeFigureOut">
              <a:rPr lang="en-US" smtClean="0"/>
              <a:t>6/7/2021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50CECFB-B271-43AE-809B-58BE7F6760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2046C71-906E-4D9D-81C3-BD83E9E61F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B9D5F9-D808-4747-8D95-9716DA4242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171531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22FD55-29C5-4144-8486-ECD132D7C9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5660426-20B1-4714-B7F1-7F072CAA9E6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41D811D-FCD2-4419-99A3-1CB4740231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74A7BD-50A9-48D3-996E-8F44509F6A7A}" type="datetimeFigureOut">
              <a:rPr lang="en-US" smtClean="0"/>
              <a:t>6/7/2021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6674FAB-4468-47D5-950A-EE42122C19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12335E4-9EF6-4BE4-AEF1-FC612EB45B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B9D5F9-D808-4747-8D95-9716DA4242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602006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9DFCF0-750B-44D0-8314-182005E581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A3C3BF-CD17-4E1B-810B-989C9428F5D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BDAEA7C-1CBD-46CE-86E7-542823A020F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64C4433-DB21-4088-A59B-95A9D0B45A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74A7BD-50A9-48D3-996E-8F44509F6A7A}" type="datetimeFigureOut">
              <a:rPr lang="en-US" smtClean="0"/>
              <a:t>6/7/2021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F4C49E1-CCD2-4851-8268-564062ECE1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EB45ADF-FDC9-4C29-B587-E374A6A08A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B9D5F9-D808-4747-8D95-9716DA4242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5159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6350A1-D715-407F-88F0-40C120641F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E6C8FA8-6CE5-4BA8-93FA-729734C8E2D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D28B220-DDEB-4120-95EC-3267DDDFE92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3B8BA28-4AB2-4BF5-85E3-7CD53BE9044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A8EC3CA-7221-4F1C-BD62-94127638189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1444212-02FF-44A6-A3DA-B933EB455C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74A7BD-50A9-48D3-996E-8F44509F6A7A}" type="datetimeFigureOut">
              <a:rPr lang="en-US" smtClean="0"/>
              <a:t>6/7/2021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63A8CED-E6E4-4B7A-9E57-B85EC4025F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41FAC74-B617-44D5-9FF3-78A481CAE9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B9D5F9-D808-4747-8D95-9716DA4242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86053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3EDF9C-1097-450C-9570-4FC48E6E11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9107E8A-BE9A-4D46-B5FA-56B1737B19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74A7BD-50A9-48D3-996E-8F44509F6A7A}" type="datetimeFigureOut">
              <a:rPr lang="en-US" smtClean="0"/>
              <a:t>6/7/2021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A58685E-F6BB-4C85-8FD2-1B4BEEE242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8FA5B59-4B82-4A79-AEA8-32E75DB4F3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B9D5F9-D808-4747-8D95-9716DA4242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43659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0C40BD3-1008-420B-B67A-CCDBB633DF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74A7BD-50A9-48D3-996E-8F44509F6A7A}" type="datetimeFigureOut">
              <a:rPr lang="en-US" smtClean="0"/>
              <a:t>6/7/2021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A025DD6-21FC-4662-AA0A-45533DCB33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D01D7AD-DDD9-443A-9BCC-14956F614A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B9D5F9-D808-4747-8D95-9716DA4242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574581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80126B-996A-41CE-9E04-8EB56074FD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B24EC8-3103-449C-8E71-C0D17B15572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4C782BC-CA73-46BB-B96C-4E6CC6D7BCB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EE80B28-8D26-4D9B-8A55-6D3475A347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74A7BD-50A9-48D3-996E-8F44509F6A7A}" type="datetimeFigureOut">
              <a:rPr lang="en-US" smtClean="0"/>
              <a:t>6/7/2021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012E58A-E65D-4766-8C2A-018D800BE4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0B4B4C0-4606-4986-A7CF-ED3E2D47D8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B9D5F9-D808-4747-8D95-9716DA4242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731068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CC92D3-BA25-46B6-8BD3-3DC1EE7402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B010DDC-BF4D-4A91-8F5A-B059B91D66C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AB649C5-CDC3-4E11-992D-F564920D95C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DA02C24-5CB9-48AE-AFF5-8533C90851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74A7BD-50A9-48D3-996E-8F44509F6A7A}" type="datetimeFigureOut">
              <a:rPr lang="en-US" smtClean="0"/>
              <a:t>6/7/2021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223929F-3DFD-479D-8A19-E3BE239BBF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D7E6421-FED2-4CAD-9A0F-81C64ABB21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B9D5F9-D808-4747-8D95-9716DA4242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715461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88942D-EF8C-4F1A-968F-A62A88A574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9ACA21E-2596-432E-9168-443EAE7D7CD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44DE441-6D73-4B1E-BACA-8A6773DAE4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74A7BD-50A9-48D3-996E-8F44509F6A7A}" type="datetimeFigureOut">
              <a:rPr lang="en-US" smtClean="0"/>
              <a:t>6/7/2021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0E87AD3-3C7B-420E-848E-F66BC166E3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249644C-7617-4024-8937-C32DD9814D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B9D5F9-D808-4747-8D95-9716DA4242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970746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1F2F513-0307-4262-B365-07583B703B1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FD4A529-02DF-475A-862B-0EBA0310CD2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D546F6D-F829-4D99-978C-CDCE777F36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74A7BD-50A9-48D3-996E-8F44509F6A7A}" type="datetimeFigureOut">
              <a:rPr lang="en-US" smtClean="0"/>
              <a:t>6/7/2021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9944696-969C-42F3-8CD0-20A7577B9D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70B297A-20C3-487A-B999-751312907F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B9D5F9-D808-4747-8D95-9716DA4242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28862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F0BD742-D98F-44FF-A490-1290FF8920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21119E6-40AB-42CC-8015-1175143FAF4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5103AEE-72CF-4872-ABCC-113B205F2C6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A74A7BD-50A9-48D3-996E-8F44509F6A7A}" type="datetimeFigureOut">
              <a:rPr lang="en-US" smtClean="0"/>
              <a:t>6/7/2021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2CE00E1-BF7A-4AB4-807E-BB07879135B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2E65DA5-DCFD-46C1-A565-DF72923A02B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4B9D5F9-D808-4747-8D95-9716DA4242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71526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angle 23">
            <a:extLst>
              <a:ext uri="{FF2B5EF4-FFF2-40B4-BE49-F238E27FC236}">
                <a16:creationId xmlns:a16="http://schemas.microsoft.com/office/drawing/2014/main" id="{FC49621C-76FF-4583-A308-E5D453149452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rgbClr val="323F69"/>
              </a:gs>
              <a:gs pos="48000">
                <a:srgbClr val="202140"/>
              </a:gs>
              <a:gs pos="100000">
                <a:srgbClr val="1C1936"/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EB3118E2-BF00-4E44-ACE0-4A332819B70C}"/>
              </a:ext>
            </a:extLst>
          </p:cNvPr>
          <p:cNvGrpSpPr/>
          <p:nvPr/>
        </p:nvGrpSpPr>
        <p:grpSpPr>
          <a:xfrm>
            <a:off x="996873" y="2401153"/>
            <a:ext cx="2011680" cy="2011680"/>
            <a:chOff x="996873" y="2401153"/>
            <a:chExt cx="2011680" cy="2011680"/>
          </a:xfrm>
        </p:grpSpPr>
        <p:sp>
          <p:nvSpPr>
            <p:cNvPr id="82" name="Freeform: Shape 81">
              <a:extLst>
                <a:ext uri="{FF2B5EF4-FFF2-40B4-BE49-F238E27FC236}">
                  <a16:creationId xmlns:a16="http://schemas.microsoft.com/office/drawing/2014/main" id="{4C8BDD49-AFBB-4295-B2B3-0C29B7E05845}"/>
                </a:ext>
              </a:extLst>
            </p:cNvPr>
            <p:cNvSpPr/>
            <p:nvPr/>
          </p:nvSpPr>
          <p:spPr>
            <a:xfrm>
              <a:off x="996873" y="3406992"/>
              <a:ext cx="2011680" cy="1005841"/>
            </a:xfrm>
            <a:custGeom>
              <a:avLst/>
              <a:gdLst>
                <a:gd name="connsiteX0" fmla="*/ 0 w 2011680"/>
                <a:gd name="connsiteY0" fmla="*/ 0 h 1005841"/>
                <a:gd name="connsiteX1" fmla="*/ 2011680 w 2011680"/>
                <a:gd name="connsiteY1" fmla="*/ 0 h 1005841"/>
                <a:gd name="connsiteX2" fmla="*/ 2011680 w 2011680"/>
                <a:gd name="connsiteY2" fmla="*/ 1 h 1005841"/>
                <a:gd name="connsiteX3" fmla="*/ 1005840 w 2011680"/>
                <a:gd name="connsiteY3" fmla="*/ 1005841 h 1005841"/>
                <a:gd name="connsiteX4" fmla="*/ 0 w 2011680"/>
                <a:gd name="connsiteY4" fmla="*/ 1 h 1005841"/>
                <a:gd name="connsiteX5" fmla="*/ 0 w 2011680"/>
                <a:gd name="connsiteY5" fmla="*/ 0 h 10058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011680" h="1005841">
                  <a:moveTo>
                    <a:pt x="0" y="0"/>
                  </a:moveTo>
                  <a:lnTo>
                    <a:pt x="2011680" y="0"/>
                  </a:lnTo>
                  <a:lnTo>
                    <a:pt x="2011680" y="1"/>
                  </a:lnTo>
                  <a:cubicBezTo>
                    <a:pt x="2011680" y="555511"/>
                    <a:pt x="1561350" y="1005841"/>
                    <a:pt x="1005840" y="1005841"/>
                  </a:cubicBezTo>
                  <a:cubicBezTo>
                    <a:pt x="450330" y="1005841"/>
                    <a:pt x="0" y="555511"/>
                    <a:pt x="0" y="1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47496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1" name="Freeform: Shape 80">
              <a:extLst>
                <a:ext uri="{FF2B5EF4-FFF2-40B4-BE49-F238E27FC236}">
                  <a16:creationId xmlns:a16="http://schemas.microsoft.com/office/drawing/2014/main" id="{41382C12-A7E5-4F4F-8A82-6093C1CC7263}"/>
                </a:ext>
              </a:extLst>
            </p:cNvPr>
            <p:cNvSpPr/>
            <p:nvPr/>
          </p:nvSpPr>
          <p:spPr>
            <a:xfrm>
              <a:off x="996873" y="2401153"/>
              <a:ext cx="2011680" cy="1005839"/>
            </a:xfrm>
            <a:custGeom>
              <a:avLst/>
              <a:gdLst>
                <a:gd name="connsiteX0" fmla="*/ 1005840 w 2011680"/>
                <a:gd name="connsiteY0" fmla="*/ 0 h 1005839"/>
                <a:gd name="connsiteX1" fmla="*/ 2006487 w 2011680"/>
                <a:gd name="connsiteY1" fmla="*/ 902999 h 1005839"/>
                <a:gd name="connsiteX2" fmla="*/ 2011680 w 2011680"/>
                <a:gd name="connsiteY2" fmla="*/ 1005839 h 1005839"/>
                <a:gd name="connsiteX3" fmla="*/ 0 w 2011680"/>
                <a:gd name="connsiteY3" fmla="*/ 1005839 h 1005839"/>
                <a:gd name="connsiteX4" fmla="*/ 5193 w 2011680"/>
                <a:gd name="connsiteY4" fmla="*/ 902999 h 1005839"/>
                <a:gd name="connsiteX5" fmla="*/ 1005840 w 2011680"/>
                <a:gd name="connsiteY5" fmla="*/ 0 h 1005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011680" h="1005839">
                  <a:moveTo>
                    <a:pt x="1005840" y="0"/>
                  </a:moveTo>
                  <a:cubicBezTo>
                    <a:pt x="1526631" y="0"/>
                    <a:pt x="1954978" y="395798"/>
                    <a:pt x="2006487" y="902999"/>
                  </a:cubicBezTo>
                  <a:lnTo>
                    <a:pt x="2011680" y="1005839"/>
                  </a:lnTo>
                  <a:lnTo>
                    <a:pt x="0" y="1005839"/>
                  </a:lnTo>
                  <a:lnTo>
                    <a:pt x="5193" y="902999"/>
                  </a:lnTo>
                  <a:cubicBezTo>
                    <a:pt x="56702" y="395798"/>
                    <a:pt x="485050" y="0"/>
                    <a:pt x="1005840" y="0"/>
                  </a:cubicBezTo>
                  <a:close/>
                </a:path>
              </a:pathLst>
            </a:custGeom>
            <a:solidFill>
              <a:srgbClr val="FE8A5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9" name="Oval 78">
              <a:extLst>
                <a:ext uri="{FF2B5EF4-FFF2-40B4-BE49-F238E27FC236}">
                  <a16:creationId xmlns:a16="http://schemas.microsoft.com/office/drawing/2014/main" id="{678D8A57-C22B-49DE-B3EC-30C4A6BCBE37}"/>
                </a:ext>
              </a:extLst>
            </p:cNvPr>
            <p:cNvSpPr/>
            <p:nvPr/>
          </p:nvSpPr>
          <p:spPr>
            <a:xfrm>
              <a:off x="1225473" y="2629752"/>
              <a:ext cx="1554480" cy="1554480"/>
            </a:xfrm>
            <a:prstGeom prst="ellipse">
              <a:avLst/>
            </a:prstGeom>
            <a:gradFill>
              <a:gsLst>
                <a:gs pos="0">
                  <a:srgbClr val="FFCE52"/>
                </a:gs>
                <a:gs pos="100000">
                  <a:srgbClr val="FF5A58"/>
                </a:gs>
              </a:gsLst>
              <a:lin ang="5400000" scaled="0"/>
            </a:gradFill>
            <a:ln>
              <a:noFill/>
            </a:ln>
            <a:effectLst>
              <a:outerShdw blurRad="101600" sx="102000" sy="102000" algn="ctr" rotWithShape="0">
                <a:prstClr val="black">
                  <a:alpha val="3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7F116AD4-A93E-4157-A8A1-3F7CD9974ACA}"/>
              </a:ext>
            </a:extLst>
          </p:cNvPr>
          <p:cNvGrpSpPr/>
          <p:nvPr/>
        </p:nvGrpSpPr>
        <p:grpSpPr>
          <a:xfrm>
            <a:off x="270584" y="991958"/>
            <a:ext cx="3059947" cy="3654532"/>
            <a:chOff x="270584" y="991958"/>
            <a:chExt cx="3059947" cy="3654532"/>
          </a:xfrm>
        </p:grpSpPr>
        <p:sp>
          <p:nvSpPr>
            <p:cNvPr id="5" name="Arc 4">
              <a:extLst>
                <a:ext uri="{FF2B5EF4-FFF2-40B4-BE49-F238E27FC236}">
                  <a16:creationId xmlns:a16="http://schemas.microsoft.com/office/drawing/2014/main" id="{1DDA1338-2364-4BC1-A176-D58159530C42}"/>
                </a:ext>
              </a:extLst>
            </p:cNvPr>
            <p:cNvSpPr/>
            <p:nvPr/>
          </p:nvSpPr>
          <p:spPr>
            <a:xfrm flipV="1">
              <a:off x="763215" y="2167494"/>
              <a:ext cx="2478996" cy="2478996"/>
            </a:xfrm>
            <a:prstGeom prst="arc">
              <a:avLst>
                <a:gd name="adj1" fmla="val 10892029"/>
                <a:gd name="adj2" fmla="val 0"/>
              </a:avLst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6" name="Isosceles Triangle 5">
              <a:extLst>
                <a:ext uri="{FF2B5EF4-FFF2-40B4-BE49-F238E27FC236}">
                  <a16:creationId xmlns:a16="http://schemas.microsoft.com/office/drawing/2014/main" id="{202018B5-EF76-42A4-95E1-6289B4836CD7}"/>
                </a:ext>
              </a:extLst>
            </p:cNvPr>
            <p:cNvSpPr/>
            <p:nvPr/>
          </p:nvSpPr>
          <p:spPr>
            <a:xfrm>
              <a:off x="3143773" y="3200224"/>
              <a:ext cx="186758" cy="206768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9AEE748A-42E6-4C02-A065-913789555514}"/>
                </a:ext>
              </a:extLst>
            </p:cNvPr>
            <p:cNvCxnSpPr>
              <a:cxnSpLocks/>
            </p:cNvCxnSpPr>
            <p:nvPr/>
          </p:nvCxnSpPr>
          <p:spPr>
            <a:xfrm>
              <a:off x="763215" y="1753526"/>
              <a:ext cx="0" cy="1718985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42C33473-7DFF-4A1E-AF0A-9FDDF83DDB90}"/>
                </a:ext>
              </a:extLst>
            </p:cNvPr>
            <p:cNvSpPr txBox="1"/>
            <p:nvPr/>
          </p:nvSpPr>
          <p:spPr>
            <a:xfrm>
              <a:off x="270584" y="991958"/>
              <a:ext cx="1127465" cy="10156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6000" dirty="0">
                  <a:ln w="15875">
                    <a:solidFill>
                      <a:schemeClr val="bg1"/>
                    </a:solidFill>
                  </a:ln>
                  <a:noFill/>
                  <a:latin typeface="Archivo Black" panose="020B0A03020202020B04" pitchFamily="34" charset="0"/>
                </a:rPr>
                <a:t>1</a:t>
              </a:r>
            </a:p>
          </p:txBody>
        </p:sp>
      </p:grpSp>
      <p:grpSp>
        <p:nvGrpSpPr>
          <p:cNvPr id="3" name="Group 2">
            <a:extLst>
              <a:ext uri="{FF2B5EF4-FFF2-40B4-BE49-F238E27FC236}">
                <a16:creationId xmlns:a16="http://schemas.microsoft.com/office/drawing/2014/main" id="{69F133E7-2D61-4B16-84C0-1D4A7BC3DF66}"/>
              </a:ext>
            </a:extLst>
          </p:cNvPr>
          <p:cNvGrpSpPr/>
          <p:nvPr/>
        </p:nvGrpSpPr>
        <p:grpSpPr>
          <a:xfrm>
            <a:off x="3741288" y="2401151"/>
            <a:ext cx="2011680" cy="2011680"/>
            <a:chOff x="3741288" y="2401151"/>
            <a:chExt cx="2011680" cy="2011680"/>
          </a:xfrm>
        </p:grpSpPr>
        <p:sp>
          <p:nvSpPr>
            <p:cNvPr id="85" name="Freeform: Shape 84">
              <a:extLst>
                <a:ext uri="{FF2B5EF4-FFF2-40B4-BE49-F238E27FC236}">
                  <a16:creationId xmlns:a16="http://schemas.microsoft.com/office/drawing/2014/main" id="{AC2558E3-7EF6-4484-9B33-0004A68186D9}"/>
                </a:ext>
              </a:extLst>
            </p:cNvPr>
            <p:cNvSpPr/>
            <p:nvPr/>
          </p:nvSpPr>
          <p:spPr>
            <a:xfrm flipV="1">
              <a:off x="3741288" y="2401151"/>
              <a:ext cx="2011680" cy="1005841"/>
            </a:xfrm>
            <a:custGeom>
              <a:avLst/>
              <a:gdLst>
                <a:gd name="connsiteX0" fmla="*/ 0 w 2011680"/>
                <a:gd name="connsiteY0" fmla="*/ 0 h 1005841"/>
                <a:gd name="connsiteX1" fmla="*/ 2011680 w 2011680"/>
                <a:gd name="connsiteY1" fmla="*/ 0 h 1005841"/>
                <a:gd name="connsiteX2" fmla="*/ 2011680 w 2011680"/>
                <a:gd name="connsiteY2" fmla="*/ 1 h 1005841"/>
                <a:gd name="connsiteX3" fmla="*/ 1005840 w 2011680"/>
                <a:gd name="connsiteY3" fmla="*/ 1005841 h 1005841"/>
                <a:gd name="connsiteX4" fmla="*/ 0 w 2011680"/>
                <a:gd name="connsiteY4" fmla="*/ 1 h 1005841"/>
                <a:gd name="connsiteX5" fmla="*/ 0 w 2011680"/>
                <a:gd name="connsiteY5" fmla="*/ 0 h 10058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011680" h="1005841">
                  <a:moveTo>
                    <a:pt x="0" y="0"/>
                  </a:moveTo>
                  <a:lnTo>
                    <a:pt x="2011680" y="0"/>
                  </a:lnTo>
                  <a:lnTo>
                    <a:pt x="2011680" y="1"/>
                  </a:lnTo>
                  <a:cubicBezTo>
                    <a:pt x="2011680" y="555511"/>
                    <a:pt x="1561350" y="1005841"/>
                    <a:pt x="1005840" y="1005841"/>
                  </a:cubicBezTo>
                  <a:cubicBezTo>
                    <a:pt x="450330" y="1005841"/>
                    <a:pt x="0" y="555511"/>
                    <a:pt x="0" y="1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47496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6" name="Freeform: Shape 85">
              <a:extLst>
                <a:ext uri="{FF2B5EF4-FFF2-40B4-BE49-F238E27FC236}">
                  <a16:creationId xmlns:a16="http://schemas.microsoft.com/office/drawing/2014/main" id="{86861DAF-06D8-455E-B5F5-14779DA4D383}"/>
                </a:ext>
              </a:extLst>
            </p:cNvPr>
            <p:cNvSpPr/>
            <p:nvPr/>
          </p:nvSpPr>
          <p:spPr>
            <a:xfrm flipV="1">
              <a:off x="3741288" y="3406992"/>
              <a:ext cx="2011680" cy="1005839"/>
            </a:xfrm>
            <a:custGeom>
              <a:avLst/>
              <a:gdLst>
                <a:gd name="connsiteX0" fmla="*/ 1005840 w 2011680"/>
                <a:gd name="connsiteY0" fmla="*/ 0 h 1005839"/>
                <a:gd name="connsiteX1" fmla="*/ 2006487 w 2011680"/>
                <a:gd name="connsiteY1" fmla="*/ 902999 h 1005839"/>
                <a:gd name="connsiteX2" fmla="*/ 2011680 w 2011680"/>
                <a:gd name="connsiteY2" fmla="*/ 1005839 h 1005839"/>
                <a:gd name="connsiteX3" fmla="*/ 0 w 2011680"/>
                <a:gd name="connsiteY3" fmla="*/ 1005839 h 1005839"/>
                <a:gd name="connsiteX4" fmla="*/ 5193 w 2011680"/>
                <a:gd name="connsiteY4" fmla="*/ 902999 h 1005839"/>
                <a:gd name="connsiteX5" fmla="*/ 1005840 w 2011680"/>
                <a:gd name="connsiteY5" fmla="*/ 0 h 1005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011680" h="1005839">
                  <a:moveTo>
                    <a:pt x="1005840" y="0"/>
                  </a:moveTo>
                  <a:cubicBezTo>
                    <a:pt x="1526631" y="0"/>
                    <a:pt x="1954978" y="395798"/>
                    <a:pt x="2006487" y="902999"/>
                  </a:cubicBezTo>
                  <a:lnTo>
                    <a:pt x="2011680" y="1005839"/>
                  </a:lnTo>
                  <a:lnTo>
                    <a:pt x="0" y="1005839"/>
                  </a:lnTo>
                  <a:lnTo>
                    <a:pt x="5193" y="902999"/>
                  </a:lnTo>
                  <a:cubicBezTo>
                    <a:pt x="56702" y="395798"/>
                    <a:pt x="485050" y="0"/>
                    <a:pt x="1005840" y="0"/>
                  </a:cubicBezTo>
                  <a:close/>
                </a:path>
              </a:pathLst>
            </a:custGeom>
            <a:solidFill>
              <a:srgbClr val="FF549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7" name="Oval 86">
              <a:extLst>
                <a:ext uri="{FF2B5EF4-FFF2-40B4-BE49-F238E27FC236}">
                  <a16:creationId xmlns:a16="http://schemas.microsoft.com/office/drawing/2014/main" id="{627114DC-CB47-4E38-98CC-6A34917ACD28}"/>
                </a:ext>
              </a:extLst>
            </p:cNvPr>
            <p:cNvSpPr/>
            <p:nvPr/>
          </p:nvSpPr>
          <p:spPr>
            <a:xfrm flipV="1">
              <a:off x="3969888" y="2629752"/>
              <a:ext cx="1554480" cy="1554480"/>
            </a:xfrm>
            <a:prstGeom prst="ellipse">
              <a:avLst/>
            </a:prstGeom>
            <a:gradFill>
              <a:gsLst>
                <a:gs pos="0">
                  <a:srgbClr val="EF5CC8"/>
                </a:gs>
                <a:gs pos="100000">
                  <a:srgbClr val="FF5264"/>
                </a:gs>
              </a:gsLst>
              <a:lin ang="5400000" scaled="0"/>
            </a:gradFill>
            <a:ln>
              <a:noFill/>
            </a:ln>
            <a:effectLst>
              <a:outerShdw blurRad="101600" sx="102000" sy="102000" algn="ctr" rotWithShape="0">
                <a:prstClr val="black">
                  <a:alpha val="3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777497E8-35E0-4C74-A324-6B0A785BB60F}"/>
              </a:ext>
            </a:extLst>
          </p:cNvPr>
          <p:cNvGrpSpPr/>
          <p:nvPr/>
        </p:nvGrpSpPr>
        <p:grpSpPr>
          <a:xfrm>
            <a:off x="3025913" y="2167494"/>
            <a:ext cx="3049033" cy="3698547"/>
            <a:chOff x="3025913" y="2167494"/>
            <a:chExt cx="3049033" cy="3698547"/>
          </a:xfrm>
        </p:grpSpPr>
        <p:sp>
          <p:nvSpPr>
            <p:cNvPr id="88" name="Arc 87">
              <a:extLst>
                <a:ext uri="{FF2B5EF4-FFF2-40B4-BE49-F238E27FC236}">
                  <a16:creationId xmlns:a16="http://schemas.microsoft.com/office/drawing/2014/main" id="{35D9219D-EFC7-46A2-807A-EAD0115A63CE}"/>
                </a:ext>
              </a:extLst>
            </p:cNvPr>
            <p:cNvSpPr/>
            <p:nvPr/>
          </p:nvSpPr>
          <p:spPr>
            <a:xfrm>
              <a:off x="3507630" y="2167494"/>
              <a:ext cx="2478996" cy="2478996"/>
            </a:xfrm>
            <a:prstGeom prst="arc">
              <a:avLst>
                <a:gd name="adj1" fmla="val 10892029"/>
                <a:gd name="adj2" fmla="val 0"/>
              </a:avLst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89" name="Isosceles Triangle 88">
              <a:extLst>
                <a:ext uri="{FF2B5EF4-FFF2-40B4-BE49-F238E27FC236}">
                  <a16:creationId xmlns:a16="http://schemas.microsoft.com/office/drawing/2014/main" id="{778408F9-6EA9-4799-A65E-D7EE5821AB5D}"/>
                </a:ext>
              </a:extLst>
            </p:cNvPr>
            <p:cNvSpPr/>
            <p:nvPr/>
          </p:nvSpPr>
          <p:spPr>
            <a:xfrm flipV="1">
              <a:off x="5888188" y="3406992"/>
              <a:ext cx="186758" cy="206768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90" name="Straight Connector 89">
              <a:extLst>
                <a:ext uri="{FF2B5EF4-FFF2-40B4-BE49-F238E27FC236}">
                  <a16:creationId xmlns:a16="http://schemas.microsoft.com/office/drawing/2014/main" id="{4A7F760C-3BEB-4497-AD31-5DB9AF3D5B4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507630" y="3341473"/>
              <a:ext cx="0" cy="1718985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1" name="TextBox 90">
              <a:extLst>
                <a:ext uri="{FF2B5EF4-FFF2-40B4-BE49-F238E27FC236}">
                  <a16:creationId xmlns:a16="http://schemas.microsoft.com/office/drawing/2014/main" id="{1272A678-2431-4A8D-9661-0B440E46D477}"/>
                </a:ext>
              </a:extLst>
            </p:cNvPr>
            <p:cNvSpPr txBox="1"/>
            <p:nvPr/>
          </p:nvSpPr>
          <p:spPr>
            <a:xfrm>
              <a:off x="3025913" y="4850378"/>
              <a:ext cx="1127465" cy="10156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6000" dirty="0">
                  <a:ln w="15875">
                    <a:solidFill>
                      <a:schemeClr val="bg1"/>
                    </a:solidFill>
                  </a:ln>
                  <a:noFill/>
                  <a:latin typeface="Archivo Black" panose="020B0A03020202020B04" pitchFamily="34" charset="0"/>
                </a:rPr>
                <a:t>2</a:t>
              </a:r>
            </a:p>
          </p:txBody>
        </p:sp>
      </p:grpSp>
      <p:grpSp>
        <p:nvGrpSpPr>
          <p:cNvPr id="4" name="Group 3">
            <a:extLst>
              <a:ext uri="{FF2B5EF4-FFF2-40B4-BE49-F238E27FC236}">
                <a16:creationId xmlns:a16="http://schemas.microsoft.com/office/drawing/2014/main" id="{A8618E9D-73E1-430F-90D5-FC5B3C694BAB}"/>
              </a:ext>
            </a:extLst>
          </p:cNvPr>
          <p:cNvGrpSpPr/>
          <p:nvPr/>
        </p:nvGrpSpPr>
        <p:grpSpPr>
          <a:xfrm>
            <a:off x="6485703" y="2401153"/>
            <a:ext cx="2011680" cy="2011680"/>
            <a:chOff x="6485703" y="2401153"/>
            <a:chExt cx="2011680" cy="2011680"/>
          </a:xfrm>
        </p:grpSpPr>
        <p:sp>
          <p:nvSpPr>
            <p:cNvPr id="93" name="Freeform: Shape 92">
              <a:extLst>
                <a:ext uri="{FF2B5EF4-FFF2-40B4-BE49-F238E27FC236}">
                  <a16:creationId xmlns:a16="http://schemas.microsoft.com/office/drawing/2014/main" id="{7E0C1333-0C82-4717-A4C8-05969EE8A5DD}"/>
                </a:ext>
              </a:extLst>
            </p:cNvPr>
            <p:cNvSpPr/>
            <p:nvPr/>
          </p:nvSpPr>
          <p:spPr>
            <a:xfrm>
              <a:off x="6485703" y="3406992"/>
              <a:ext cx="2011680" cy="1005841"/>
            </a:xfrm>
            <a:custGeom>
              <a:avLst/>
              <a:gdLst>
                <a:gd name="connsiteX0" fmla="*/ 0 w 2011680"/>
                <a:gd name="connsiteY0" fmla="*/ 0 h 1005841"/>
                <a:gd name="connsiteX1" fmla="*/ 2011680 w 2011680"/>
                <a:gd name="connsiteY1" fmla="*/ 0 h 1005841"/>
                <a:gd name="connsiteX2" fmla="*/ 2011680 w 2011680"/>
                <a:gd name="connsiteY2" fmla="*/ 1 h 1005841"/>
                <a:gd name="connsiteX3" fmla="*/ 1005840 w 2011680"/>
                <a:gd name="connsiteY3" fmla="*/ 1005841 h 1005841"/>
                <a:gd name="connsiteX4" fmla="*/ 0 w 2011680"/>
                <a:gd name="connsiteY4" fmla="*/ 1 h 1005841"/>
                <a:gd name="connsiteX5" fmla="*/ 0 w 2011680"/>
                <a:gd name="connsiteY5" fmla="*/ 0 h 10058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011680" h="1005841">
                  <a:moveTo>
                    <a:pt x="0" y="0"/>
                  </a:moveTo>
                  <a:lnTo>
                    <a:pt x="2011680" y="0"/>
                  </a:lnTo>
                  <a:lnTo>
                    <a:pt x="2011680" y="1"/>
                  </a:lnTo>
                  <a:cubicBezTo>
                    <a:pt x="2011680" y="555511"/>
                    <a:pt x="1561350" y="1005841"/>
                    <a:pt x="1005840" y="1005841"/>
                  </a:cubicBezTo>
                  <a:cubicBezTo>
                    <a:pt x="450330" y="1005841"/>
                    <a:pt x="0" y="555511"/>
                    <a:pt x="0" y="1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47496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4" name="Freeform: Shape 93">
              <a:extLst>
                <a:ext uri="{FF2B5EF4-FFF2-40B4-BE49-F238E27FC236}">
                  <a16:creationId xmlns:a16="http://schemas.microsoft.com/office/drawing/2014/main" id="{D512F179-A650-4300-9861-CCE6D31CBD68}"/>
                </a:ext>
              </a:extLst>
            </p:cNvPr>
            <p:cNvSpPr/>
            <p:nvPr/>
          </p:nvSpPr>
          <p:spPr>
            <a:xfrm>
              <a:off x="6485703" y="2401153"/>
              <a:ext cx="2011680" cy="1005839"/>
            </a:xfrm>
            <a:custGeom>
              <a:avLst/>
              <a:gdLst>
                <a:gd name="connsiteX0" fmla="*/ 1005840 w 2011680"/>
                <a:gd name="connsiteY0" fmla="*/ 0 h 1005839"/>
                <a:gd name="connsiteX1" fmla="*/ 2006487 w 2011680"/>
                <a:gd name="connsiteY1" fmla="*/ 902999 h 1005839"/>
                <a:gd name="connsiteX2" fmla="*/ 2011680 w 2011680"/>
                <a:gd name="connsiteY2" fmla="*/ 1005839 h 1005839"/>
                <a:gd name="connsiteX3" fmla="*/ 0 w 2011680"/>
                <a:gd name="connsiteY3" fmla="*/ 1005839 h 1005839"/>
                <a:gd name="connsiteX4" fmla="*/ 5193 w 2011680"/>
                <a:gd name="connsiteY4" fmla="*/ 902999 h 1005839"/>
                <a:gd name="connsiteX5" fmla="*/ 1005840 w 2011680"/>
                <a:gd name="connsiteY5" fmla="*/ 0 h 1005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011680" h="1005839">
                  <a:moveTo>
                    <a:pt x="1005840" y="0"/>
                  </a:moveTo>
                  <a:cubicBezTo>
                    <a:pt x="1526631" y="0"/>
                    <a:pt x="1954978" y="395798"/>
                    <a:pt x="2006487" y="902999"/>
                  </a:cubicBezTo>
                  <a:lnTo>
                    <a:pt x="2011680" y="1005839"/>
                  </a:lnTo>
                  <a:lnTo>
                    <a:pt x="0" y="1005839"/>
                  </a:lnTo>
                  <a:lnTo>
                    <a:pt x="5193" y="902999"/>
                  </a:lnTo>
                  <a:cubicBezTo>
                    <a:pt x="56702" y="395798"/>
                    <a:pt x="485050" y="0"/>
                    <a:pt x="1005840" y="0"/>
                  </a:cubicBezTo>
                  <a:close/>
                </a:path>
              </a:pathLst>
            </a:custGeom>
            <a:solidFill>
              <a:srgbClr val="8D59D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5" name="Oval 94">
              <a:extLst>
                <a:ext uri="{FF2B5EF4-FFF2-40B4-BE49-F238E27FC236}">
                  <a16:creationId xmlns:a16="http://schemas.microsoft.com/office/drawing/2014/main" id="{FE035995-87D4-4671-9D3D-51F392BC7F51}"/>
                </a:ext>
              </a:extLst>
            </p:cNvPr>
            <p:cNvSpPr/>
            <p:nvPr/>
          </p:nvSpPr>
          <p:spPr>
            <a:xfrm>
              <a:off x="6714303" y="2629752"/>
              <a:ext cx="1554480" cy="1554480"/>
            </a:xfrm>
            <a:prstGeom prst="ellipse">
              <a:avLst/>
            </a:prstGeom>
            <a:gradFill>
              <a:gsLst>
                <a:gs pos="0">
                  <a:srgbClr val="CE65FB"/>
                </a:gs>
                <a:gs pos="100000">
                  <a:srgbClr val="3F4D9E"/>
                </a:gs>
              </a:gsLst>
              <a:lin ang="5400000" scaled="0"/>
            </a:gradFill>
            <a:ln>
              <a:noFill/>
            </a:ln>
            <a:effectLst>
              <a:outerShdw blurRad="101600" sx="102000" sy="102000" algn="ctr" rotWithShape="0">
                <a:prstClr val="black">
                  <a:alpha val="3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1" name="Group 10">
            <a:extLst>
              <a:ext uri="{FF2B5EF4-FFF2-40B4-BE49-F238E27FC236}">
                <a16:creationId xmlns:a16="http://schemas.microsoft.com/office/drawing/2014/main" id="{CCA64DEA-161A-4DCB-95B2-5930FB2FAF70}"/>
              </a:ext>
            </a:extLst>
          </p:cNvPr>
          <p:cNvGrpSpPr/>
          <p:nvPr/>
        </p:nvGrpSpPr>
        <p:grpSpPr>
          <a:xfrm>
            <a:off x="5759414" y="991958"/>
            <a:ext cx="3059947" cy="3654532"/>
            <a:chOff x="5759414" y="991958"/>
            <a:chExt cx="3059947" cy="3654532"/>
          </a:xfrm>
        </p:grpSpPr>
        <p:sp>
          <p:nvSpPr>
            <p:cNvPr id="96" name="Arc 95">
              <a:extLst>
                <a:ext uri="{FF2B5EF4-FFF2-40B4-BE49-F238E27FC236}">
                  <a16:creationId xmlns:a16="http://schemas.microsoft.com/office/drawing/2014/main" id="{55CE89C8-E5BE-4613-ADB4-A47B7FD2ED1C}"/>
                </a:ext>
              </a:extLst>
            </p:cNvPr>
            <p:cNvSpPr/>
            <p:nvPr/>
          </p:nvSpPr>
          <p:spPr>
            <a:xfrm flipV="1">
              <a:off x="6252045" y="2167494"/>
              <a:ext cx="2478996" cy="2478996"/>
            </a:xfrm>
            <a:prstGeom prst="arc">
              <a:avLst>
                <a:gd name="adj1" fmla="val 10892029"/>
                <a:gd name="adj2" fmla="val 0"/>
              </a:avLst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97" name="Isosceles Triangle 96">
              <a:extLst>
                <a:ext uri="{FF2B5EF4-FFF2-40B4-BE49-F238E27FC236}">
                  <a16:creationId xmlns:a16="http://schemas.microsoft.com/office/drawing/2014/main" id="{94241962-FA6B-4DC9-B5B1-F77DDBE54878}"/>
                </a:ext>
              </a:extLst>
            </p:cNvPr>
            <p:cNvSpPr/>
            <p:nvPr/>
          </p:nvSpPr>
          <p:spPr>
            <a:xfrm>
              <a:off x="8632603" y="3200224"/>
              <a:ext cx="186758" cy="206768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98" name="Straight Connector 97">
              <a:extLst>
                <a:ext uri="{FF2B5EF4-FFF2-40B4-BE49-F238E27FC236}">
                  <a16:creationId xmlns:a16="http://schemas.microsoft.com/office/drawing/2014/main" id="{1A52B384-8C9E-42DA-B40B-80F97CECAA5F}"/>
                </a:ext>
              </a:extLst>
            </p:cNvPr>
            <p:cNvCxnSpPr>
              <a:cxnSpLocks/>
            </p:cNvCxnSpPr>
            <p:nvPr/>
          </p:nvCxnSpPr>
          <p:spPr>
            <a:xfrm>
              <a:off x="6252045" y="1753526"/>
              <a:ext cx="0" cy="1718985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9" name="TextBox 98">
              <a:extLst>
                <a:ext uri="{FF2B5EF4-FFF2-40B4-BE49-F238E27FC236}">
                  <a16:creationId xmlns:a16="http://schemas.microsoft.com/office/drawing/2014/main" id="{BBB8852B-7159-44AA-BF62-8A19C02A39FB}"/>
                </a:ext>
              </a:extLst>
            </p:cNvPr>
            <p:cNvSpPr txBox="1"/>
            <p:nvPr/>
          </p:nvSpPr>
          <p:spPr>
            <a:xfrm>
              <a:off x="5759414" y="991958"/>
              <a:ext cx="1127465" cy="10156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6000" dirty="0">
                  <a:ln w="15875">
                    <a:solidFill>
                      <a:schemeClr val="bg1"/>
                    </a:solidFill>
                  </a:ln>
                  <a:noFill/>
                  <a:latin typeface="Archivo Black" panose="020B0A03020202020B04" pitchFamily="34" charset="0"/>
                </a:rPr>
                <a:t>3</a:t>
              </a:r>
            </a:p>
          </p:txBody>
        </p:sp>
      </p:grpSp>
      <p:grpSp>
        <p:nvGrpSpPr>
          <p:cNvPr id="7" name="Group 6">
            <a:extLst>
              <a:ext uri="{FF2B5EF4-FFF2-40B4-BE49-F238E27FC236}">
                <a16:creationId xmlns:a16="http://schemas.microsoft.com/office/drawing/2014/main" id="{07D20BA8-C4F3-4679-BCBF-FAABADDE3C17}"/>
              </a:ext>
            </a:extLst>
          </p:cNvPr>
          <p:cNvGrpSpPr/>
          <p:nvPr/>
        </p:nvGrpSpPr>
        <p:grpSpPr>
          <a:xfrm>
            <a:off x="9230119" y="2401151"/>
            <a:ext cx="2011680" cy="2011680"/>
            <a:chOff x="9230119" y="2401151"/>
            <a:chExt cx="2011680" cy="2011680"/>
          </a:xfrm>
        </p:grpSpPr>
        <p:sp>
          <p:nvSpPr>
            <p:cNvPr id="101" name="Freeform: Shape 100">
              <a:extLst>
                <a:ext uri="{FF2B5EF4-FFF2-40B4-BE49-F238E27FC236}">
                  <a16:creationId xmlns:a16="http://schemas.microsoft.com/office/drawing/2014/main" id="{02EE35B5-3714-49B2-A0CC-DDABE733BF32}"/>
                </a:ext>
              </a:extLst>
            </p:cNvPr>
            <p:cNvSpPr/>
            <p:nvPr/>
          </p:nvSpPr>
          <p:spPr>
            <a:xfrm flipV="1">
              <a:off x="9230119" y="2401151"/>
              <a:ext cx="2011680" cy="1005841"/>
            </a:xfrm>
            <a:custGeom>
              <a:avLst/>
              <a:gdLst>
                <a:gd name="connsiteX0" fmla="*/ 0 w 2011680"/>
                <a:gd name="connsiteY0" fmla="*/ 0 h 1005841"/>
                <a:gd name="connsiteX1" fmla="*/ 2011680 w 2011680"/>
                <a:gd name="connsiteY1" fmla="*/ 0 h 1005841"/>
                <a:gd name="connsiteX2" fmla="*/ 2011680 w 2011680"/>
                <a:gd name="connsiteY2" fmla="*/ 1 h 1005841"/>
                <a:gd name="connsiteX3" fmla="*/ 1005840 w 2011680"/>
                <a:gd name="connsiteY3" fmla="*/ 1005841 h 1005841"/>
                <a:gd name="connsiteX4" fmla="*/ 0 w 2011680"/>
                <a:gd name="connsiteY4" fmla="*/ 1 h 1005841"/>
                <a:gd name="connsiteX5" fmla="*/ 0 w 2011680"/>
                <a:gd name="connsiteY5" fmla="*/ 0 h 10058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011680" h="1005841">
                  <a:moveTo>
                    <a:pt x="0" y="0"/>
                  </a:moveTo>
                  <a:lnTo>
                    <a:pt x="2011680" y="0"/>
                  </a:lnTo>
                  <a:lnTo>
                    <a:pt x="2011680" y="1"/>
                  </a:lnTo>
                  <a:cubicBezTo>
                    <a:pt x="2011680" y="555511"/>
                    <a:pt x="1561350" y="1005841"/>
                    <a:pt x="1005840" y="1005841"/>
                  </a:cubicBezTo>
                  <a:cubicBezTo>
                    <a:pt x="450330" y="1005841"/>
                    <a:pt x="0" y="555511"/>
                    <a:pt x="0" y="1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47496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2" name="Freeform: Shape 101">
              <a:extLst>
                <a:ext uri="{FF2B5EF4-FFF2-40B4-BE49-F238E27FC236}">
                  <a16:creationId xmlns:a16="http://schemas.microsoft.com/office/drawing/2014/main" id="{7B2518E5-C6EB-4F48-8597-F276DC06558B}"/>
                </a:ext>
              </a:extLst>
            </p:cNvPr>
            <p:cNvSpPr/>
            <p:nvPr/>
          </p:nvSpPr>
          <p:spPr>
            <a:xfrm flipV="1">
              <a:off x="9230119" y="3406992"/>
              <a:ext cx="2011680" cy="1005839"/>
            </a:xfrm>
            <a:custGeom>
              <a:avLst/>
              <a:gdLst>
                <a:gd name="connsiteX0" fmla="*/ 1005840 w 2011680"/>
                <a:gd name="connsiteY0" fmla="*/ 0 h 1005839"/>
                <a:gd name="connsiteX1" fmla="*/ 2006487 w 2011680"/>
                <a:gd name="connsiteY1" fmla="*/ 902999 h 1005839"/>
                <a:gd name="connsiteX2" fmla="*/ 2011680 w 2011680"/>
                <a:gd name="connsiteY2" fmla="*/ 1005839 h 1005839"/>
                <a:gd name="connsiteX3" fmla="*/ 0 w 2011680"/>
                <a:gd name="connsiteY3" fmla="*/ 1005839 h 1005839"/>
                <a:gd name="connsiteX4" fmla="*/ 5193 w 2011680"/>
                <a:gd name="connsiteY4" fmla="*/ 902999 h 1005839"/>
                <a:gd name="connsiteX5" fmla="*/ 1005840 w 2011680"/>
                <a:gd name="connsiteY5" fmla="*/ 0 h 1005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011680" h="1005839">
                  <a:moveTo>
                    <a:pt x="1005840" y="0"/>
                  </a:moveTo>
                  <a:cubicBezTo>
                    <a:pt x="1526631" y="0"/>
                    <a:pt x="1954978" y="395798"/>
                    <a:pt x="2006487" y="902999"/>
                  </a:cubicBezTo>
                  <a:lnTo>
                    <a:pt x="2011680" y="1005839"/>
                  </a:lnTo>
                  <a:lnTo>
                    <a:pt x="0" y="1005839"/>
                  </a:lnTo>
                  <a:lnTo>
                    <a:pt x="5193" y="902999"/>
                  </a:lnTo>
                  <a:cubicBezTo>
                    <a:pt x="56702" y="395798"/>
                    <a:pt x="485050" y="0"/>
                    <a:pt x="1005840" y="0"/>
                  </a:cubicBezTo>
                  <a:close/>
                </a:path>
              </a:pathLst>
            </a:custGeom>
            <a:solidFill>
              <a:srgbClr val="74CD5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3" name="Oval 102">
              <a:extLst>
                <a:ext uri="{FF2B5EF4-FFF2-40B4-BE49-F238E27FC236}">
                  <a16:creationId xmlns:a16="http://schemas.microsoft.com/office/drawing/2014/main" id="{975AB7AB-2B6C-45AA-B5CF-7720560C973B}"/>
                </a:ext>
              </a:extLst>
            </p:cNvPr>
            <p:cNvSpPr/>
            <p:nvPr/>
          </p:nvSpPr>
          <p:spPr>
            <a:xfrm flipV="1">
              <a:off x="9458719" y="2629752"/>
              <a:ext cx="1554480" cy="1554480"/>
            </a:xfrm>
            <a:prstGeom prst="ellipse">
              <a:avLst/>
            </a:prstGeom>
            <a:gradFill>
              <a:gsLst>
                <a:gs pos="0">
                  <a:srgbClr val="A0D32C"/>
                </a:gs>
                <a:gs pos="100000">
                  <a:srgbClr val="46CA89"/>
                </a:gs>
              </a:gsLst>
              <a:lin ang="5400000" scaled="0"/>
            </a:gradFill>
            <a:ln>
              <a:noFill/>
            </a:ln>
            <a:effectLst>
              <a:outerShdw blurRad="101600" sx="102000" sy="102000" algn="ctr" rotWithShape="0">
                <a:prstClr val="black">
                  <a:alpha val="3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0C09F750-3119-4EAF-BAC4-A4970F08C1F7}"/>
              </a:ext>
            </a:extLst>
          </p:cNvPr>
          <p:cNvGrpSpPr/>
          <p:nvPr/>
        </p:nvGrpSpPr>
        <p:grpSpPr>
          <a:xfrm>
            <a:off x="8497383" y="2167494"/>
            <a:ext cx="3066394" cy="3698548"/>
            <a:chOff x="8497383" y="2167494"/>
            <a:chExt cx="3066394" cy="3698548"/>
          </a:xfrm>
        </p:grpSpPr>
        <p:sp>
          <p:nvSpPr>
            <p:cNvPr id="104" name="Arc 103">
              <a:extLst>
                <a:ext uri="{FF2B5EF4-FFF2-40B4-BE49-F238E27FC236}">
                  <a16:creationId xmlns:a16="http://schemas.microsoft.com/office/drawing/2014/main" id="{B9633129-1C06-4969-B038-B972505CE79F}"/>
                </a:ext>
              </a:extLst>
            </p:cNvPr>
            <p:cNvSpPr/>
            <p:nvPr/>
          </p:nvSpPr>
          <p:spPr>
            <a:xfrm>
              <a:off x="8996461" y="2167494"/>
              <a:ext cx="2478996" cy="2478996"/>
            </a:xfrm>
            <a:prstGeom prst="arc">
              <a:avLst>
                <a:gd name="adj1" fmla="val 10892029"/>
                <a:gd name="adj2" fmla="val 0"/>
              </a:avLst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05" name="Isosceles Triangle 104">
              <a:extLst>
                <a:ext uri="{FF2B5EF4-FFF2-40B4-BE49-F238E27FC236}">
                  <a16:creationId xmlns:a16="http://schemas.microsoft.com/office/drawing/2014/main" id="{6B95AA0A-5507-4D8E-BEB8-B269B9C0D0A4}"/>
                </a:ext>
              </a:extLst>
            </p:cNvPr>
            <p:cNvSpPr/>
            <p:nvPr/>
          </p:nvSpPr>
          <p:spPr>
            <a:xfrm flipV="1">
              <a:off x="11377019" y="3406992"/>
              <a:ext cx="186758" cy="206768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06" name="Straight Connector 105">
              <a:extLst>
                <a:ext uri="{FF2B5EF4-FFF2-40B4-BE49-F238E27FC236}">
                  <a16:creationId xmlns:a16="http://schemas.microsoft.com/office/drawing/2014/main" id="{36086871-4FAB-4DF2-8857-4942B0E7D30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996461" y="3341473"/>
              <a:ext cx="0" cy="1718985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7" name="TextBox 106">
              <a:extLst>
                <a:ext uri="{FF2B5EF4-FFF2-40B4-BE49-F238E27FC236}">
                  <a16:creationId xmlns:a16="http://schemas.microsoft.com/office/drawing/2014/main" id="{0435B1D5-178F-4763-B61B-9A5324D3C894}"/>
                </a:ext>
              </a:extLst>
            </p:cNvPr>
            <p:cNvSpPr txBox="1"/>
            <p:nvPr/>
          </p:nvSpPr>
          <p:spPr>
            <a:xfrm>
              <a:off x="8497383" y="4850379"/>
              <a:ext cx="1127465" cy="10156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6000" dirty="0">
                  <a:ln w="15875">
                    <a:solidFill>
                      <a:schemeClr val="bg1"/>
                    </a:solidFill>
                  </a:ln>
                  <a:noFill/>
                  <a:latin typeface="Archivo Black" panose="020B0A03020202020B04" pitchFamily="34" charset="0"/>
                </a:rPr>
                <a:t>4</a:t>
              </a:r>
            </a:p>
          </p:txBody>
        </p:sp>
      </p:grpSp>
      <p:grpSp>
        <p:nvGrpSpPr>
          <p:cNvPr id="32" name="Group 31">
            <a:extLst>
              <a:ext uri="{FF2B5EF4-FFF2-40B4-BE49-F238E27FC236}">
                <a16:creationId xmlns:a16="http://schemas.microsoft.com/office/drawing/2014/main" id="{0E7E889F-5796-4C45-B2F2-67A5655A412D}"/>
              </a:ext>
            </a:extLst>
          </p:cNvPr>
          <p:cNvGrpSpPr/>
          <p:nvPr/>
        </p:nvGrpSpPr>
        <p:grpSpPr>
          <a:xfrm>
            <a:off x="1110805" y="1120898"/>
            <a:ext cx="2349361" cy="706537"/>
            <a:chOff x="1158258" y="1110577"/>
            <a:chExt cx="2349361" cy="706537"/>
          </a:xfrm>
        </p:grpSpPr>
        <p:sp>
          <p:nvSpPr>
            <p:cNvPr id="33" name="Rectangle 32">
              <a:extLst>
                <a:ext uri="{FF2B5EF4-FFF2-40B4-BE49-F238E27FC236}">
                  <a16:creationId xmlns:a16="http://schemas.microsoft.com/office/drawing/2014/main" id="{0FDEFD0D-717F-4E77-837F-1081ED7F20A5}"/>
                </a:ext>
              </a:extLst>
            </p:cNvPr>
            <p:cNvSpPr/>
            <p:nvPr/>
          </p:nvSpPr>
          <p:spPr>
            <a:xfrm>
              <a:off x="1158259" y="1110577"/>
              <a:ext cx="1553630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b="1" i="0" dirty="0">
                  <a:solidFill>
                    <a:srgbClr val="FE8C5D"/>
                  </a:solidFill>
                  <a:effectLst/>
                  <a:latin typeface="Roboto" pitchFamily="2" charset="0"/>
                  <a:ea typeface="Roboto" pitchFamily="2" charset="0"/>
                </a:rPr>
                <a:t>Lorem Ipsum</a:t>
              </a:r>
              <a:endParaRPr lang="en-US" dirty="0">
                <a:solidFill>
                  <a:srgbClr val="FE8C5D"/>
                </a:solidFill>
                <a:latin typeface="Roboto" pitchFamily="2" charset="0"/>
                <a:ea typeface="Roboto" pitchFamily="2" charset="0"/>
              </a:endParaRPr>
            </a:p>
          </p:txBody>
        </p:sp>
        <p:sp>
          <p:nvSpPr>
            <p:cNvPr id="34" name="Rectangle 33">
              <a:extLst>
                <a:ext uri="{FF2B5EF4-FFF2-40B4-BE49-F238E27FC236}">
                  <a16:creationId xmlns:a16="http://schemas.microsoft.com/office/drawing/2014/main" id="{1F479D2C-0021-41BB-B712-8FFCDB8C5D59}"/>
                </a:ext>
              </a:extLst>
            </p:cNvPr>
            <p:cNvSpPr/>
            <p:nvPr/>
          </p:nvSpPr>
          <p:spPr>
            <a:xfrm>
              <a:off x="1158258" y="1401616"/>
              <a:ext cx="2349361" cy="415498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sz="1050" i="0" dirty="0">
                  <a:solidFill>
                    <a:schemeClr val="bg1"/>
                  </a:solidFill>
                  <a:effectLst/>
                  <a:latin typeface="Roboto Light" panose="02000000000000000000" pitchFamily="2" charset="0"/>
                  <a:ea typeface="Roboto Light" panose="02000000000000000000" pitchFamily="2" charset="0"/>
                </a:rPr>
                <a:t>Lorem Ipsum is simply dummy text of the printing and typeset</a:t>
              </a:r>
              <a:endParaRPr lang="en-US" sz="1050" dirty="0">
                <a:solidFill>
                  <a:schemeClr val="bg1"/>
                </a:solidFill>
                <a:latin typeface="Roboto Light" panose="02000000000000000000" pitchFamily="2" charset="0"/>
                <a:ea typeface="Roboto Light" panose="02000000000000000000" pitchFamily="2" charset="0"/>
              </a:endParaRPr>
            </a:p>
          </p:txBody>
        </p:sp>
      </p:grpSp>
      <p:grpSp>
        <p:nvGrpSpPr>
          <p:cNvPr id="35" name="Group 34">
            <a:extLst>
              <a:ext uri="{FF2B5EF4-FFF2-40B4-BE49-F238E27FC236}">
                <a16:creationId xmlns:a16="http://schemas.microsoft.com/office/drawing/2014/main" id="{158D72F9-AD20-4CB5-9585-60436491F3A6}"/>
              </a:ext>
            </a:extLst>
          </p:cNvPr>
          <p:cNvGrpSpPr/>
          <p:nvPr/>
        </p:nvGrpSpPr>
        <p:grpSpPr>
          <a:xfrm>
            <a:off x="1814205" y="3185144"/>
            <a:ext cx="349956" cy="384952"/>
            <a:chOff x="8889951" y="2760237"/>
            <a:chExt cx="402172" cy="402172"/>
          </a:xfrm>
          <a:solidFill>
            <a:schemeClr val="tx1">
              <a:alpha val="60000"/>
            </a:schemeClr>
          </a:solidFill>
        </p:grpSpPr>
        <p:sp>
          <p:nvSpPr>
            <p:cNvPr id="36" name="Freeform: Shape 35">
              <a:extLst>
                <a:ext uri="{FF2B5EF4-FFF2-40B4-BE49-F238E27FC236}">
                  <a16:creationId xmlns:a16="http://schemas.microsoft.com/office/drawing/2014/main" id="{DD86A6BB-78CE-4F27-B9F1-F34C708D8D5A}"/>
                </a:ext>
              </a:extLst>
            </p:cNvPr>
            <p:cNvSpPr/>
            <p:nvPr/>
          </p:nvSpPr>
          <p:spPr>
            <a:xfrm>
              <a:off x="8889951" y="2760237"/>
              <a:ext cx="402172" cy="402172"/>
            </a:xfrm>
            <a:custGeom>
              <a:avLst/>
              <a:gdLst>
                <a:gd name="connsiteX0" fmla="*/ 35486 w 402171"/>
                <a:gd name="connsiteY0" fmla="*/ 0 h 402171"/>
                <a:gd name="connsiteX1" fmla="*/ 0 w 402171"/>
                <a:gd name="connsiteY1" fmla="*/ 0 h 402171"/>
                <a:gd name="connsiteX2" fmla="*/ 0 w 402171"/>
                <a:gd name="connsiteY2" fmla="*/ 402172 h 402171"/>
                <a:gd name="connsiteX3" fmla="*/ 402172 w 402171"/>
                <a:gd name="connsiteY3" fmla="*/ 402172 h 402171"/>
                <a:gd name="connsiteX4" fmla="*/ 402172 w 402171"/>
                <a:gd name="connsiteY4" fmla="*/ 366686 h 402171"/>
                <a:gd name="connsiteX5" fmla="*/ 35486 w 402171"/>
                <a:gd name="connsiteY5" fmla="*/ 366686 h 4021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02171" h="402171">
                  <a:moveTo>
                    <a:pt x="35486" y="0"/>
                  </a:moveTo>
                  <a:lnTo>
                    <a:pt x="0" y="0"/>
                  </a:lnTo>
                  <a:lnTo>
                    <a:pt x="0" y="402172"/>
                  </a:lnTo>
                  <a:lnTo>
                    <a:pt x="402172" y="402172"/>
                  </a:lnTo>
                  <a:lnTo>
                    <a:pt x="402172" y="366686"/>
                  </a:lnTo>
                  <a:lnTo>
                    <a:pt x="35486" y="366686"/>
                  </a:lnTo>
                  <a:close/>
                </a:path>
              </a:pathLst>
            </a:custGeom>
            <a:grpFill/>
            <a:ln w="58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7" name="Freeform: Shape 36">
              <a:extLst>
                <a:ext uri="{FF2B5EF4-FFF2-40B4-BE49-F238E27FC236}">
                  <a16:creationId xmlns:a16="http://schemas.microsoft.com/office/drawing/2014/main" id="{F54646EF-E451-4C59-A359-E1FB0FE428A3}"/>
                </a:ext>
              </a:extLst>
            </p:cNvPr>
            <p:cNvSpPr/>
            <p:nvPr/>
          </p:nvSpPr>
          <p:spPr>
            <a:xfrm>
              <a:off x="8960923" y="2884437"/>
              <a:ext cx="65057" cy="207000"/>
            </a:xfrm>
            <a:custGeom>
              <a:avLst/>
              <a:gdLst>
                <a:gd name="connsiteX0" fmla="*/ 0 w 65057"/>
                <a:gd name="connsiteY0" fmla="*/ 0 h 207000"/>
                <a:gd name="connsiteX1" fmla="*/ 65057 w 65057"/>
                <a:gd name="connsiteY1" fmla="*/ 0 h 207000"/>
                <a:gd name="connsiteX2" fmla="*/ 65057 w 65057"/>
                <a:gd name="connsiteY2" fmla="*/ 207000 h 207000"/>
                <a:gd name="connsiteX3" fmla="*/ 0 w 65057"/>
                <a:gd name="connsiteY3" fmla="*/ 207000 h 207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5057" h="207000">
                  <a:moveTo>
                    <a:pt x="0" y="0"/>
                  </a:moveTo>
                  <a:lnTo>
                    <a:pt x="65057" y="0"/>
                  </a:lnTo>
                  <a:lnTo>
                    <a:pt x="65057" y="207000"/>
                  </a:lnTo>
                  <a:lnTo>
                    <a:pt x="0" y="207000"/>
                  </a:lnTo>
                  <a:close/>
                </a:path>
              </a:pathLst>
            </a:custGeom>
            <a:grpFill/>
            <a:ln w="58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8" name="Freeform: Shape 37">
              <a:extLst>
                <a:ext uri="{FF2B5EF4-FFF2-40B4-BE49-F238E27FC236}">
                  <a16:creationId xmlns:a16="http://schemas.microsoft.com/office/drawing/2014/main" id="{5D0C52F9-C32E-419D-B220-0F6D39E9497D}"/>
                </a:ext>
              </a:extLst>
            </p:cNvPr>
            <p:cNvSpPr/>
            <p:nvPr/>
          </p:nvSpPr>
          <p:spPr>
            <a:xfrm>
              <a:off x="9049637" y="2760237"/>
              <a:ext cx="65057" cy="331200"/>
            </a:xfrm>
            <a:custGeom>
              <a:avLst/>
              <a:gdLst>
                <a:gd name="connsiteX0" fmla="*/ 0 w 65057"/>
                <a:gd name="connsiteY0" fmla="*/ 0 h 331200"/>
                <a:gd name="connsiteX1" fmla="*/ 65057 w 65057"/>
                <a:gd name="connsiteY1" fmla="*/ 0 h 331200"/>
                <a:gd name="connsiteX2" fmla="*/ 65057 w 65057"/>
                <a:gd name="connsiteY2" fmla="*/ 331200 h 331200"/>
                <a:gd name="connsiteX3" fmla="*/ 0 w 65057"/>
                <a:gd name="connsiteY3" fmla="*/ 331200 h 331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5057" h="331200">
                  <a:moveTo>
                    <a:pt x="0" y="0"/>
                  </a:moveTo>
                  <a:lnTo>
                    <a:pt x="65057" y="0"/>
                  </a:lnTo>
                  <a:lnTo>
                    <a:pt x="65057" y="331200"/>
                  </a:lnTo>
                  <a:lnTo>
                    <a:pt x="0" y="331200"/>
                  </a:lnTo>
                  <a:close/>
                </a:path>
              </a:pathLst>
            </a:custGeom>
            <a:grpFill/>
            <a:ln w="58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9" name="Freeform: Shape 38">
              <a:extLst>
                <a:ext uri="{FF2B5EF4-FFF2-40B4-BE49-F238E27FC236}">
                  <a16:creationId xmlns:a16="http://schemas.microsoft.com/office/drawing/2014/main" id="{F13F0D42-153A-4F1F-8E8F-0852A6149010}"/>
                </a:ext>
              </a:extLst>
            </p:cNvPr>
            <p:cNvSpPr/>
            <p:nvPr/>
          </p:nvSpPr>
          <p:spPr>
            <a:xfrm>
              <a:off x="9138351" y="2884437"/>
              <a:ext cx="65057" cy="207000"/>
            </a:xfrm>
            <a:custGeom>
              <a:avLst/>
              <a:gdLst>
                <a:gd name="connsiteX0" fmla="*/ 0 w 65057"/>
                <a:gd name="connsiteY0" fmla="*/ 0 h 207000"/>
                <a:gd name="connsiteX1" fmla="*/ 65057 w 65057"/>
                <a:gd name="connsiteY1" fmla="*/ 0 h 207000"/>
                <a:gd name="connsiteX2" fmla="*/ 65057 w 65057"/>
                <a:gd name="connsiteY2" fmla="*/ 207000 h 207000"/>
                <a:gd name="connsiteX3" fmla="*/ 0 w 65057"/>
                <a:gd name="connsiteY3" fmla="*/ 207000 h 207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5057" h="207000">
                  <a:moveTo>
                    <a:pt x="0" y="0"/>
                  </a:moveTo>
                  <a:lnTo>
                    <a:pt x="65057" y="0"/>
                  </a:lnTo>
                  <a:lnTo>
                    <a:pt x="65057" y="207000"/>
                  </a:lnTo>
                  <a:lnTo>
                    <a:pt x="0" y="207000"/>
                  </a:lnTo>
                  <a:close/>
                </a:path>
              </a:pathLst>
            </a:custGeom>
            <a:grpFill/>
            <a:ln w="58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0" name="Freeform: Shape 39">
              <a:extLst>
                <a:ext uri="{FF2B5EF4-FFF2-40B4-BE49-F238E27FC236}">
                  <a16:creationId xmlns:a16="http://schemas.microsoft.com/office/drawing/2014/main" id="{727F78D2-5F21-4E13-B603-30213858D011}"/>
                </a:ext>
              </a:extLst>
            </p:cNvPr>
            <p:cNvSpPr/>
            <p:nvPr/>
          </p:nvSpPr>
          <p:spPr>
            <a:xfrm>
              <a:off x="9227066" y="2984980"/>
              <a:ext cx="65057" cy="106457"/>
            </a:xfrm>
            <a:custGeom>
              <a:avLst/>
              <a:gdLst>
                <a:gd name="connsiteX0" fmla="*/ 0 w 65057"/>
                <a:gd name="connsiteY0" fmla="*/ 0 h 106457"/>
                <a:gd name="connsiteX1" fmla="*/ 65057 w 65057"/>
                <a:gd name="connsiteY1" fmla="*/ 0 h 106457"/>
                <a:gd name="connsiteX2" fmla="*/ 65057 w 65057"/>
                <a:gd name="connsiteY2" fmla="*/ 106457 h 106457"/>
                <a:gd name="connsiteX3" fmla="*/ 0 w 65057"/>
                <a:gd name="connsiteY3" fmla="*/ 106457 h 1064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5057" h="106457">
                  <a:moveTo>
                    <a:pt x="0" y="0"/>
                  </a:moveTo>
                  <a:lnTo>
                    <a:pt x="65057" y="0"/>
                  </a:lnTo>
                  <a:lnTo>
                    <a:pt x="65057" y="106457"/>
                  </a:lnTo>
                  <a:lnTo>
                    <a:pt x="0" y="106457"/>
                  </a:lnTo>
                  <a:close/>
                </a:path>
              </a:pathLst>
            </a:custGeom>
            <a:grpFill/>
            <a:ln w="58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pic>
        <p:nvPicPr>
          <p:cNvPr id="41" name="Graphic 40" descr="Circles with arrows">
            <a:extLst>
              <a:ext uri="{FF2B5EF4-FFF2-40B4-BE49-F238E27FC236}">
                <a16:creationId xmlns:a16="http://schemas.microsoft.com/office/drawing/2014/main" id="{99038C04-0303-40A3-B85D-A4D8B5A0126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923527" y="3111270"/>
            <a:ext cx="635459" cy="635459"/>
          </a:xfrm>
          <a:prstGeom prst="rect">
            <a:avLst/>
          </a:prstGeom>
        </p:spPr>
      </p:pic>
      <p:pic>
        <p:nvPicPr>
          <p:cNvPr id="42" name="Graphic 41" descr="Lock">
            <a:extLst>
              <a:ext uri="{FF2B5EF4-FFF2-40B4-BE49-F238E27FC236}">
                <a16:creationId xmlns:a16="http://schemas.microsoft.com/office/drawing/2014/main" id="{5C568AB1-45BB-40E6-AED4-2C613A3F9E4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463242" y="3061722"/>
            <a:ext cx="567772" cy="567772"/>
          </a:xfrm>
          <a:prstGeom prst="rect">
            <a:avLst/>
          </a:prstGeom>
        </p:spPr>
      </p:pic>
      <p:pic>
        <p:nvPicPr>
          <p:cNvPr id="43" name="Graphic 42" descr="Cloud Computing">
            <a:extLst>
              <a:ext uri="{FF2B5EF4-FFF2-40B4-BE49-F238E27FC236}">
                <a16:creationId xmlns:a16="http://schemas.microsoft.com/office/drawing/2014/main" id="{01415FFA-DE34-45B0-9DCE-D490695B0271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7230570" y="3091837"/>
            <a:ext cx="571565" cy="571565"/>
          </a:xfrm>
          <a:prstGeom prst="rect">
            <a:avLst/>
          </a:prstGeom>
        </p:spPr>
      </p:pic>
      <p:grpSp>
        <p:nvGrpSpPr>
          <p:cNvPr id="44" name="Group 43">
            <a:extLst>
              <a:ext uri="{FF2B5EF4-FFF2-40B4-BE49-F238E27FC236}">
                <a16:creationId xmlns:a16="http://schemas.microsoft.com/office/drawing/2014/main" id="{550D411C-ED67-4A68-9DF1-CFB31456ABDC}"/>
              </a:ext>
            </a:extLst>
          </p:cNvPr>
          <p:cNvGrpSpPr/>
          <p:nvPr/>
        </p:nvGrpSpPr>
        <p:grpSpPr>
          <a:xfrm>
            <a:off x="6627454" y="1120898"/>
            <a:ext cx="2349361" cy="706537"/>
            <a:chOff x="1158258" y="1110577"/>
            <a:chExt cx="2349361" cy="706537"/>
          </a:xfrm>
        </p:grpSpPr>
        <p:sp>
          <p:nvSpPr>
            <p:cNvPr id="45" name="Rectangle 44">
              <a:extLst>
                <a:ext uri="{FF2B5EF4-FFF2-40B4-BE49-F238E27FC236}">
                  <a16:creationId xmlns:a16="http://schemas.microsoft.com/office/drawing/2014/main" id="{933F016E-D331-4361-8301-751099F7DBD4}"/>
                </a:ext>
              </a:extLst>
            </p:cNvPr>
            <p:cNvSpPr/>
            <p:nvPr/>
          </p:nvSpPr>
          <p:spPr>
            <a:xfrm>
              <a:off x="1158259" y="1110577"/>
              <a:ext cx="1553630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b="1" i="0" dirty="0">
                  <a:solidFill>
                    <a:srgbClr val="8F5CD3"/>
                  </a:solidFill>
                  <a:effectLst/>
                  <a:latin typeface="Roboto" pitchFamily="2" charset="0"/>
                  <a:ea typeface="Roboto" pitchFamily="2" charset="0"/>
                </a:rPr>
                <a:t>Lorem Ipsum</a:t>
              </a:r>
              <a:endParaRPr lang="en-US" dirty="0">
                <a:solidFill>
                  <a:srgbClr val="8F5CD3"/>
                </a:solidFill>
                <a:latin typeface="Roboto" pitchFamily="2" charset="0"/>
                <a:ea typeface="Roboto" pitchFamily="2" charset="0"/>
              </a:endParaRPr>
            </a:p>
          </p:txBody>
        </p:sp>
        <p:sp>
          <p:nvSpPr>
            <p:cNvPr id="46" name="Rectangle 45">
              <a:extLst>
                <a:ext uri="{FF2B5EF4-FFF2-40B4-BE49-F238E27FC236}">
                  <a16:creationId xmlns:a16="http://schemas.microsoft.com/office/drawing/2014/main" id="{01B2BCBC-F207-44CB-824F-60E44BFF6282}"/>
                </a:ext>
              </a:extLst>
            </p:cNvPr>
            <p:cNvSpPr/>
            <p:nvPr/>
          </p:nvSpPr>
          <p:spPr>
            <a:xfrm>
              <a:off x="1158258" y="1401616"/>
              <a:ext cx="2349361" cy="415498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sz="1050" i="0" dirty="0">
                  <a:solidFill>
                    <a:schemeClr val="bg1"/>
                  </a:solidFill>
                  <a:effectLst/>
                  <a:latin typeface="Roboto Light" panose="02000000000000000000" pitchFamily="2" charset="0"/>
                  <a:ea typeface="Roboto Light" panose="02000000000000000000" pitchFamily="2" charset="0"/>
                </a:rPr>
                <a:t>Lorem Ipsum is simply dummy text of the printing and typeset</a:t>
              </a:r>
              <a:endParaRPr lang="en-US" sz="1050" dirty="0">
                <a:solidFill>
                  <a:schemeClr val="bg1"/>
                </a:solidFill>
                <a:latin typeface="Roboto Light" panose="02000000000000000000" pitchFamily="2" charset="0"/>
                <a:ea typeface="Roboto Light" panose="02000000000000000000" pitchFamily="2" charset="0"/>
              </a:endParaRPr>
            </a:p>
          </p:txBody>
        </p:sp>
      </p:grpSp>
      <p:grpSp>
        <p:nvGrpSpPr>
          <p:cNvPr id="47" name="Group 46">
            <a:extLst>
              <a:ext uri="{FF2B5EF4-FFF2-40B4-BE49-F238E27FC236}">
                <a16:creationId xmlns:a16="http://schemas.microsoft.com/office/drawing/2014/main" id="{339657D8-65DB-46EC-A49F-6EFAB6F2264D}"/>
              </a:ext>
            </a:extLst>
          </p:cNvPr>
          <p:cNvGrpSpPr/>
          <p:nvPr/>
        </p:nvGrpSpPr>
        <p:grpSpPr>
          <a:xfrm>
            <a:off x="3865211" y="4971389"/>
            <a:ext cx="2349361" cy="706537"/>
            <a:chOff x="1158258" y="1110577"/>
            <a:chExt cx="2349361" cy="706537"/>
          </a:xfrm>
        </p:grpSpPr>
        <p:sp>
          <p:nvSpPr>
            <p:cNvPr id="48" name="Rectangle 47">
              <a:extLst>
                <a:ext uri="{FF2B5EF4-FFF2-40B4-BE49-F238E27FC236}">
                  <a16:creationId xmlns:a16="http://schemas.microsoft.com/office/drawing/2014/main" id="{D50092FE-CE08-415C-A0FE-522788A1ABA2}"/>
                </a:ext>
              </a:extLst>
            </p:cNvPr>
            <p:cNvSpPr/>
            <p:nvPr/>
          </p:nvSpPr>
          <p:spPr>
            <a:xfrm>
              <a:off x="1158259" y="1110577"/>
              <a:ext cx="1553630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b="1" i="0" dirty="0">
                  <a:solidFill>
                    <a:srgbClr val="FF579A"/>
                  </a:solidFill>
                  <a:effectLst/>
                  <a:latin typeface="Roboto" pitchFamily="2" charset="0"/>
                  <a:ea typeface="Roboto" pitchFamily="2" charset="0"/>
                </a:rPr>
                <a:t>Lorem Ipsum</a:t>
              </a:r>
              <a:endParaRPr lang="en-US" dirty="0">
                <a:solidFill>
                  <a:srgbClr val="FF579A"/>
                </a:solidFill>
                <a:latin typeface="Roboto" pitchFamily="2" charset="0"/>
                <a:ea typeface="Roboto" pitchFamily="2" charset="0"/>
              </a:endParaRPr>
            </a:p>
          </p:txBody>
        </p:sp>
        <p:sp>
          <p:nvSpPr>
            <p:cNvPr id="49" name="Rectangle 48">
              <a:extLst>
                <a:ext uri="{FF2B5EF4-FFF2-40B4-BE49-F238E27FC236}">
                  <a16:creationId xmlns:a16="http://schemas.microsoft.com/office/drawing/2014/main" id="{68D63669-2AF7-493F-B81F-6DA3C535111A}"/>
                </a:ext>
              </a:extLst>
            </p:cNvPr>
            <p:cNvSpPr/>
            <p:nvPr/>
          </p:nvSpPr>
          <p:spPr>
            <a:xfrm>
              <a:off x="1158258" y="1401616"/>
              <a:ext cx="2349361" cy="415498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sz="1050" i="0" dirty="0">
                  <a:solidFill>
                    <a:schemeClr val="bg1"/>
                  </a:solidFill>
                  <a:effectLst/>
                  <a:latin typeface="Roboto Light" panose="02000000000000000000" pitchFamily="2" charset="0"/>
                  <a:ea typeface="Roboto Light" panose="02000000000000000000" pitchFamily="2" charset="0"/>
                </a:rPr>
                <a:t>Lorem Ipsum is simply dummy text of the printing and typeset</a:t>
              </a:r>
              <a:endParaRPr lang="en-US" sz="1050" dirty="0">
                <a:solidFill>
                  <a:schemeClr val="bg1"/>
                </a:solidFill>
                <a:latin typeface="Roboto Light" panose="02000000000000000000" pitchFamily="2" charset="0"/>
                <a:ea typeface="Roboto Light" panose="02000000000000000000" pitchFamily="2" charset="0"/>
              </a:endParaRPr>
            </a:p>
          </p:txBody>
        </p:sp>
      </p:grpSp>
      <p:grpSp>
        <p:nvGrpSpPr>
          <p:cNvPr id="50" name="Group 49">
            <a:extLst>
              <a:ext uri="{FF2B5EF4-FFF2-40B4-BE49-F238E27FC236}">
                <a16:creationId xmlns:a16="http://schemas.microsoft.com/office/drawing/2014/main" id="{61AD5C7E-A117-4251-8732-D3D56EB8F3B1}"/>
              </a:ext>
            </a:extLst>
          </p:cNvPr>
          <p:cNvGrpSpPr/>
          <p:nvPr/>
        </p:nvGrpSpPr>
        <p:grpSpPr>
          <a:xfrm>
            <a:off x="9381860" y="4971389"/>
            <a:ext cx="2349361" cy="706537"/>
            <a:chOff x="1158258" y="1110577"/>
            <a:chExt cx="2349361" cy="706537"/>
          </a:xfrm>
        </p:grpSpPr>
        <p:sp>
          <p:nvSpPr>
            <p:cNvPr id="51" name="Rectangle 50">
              <a:extLst>
                <a:ext uri="{FF2B5EF4-FFF2-40B4-BE49-F238E27FC236}">
                  <a16:creationId xmlns:a16="http://schemas.microsoft.com/office/drawing/2014/main" id="{70D21AFD-0C55-4031-AD49-71DF07896D0A}"/>
                </a:ext>
              </a:extLst>
            </p:cNvPr>
            <p:cNvSpPr/>
            <p:nvPr/>
          </p:nvSpPr>
          <p:spPr>
            <a:xfrm>
              <a:off x="1158259" y="1110577"/>
              <a:ext cx="1553630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b="1" i="0" dirty="0">
                  <a:solidFill>
                    <a:srgbClr val="77CE61"/>
                  </a:solidFill>
                  <a:effectLst/>
                  <a:latin typeface="Roboto" pitchFamily="2" charset="0"/>
                  <a:ea typeface="Roboto" pitchFamily="2" charset="0"/>
                </a:rPr>
                <a:t>Lorem Ipsum</a:t>
              </a:r>
              <a:endParaRPr lang="en-US" dirty="0">
                <a:solidFill>
                  <a:srgbClr val="77CE61"/>
                </a:solidFill>
                <a:latin typeface="Roboto" pitchFamily="2" charset="0"/>
                <a:ea typeface="Roboto" pitchFamily="2" charset="0"/>
              </a:endParaRPr>
            </a:p>
          </p:txBody>
        </p:sp>
        <p:sp>
          <p:nvSpPr>
            <p:cNvPr id="52" name="Rectangle 51">
              <a:extLst>
                <a:ext uri="{FF2B5EF4-FFF2-40B4-BE49-F238E27FC236}">
                  <a16:creationId xmlns:a16="http://schemas.microsoft.com/office/drawing/2014/main" id="{5434C041-5B40-47AB-B0B5-C76694213A8B}"/>
                </a:ext>
              </a:extLst>
            </p:cNvPr>
            <p:cNvSpPr/>
            <p:nvPr/>
          </p:nvSpPr>
          <p:spPr>
            <a:xfrm>
              <a:off x="1158258" y="1401616"/>
              <a:ext cx="2349361" cy="415498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sz="1050" i="0" dirty="0">
                  <a:solidFill>
                    <a:schemeClr val="bg1"/>
                  </a:solidFill>
                  <a:effectLst/>
                  <a:latin typeface="Roboto Light" panose="02000000000000000000" pitchFamily="2" charset="0"/>
                  <a:ea typeface="Roboto Light" panose="02000000000000000000" pitchFamily="2" charset="0"/>
                </a:rPr>
                <a:t>Lorem Ipsum is simply dummy text of the printing and typeset</a:t>
              </a:r>
              <a:endParaRPr lang="en-US" sz="1050" dirty="0">
                <a:solidFill>
                  <a:schemeClr val="bg1"/>
                </a:solidFill>
                <a:latin typeface="Roboto Light" panose="02000000000000000000" pitchFamily="2" charset="0"/>
                <a:ea typeface="Roboto Light" panose="02000000000000000000" pitchFamily="2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87507402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" presetClass="entr" presetSubtype="4" accel="26667" fill="hold" nodeType="afterEffect" p14:presetBounceEnd="400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40000">
                                          <p:cBhvr additive="base">
                                            <p:cTn id="7" dur="750" fill="hold"/>
                                            <p:tgtEl>
                                              <p:spTgt spid="2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40000">
                                          <p:cBhvr additive="base">
                                            <p:cTn id="8" dur="750" fill="hold"/>
                                            <p:tgtEl>
                                              <p:spTgt spid="2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9" presetID="2" presetClass="entr" presetSubtype="4" accel="26667" fill="hold" nodeType="withEffect" p14:presetBounceEnd="40000">
                                      <p:stCondLst>
                                        <p:cond delay="100"/>
                                      </p:stCondLst>
                                      <p:childTnLst>
                                        <p:set>
                                          <p:cBhvr>
                                            <p:cTn id="1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40000">
                                          <p:cBhvr additive="base">
                                            <p:cTn id="11" dur="750" fill="hold"/>
                                            <p:tgtEl>
                                              <p:spTgt spid="3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40000">
                                          <p:cBhvr additive="base">
                                            <p:cTn id="12" dur="750" fill="hold"/>
                                            <p:tgtEl>
                                              <p:spTgt spid="3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3" presetID="2" presetClass="entr" presetSubtype="4" accel="26667" fill="hold" nodeType="withEffect" p14:presetBounceEnd="40000">
                                      <p:stCondLst>
                                        <p:cond delay="200"/>
                                      </p:stCondLst>
                                      <p:childTnLst>
                                        <p:set>
                                          <p:cBhvr>
                                            <p:cTn id="1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40000">
                                          <p:cBhvr additive="base">
                                            <p:cTn id="15" dur="750" fill="hold"/>
                                            <p:tgtEl>
                                              <p:spTgt spid="4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40000">
                                          <p:cBhvr additive="base">
                                            <p:cTn id="16" dur="750" fill="hold"/>
                                            <p:tgtEl>
                                              <p:spTgt spid="4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7" presetID="2" presetClass="entr" presetSubtype="4" accel="26667" fill="hold" nodeType="withEffect" p14:presetBounceEnd="40000">
                                      <p:stCondLst>
                                        <p:cond delay="300"/>
                                      </p:stCondLst>
                                      <p:childTnLst>
                                        <p:set>
                                          <p:cBhvr>
                                            <p:cTn id="1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40000">
                                          <p:cBhvr additive="base">
                                            <p:cTn id="19" dur="750" fill="hold"/>
                                            <p:tgtEl>
                                              <p:spTgt spid="7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40000">
                                          <p:cBhvr additive="base">
                                            <p:cTn id="20" dur="750" fill="hold"/>
                                            <p:tgtEl>
                                              <p:spTgt spid="7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21" fill="hold">
                                <p:stCondLst>
                                  <p:cond delay="1050"/>
                                </p:stCondLst>
                                <p:childTnLst>
                                  <p:par>
                                    <p:cTn id="22" presetID="10" presetClass="entr" presetSubtype="0" fill="hold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24" dur="500"/>
                                            <p:tgtEl>
                                              <p:spTgt spid="35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25" presetID="10" presetClass="entr" presetSubtype="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27" dur="500"/>
                                            <p:tgtEl>
                                              <p:spTgt spid="42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28" presetID="10" presetClass="entr" presetSubtype="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30" dur="500"/>
                                            <p:tgtEl>
                                              <p:spTgt spid="43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31" presetID="10" presetClass="entr" presetSubtype="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3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33" dur="500"/>
                                            <p:tgtEl>
                                              <p:spTgt spid="41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34" fill="hold">
                                <p:stCondLst>
                                  <p:cond delay="1550"/>
                                </p:stCondLst>
                                <p:childTnLst>
                                  <p:par>
                                    <p:cTn id="35" presetID="2" presetClass="entr" presetSubtype="4" accel="26667" fill="hold" nodeType="afterEffect" p14:presetBounceEnd="400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3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40000">
                                          <p:cBhvr additive="base">
                                            <p:cTn id="37" dur="750" fill="hold"/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40000">
                                          <p:cBhvr additive="base">
                                            <p:cTn id="38" dur="750" fill="hold"/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39" fill="hold">
                                <p:stCondLst>
                                  <p:cond delay="2300"/>
                                </p:stCondLst>
                                <p:childTnLst>
                                  <p:par>
                                    <p:cTn id="40" presetID="42" presetClass="entr" presetSubtype="0" fill="hold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4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42" dur="1000"/>
                                            <p:tgtEl>
                                              <p:spTgt spid="32"/>
                                            </p:tgtEl>
                                          </p:cBhvr>
                                        </p:animEffect>
                                        <p:anim calcmode="lin" valueType="num">
                                          <p:cBhvr>
                                            <p:cTn id="43" dur="1000" fill="hold"/>
                                            <p:tgtEl>
                                              <p:spTgt spid="32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44" dur="1000" fill="hold"/>
                                            <p:tgtEl>
                                              <p:spTgt spid="32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+.1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45" presetID="2" presetClass="entr" presetSubtype="1" accel="26667" fill="hold" nodeType="withEffect" p14:presetBounceEnd="40000">
                                      <p:stCondLst>
                                        <p:cond delay="100"/>
                                      </p:stCondLst>
                                      <p:childTnLst>
                                        <p:set>
                                          <p:cBhvr>
                                            <p:cTn id="4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40000">
                                          <p:cBhvr additive="base">
                                            <p:cTn id="47" dur="750" fill="hold"/>
                                            <p:tgtEl>
                                              <p:spTgt spid="9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40000">
                                          <p:cBhvr additive="base">
                                            <p:cTn id="48" dur="750" fill="hold"/>
                                            <p:tgtEl>
                                              <p:spTgt spid="9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49" fill="hold">
                                <p:stCondLst>
                                  <p:cond delay="3300"/>
                                </p:stCondLst>
                                <p:childTnLst>
                                  <p:par>
                                    <p:cTn id="50" presetID="47" presetClass="entr" presetSubtype="0" fill="hold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5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52" dur="1000"/>
                                            <p:tgtEl>
                                              <p:spTgt spid="47"/>
                                            </p:tgtEl>
                                          </p:cBhvr>
                                        </p:animEffect>
                                        <p:anim calcmode="lin" valueType="num">
                                          <p:cBhvr>
                                            <p:cTn id="53" dur="1000" fill="hold"/>
                                            <p:tgtEl>
                                              <p:spTgt spid="47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54" dur="1000" fill="hold"/>
                                            <p:tgtEl>
                                              <p:spTgt spid="47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-.1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55" presetID="2" presetClass="entr" presetSubtype="4" accel="26667" fill="hold" nodeType="withEffect" p14:presetBounceEnd="40000">
                                      <p:stCondLst>
                                        <p:cond delay="200"/>
                                      </p:stCondLst>
                                      <p:childTnLst>
                                        <p:set>
                                          <p:cBhvr>
                                            <p:cTn id="5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40000">
                                          <p:cBhvr additive="base">
                                            <p:cTn id="57" dur="750" fill="hold"/>
                                            <p:tgtEl>
                                              <p:spTgt spid="11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40000">
                                          <p:cBhvr additive="base">
                                            <p:cTn id="58" dur="750" fill="hold"/>
                                            <p:tgtEl>
                                              <p:spTgt spid="11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59" fill="hold">
                                <p:stCondLst>
                                  <p:cond delay="4300"/>
                                </p:stCondLst>
                                <p:childTnLst>
                                  <p:par>
                                    <p:cTn id="60" presetID="42" presetClass="entr" presetSubtype="0" fill="hold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62" dur="1000"/>
                                            <p:tgtEl>
                                              <p:spTgt spid="44"/>
                                            </p:tgtEl>
                                          </p:cBhvr>
                                        </p:animEffect>
                                        <p:anim calcmode="lin" valueType="num">
                                          <p:cBhvr>
                                            <p:cTn id="63" dur="1000" fill="hold"/>
                                            <p:tgtEl>
                                              <p:spTgt spid="44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64" dur="1000" fill="hold"/>
                                            <p:tgtEl>
                                              <p:spTgt spid="44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+.1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65" presetID="2" presetClass="entr" presetSubtype="1" accel="26667" fill="hold" nodeType="withEffect" p14:presetBounceEnd="40000">
                                      <p:stCondLst>
                                        <p:cond delay="300"/>
                                      </p:stCondLst>
                                      <p:childTnLst>
                                        <p:set>
                                          <p:cBhvr>
                                            <p:cTn id="6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40000">
                                          <p:cBhvr additive="base">
                                            <p:cTn id="67" dur="750" fill="hold"/>
                                            <p:tgtEl>
                                              <p:spTgt spid="13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40000">
                                          <p:cBhvr additive="base">
                                            <p:cTn id="68" dur="750" fill="hold"/>
                                            <p:tgtEl>
                                              <p:spTgt spid="13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69" fill="hold">
                                <p:stCondLst>
                                  <p:cond delay="5350"/>
                                </p:stCondLst>
                                <p:childTnLst>
                                  <p:par>
                                    <p:cTn id="70" presetID="47" presetClass="entr" presetSubtype="0" fill="hold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7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72" dur="1000"/>
                                            <p:tgtEl>
                                              <p:spTgt spid="50"/>
                                            </p:tgtEl>
                                          </p:cBhvr>
                                        </p:animEffect>
                                        <p:anim calcmode="lin" valueType="num">
                                          <p:cBhvr>
                                            <p:cTn id="73" dur="1000" fill="hold"/>
                                            <p:tgtEl>
                                              <p:spTgt spid="50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74" dur="1000" fill="hold"/>
                                            <p:tgtEl>
                                              <p:spTgt spid="50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-.1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</p:timing>
    </mc:Choice>
    <mc:Fallback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" presetClass="entr" presetSubtype="4" accel="26667" fill="hold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7" dur="750" fill="hold"/>
                                            <p:tgtEl>
                                              <p:spTgt spid="2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8" dur="750" fill="hold"/>
                                            <p:tgtEl>
                                              <p:spTgt spid="2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9" presetID="2" presetClass="entr" presetSubtype="4" accel="26667" fill="hold" nodeType="withEffect">
                                      <p:stCondLst>
                                        <p:cond delay="100"/>
                                      </p:stCondLst>
                                      <p:childTnLst>
                                        <p:set>
                                          <p:cBhvr>
                                            <p:cTn id="1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1" dur="750" fill="hold"/>
                                            <p:tgtEl>
                                              <p:spTgt spid="3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2" dur="750" fill="hold"/>
                                            <p:tgtEl>
                                              <p:spTgt spid="3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3" presetID="2" presetClass="entr" presetSubtype="4" accel="26667" fill="hold" nodeType="withEffect">
                                      <p:stCondLst>
                                        <p:cond delay="200"/>
                                      </p:stCondLst>
                                      <p:childTnLst>
                                        <p:set>
                                          <p:cBhvr>
                                            <p:cTn id="1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5" dur="750" fill="hold"/>
                                            <p:tgtEl>
                                              <p:spTgt spid="4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6" dur="750" fill="hold"/>
                                            <p:tgtEl>
                                              <p:spTgt spid="4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7" presetID="2" presetClass="entr" presetSubtype="4" accel="26667" fill="hold" nodeType="withEffect">
                                      <p:stCondLst>
                                        <p:cond delay="300"/>
                                      </p:stCondLst>
                                      <p:childTnLst>
                                        <p:set>
                                          <p:cBhvr>
                                            <p:cTn id="1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9" dur="750" fill="hold"/>
                                            <p:tgtEl>
                                              <p:spTgt spid="7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20" dur="750" fill="hold"/>
                                            <p:tgtEl>
                                              <p:spTgt spid="7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21" fill="hold">
                                <p:stCondLst>
                                  <p:cond delay="1050"/>
                                </p:stCondLst>
                                <p:childTnLst>
                                  <p:par>
                                    <p:cTn id="22" presetID="10" presetClass="entr" presetSubtype="0" fill="hold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24" dur="500"/>
                                            <p:tgtEl>
                                              <p:spTgt spid="35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25" presetID="10" presetClass="entr" presetSubtype="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27" dur="500"/>
                                            <p:tgtEl>
                                              <p:spTgt spid="42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28" presetID="10" presetClass="entr" presetSubtype="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30" dur="500"/>
                                            <p:tgtEl>
                                              <p:spTgt spid="43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31" presetID="10" presetClass="entr" presetSubtype="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3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33" dur="500"/>
                                            <p:tgtEl>
                                              <p:spTgt spid="41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34" fill="hold">
                                <p:stCondLst>
                                  <p:cond delay="1550"/>
                                </p:stCondLst>
                                <p:childTnLst>
                                  <p:par>
                                    <p:cTn id="35" presetID="2" presetClass="entr" presetSubtype="4" accel="26667" fill="hold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3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37" dur="750" fill="hold"/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38" dur="750" fill="hold"/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39" fill="hold">
                                <p:stCondLst>
                                  <p:cond delay="2300"/>
                                </p:stCondLst>
                                <p:childTnLst>
                                  <p:par>
                                    <p:cTn id="40" presetID="42" presetClass="entr" presetSubtype="0" fill="hold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4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42" dur="1000"/>
                                            <p:tgtEl>
                                              <p:spTgt spid="32"/>
                                            </p:tgtEl>
                                          </p:cBhvr>
                                        </p:animEffect>
                                        <p:anim calcmode="lin" valueType="num">
                                          <p:cBhvr>
                                            <p:cTn id="43" dur="1000" fill="hold"/>
                                            <p:tgtEl>
                                              <p:spTgt spid="32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44" dur="1000" fill="hold"/>
                                            <p:tgtEl>
                                              <p:spTgt spid="32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+.1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45" presetID="2" presetClass="entr" presetSubtype="1" accel="26667" fill="hold" nodeType="withEffect">
                                      <p:stCondLst>
                                        <p:cond delay="100"/>
                                      </p:stCondLst>
                                      <p:childTnLst>
                                        <p:set>
                                          <p:cBhvr>
                                            <p:cTn id="4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47" dur="750" fill="hold"/>
                                            <p:tgtEl>
                                              <p:spTgt spid="9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48" dur="750" fill="hold"/>
                                            <p:tgtEl>
                                              <p:spTgt spid="9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49" fill="hold">
                                <p:stCondLst>
                                  <p:cond delay="3300"/>
                                </p:stCondLst>
                                <p:childTnLst>
                                  <p:par>
                                    <p:cTn id="50" presetID="47" presetClass="entr" presetSubtype="0" fill="hold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5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52" dur="1000"/>
                                            <p:tgtEl>
                                              <p:spTgt spid="47"/>
                                            </p:tgtEl>
                                          </p:cBhvr>
                                        </p:animEffect>
                                        <p:anim calcmode="lin" valueType="num">
                                          <p:cBhvr>
                                            <p:cTn id="53" dur="1000" fill="hold"/>
                                            <p:tgtEl>
                                              <p:spTgt spid="47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54" dur="1000" fill="hold"/>
                                            <p:tgtEl>
                                              <p:spTgt spid="47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-.1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55" presetID="2" presetClass="entr" presetSubtype="4" accel="26667" fill="hold" nodeType="withEffect">
                                      <p:stCondLst>
                                        <p:cond delay="200"/>
                                      </p:stCondLst>
                                      <p:childTnLst>
                                        <p:set>
                                          <p:cBhvr>
                                            <p:cTn id="5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57" dur="750" fill="hold"/>
                                            <p:tgtEl>
                                              <p:spTgt spid="11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58" dur="750" fill="hold"/>
                                            <p:tgtEl>
                                              <p:spTgt spid="11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59" fill="hold">
                                <p:stCondLst>
                                  <p:cond delay="4300"/>
                                </p:stCondLst>
                                <p:childTnLst>
                                  <p:par>
                                    <p:cTn id="60" presetID="42" presetClass="entr" presetSubtype="0" fill="hold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62" dur="1000"/>
                                            <p:tgtEl>
                                              <p:spTgt spid="44"/>
                                            </p:tgtEl>
                                          </p:cBhvr>
                                        </p:animEffect>
                                        <p:anim calcmode="lin" valueType="num">
                                          <p:cBhvr>
                                            <p:cTn id="63" dur="1000" fill="hold"/>
                                            <p:tgtEl>
                                              <p:spTgt spid="44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64" dur="1000" fill="hold"/>
                                            <p:tgtEl>
                                              <p:spTgt spid="44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+.1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65" presetID="2" presetClass="entr" presetSubtype="1" accel="26667" fill="hold" nodeType="withEffect">
                                      <p:stCondLst>
                                        <p:cond delay="300"/>
                                      </p:stCondLst>
                                      <p:childTnLst>
                                        <p:set>
                                          <p:cBhvr>
                                            <p:cTn id="6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67" dur="750" fill="hold"/>
                                            <p:tgtEl>
                                              <p:spTgt spid="13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68" dur="750" fill="hold"/>
                                            <p:tgtEl>
                                              <p:spTgt spid="13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69" fill="hold">
                                <p:stCondLst>
                                  <p:cond delay="5350"/>
                                </p:stCondLst>
                                <p:childTnLst>
                                  <p:par>
                                    <p:cTn id="70" presetID="47" presetClass="entr" presetSubtype="0" fill="hold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7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72" dur="1000"/>
                                            <p:tgtEl>
                                              <p:spTgt spid="50"/>
                                            </p:tgtEl>
                                          </p:cBhvr>
                                        </p:animEffect>
                                        <p:anim calcmode="lin" valueType="num">
                                          <p:cBhvr>
                                            <p:cTn id="73" dur="1000" fill="hold"/>
                                            <p:tgtEl>
                                              <p:spTgt spid="50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74" dur="1000" fill="hold"/>
                                            <p:tgtEl>
                                              <p:spTgt spid="50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-.1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</p:timing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142</TotalTime>
  <Words>20</Words>
  <Application>Microsoft Office PowerPoint</Application>
  <PresentationFormat>Widescreen</PresentationFormat>
  <Paragraphs>12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8" baseType="lpstr">
      <vt:lpstr>Archivo Black</vt:lpstr>
      <vt:lpstr>Arial</vt:lpstr>
      <vt:lpstr>Calibri</vt:lpstr>
      <vt:lpstr>Calibri Light</vt:lpstr>
      <vt:lpstr>Roboto</vt:lpstr>
      <vt:lpstr>Roboto Light</vt:lpstr>
      <vt:lpstr>Office Theme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Ganesh Musuku</dc:creator>
  <cp:lastModifiedBy>Ganesh  Musuku</cp:lastModifiedBy>
  <cp:revision>45</cp:revision>
  <dcterms:created xsi:type="dcterms:W3CDTF">2021-06-07T03:59:28Z</dcterms:created>
  <dcterms:modified xsi:type="dcterms:W3CDTF">2021-06-07T06:22:02Z</dcterms:modified>
</cp:coreProperties>
</file>