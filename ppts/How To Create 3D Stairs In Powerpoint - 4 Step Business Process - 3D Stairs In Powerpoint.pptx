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F50"/>
    <a:srgbClr val="00B39E"/>
    <a:srgbClr val="FF5F71"/>
    <a:srgbClr val="404956"/>
    <a:srgbClr val="15A494"/>
    <a:srgbClr val="FF4759"/>
    <a:srgbClr val="FF5D6C"/>
    <a:srgbClr val="29323F"/>
    <a:srgbClr val="008A7A"/>
    <a:srgbClr val="00928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075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85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Rectangle 29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E252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6059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49586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346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4266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464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33798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3854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71918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38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8920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5834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B36505-D07F-47EC-BD08-8B89DCD24397}" type="datetimeFigureOut">
              <a:rPr lang="en-US" smtClean="0"/>
              <a:t>09-Jul-20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4FF151-7A1A-4C1C-8325-996F703EE2A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840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4082608" y="3216267"/>
            <a:ext cx="5553810" cy="890546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4082608" y="4106813"/>
            <a:ext cx="5553810" cy="890546"/>
          </a:xfrm>
          <a:prstGeom prst="rect">
            <a:avLst/>
          </a:prstGeom>
          <a:solidFill>
            <a:srgbClr val="00B3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4082608" y="2325721"/>
            <a:ext cx="5553810" cy="890546"/>
          </a:xfrm>
          <a:prstGeom prst="rect">
            <a:avLst/>
          </a:prstGeom>
          <a:solidFill>
            <a:srgbClr val="FF5D6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Freeform 27"/>
          <p:cNvSpPr/>
          <p:nvPr/>
        </p:nvSpPr>
        <p:spPr>
          <a:xfrm>
            <a:off x="2810398" y="3192415"/>
            <a:ext cx="3156669" cy="2369487"/>
          </a:xfrm>
          <a:custGeom>
            <a:avLst/>
            <a:gdLst>
              <a:gd name="connsiteX0" fmla="*/ 0 w 2743200"/>
              <a:gd name="connsiteY0" fmla="*/ 0 h 2743200"/>
              <a:gd name="connsiteX1" fmla="*/ 914400 w 2743200"/>
              <a:gd name="connsiteY1" fmla="*/ 0 h 2743200"/>
              <a:gd name="connsiteX2" fmla="*/ 914400 w 2743200"/>
              <a:gd name="connsiteY2" fmla="*/ 914400 h 2743200"/>
              <a:gd name="connsiteX3" fmla="*/ 1828800 w 2743200"/>
              <a:gd name="connsiteY3" fmla="*/ 914400 h 2743200"/>
              <a:gd name="connsiteX4" fmla="*/ 1828800 w 2743200"/>
              <a:gd name="connsiteY4" fmla="*/ 1828800 h 2743200"/>
              <a:gd name="connsiteX5" fmla="*/ 2743200 w 2743200"/>
              <a:gd name="connsiteY5" fmla="*/ 1828800 h 2743200"/>
              <a:gd name="connsiteX6" fmla="*/ 2743200 w 2743200"/>
              <a:gd name="connsiteY6" fmla="*/ 2743200 h 2743200"/>
              <a:gd name="connsiteX7" fmla="*/ 1828800 w 2743200"/>
              <a:gd name="connsiteY7" fmla="*/ 2743200 h 2743200"/>
              <a:gd name="connsiteX8" fmla="*/ 914400 w 2743200"/>
              <a:gd name="connsiteY8" fmla="*/ 2743200 h 2743200"/>
              <a:gd name="connsiteX9" fmla="*/ 0 w 2743200"/>
              <a:gd name="connsiteY9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1828800"/>
                </a:lnTo>
                <a:lnTo>
                  <a:pt x="2743200" y="1828800"/>
                </a:lnTo>
                <a:lnTo>
                  <a:pt x="2743200" y="2743200"/>
                </a:lnTo>
                <a:lnTo>
                  <a:pt x="1828800" y="2743200"/>
                </a:lnTo>
                <a:lnTo>
                  <a:pt x="9144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noFill/>
          </a:ln>
          <a:scene3d>
            <a:camera prst="isometricOffAxis2Left"/>
            <a:lightRig rig="balanced" dir="t"/>
          </a:scene3d>
          <a:sp3d extrusionH="2540000" prstMaterial="plastic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 28"/>
          <p:cNvSpPr/>
          <p:nvPr/>
        </p:nvSpPr>
        <p:spPr>
          <a:xfrm>
            <a:off x="2810398" y="3192414"/>
            <a:ext cx="3156669" cy="2369487"/>
          </a:xfrm>
          <a:custGeom>
            <a:avLst/>
            <a:gdLst>
              <a:gd name="connsiteX0" fmla="*/ 0 w 2743200"/>
              <a:gd name="connsiteY0" fmla="*/ 0 h 2743200"/>
              <a:gd name="connsiteX1" fmla="*/ 914400 w 2743200"/>
              <a:gd name="connsiteY1" fmla="*/ 0 h 2743200"/>
              <a:gd name="connsiteX2" fmla="*/ 914400 w 2743200"/>
              <a:gd name="connsiteY2" fmla="*/ 914400 h 2743200"/>
              <a:gd name="connsiteX3" fmla="*/ 1828800 w 2743200"/>
              <a:gd name="connsiteY3" fmla="*/ 914400 h 2743200"/>
              <a:gd name="connsiteX4" fmla="*/ 1828800 w 2743200"/>
              <a:gd name="connsiteY4" fmla="*/ 1828800 h 2743200"/>
              <a:gd name="connsiteX5" fmla="*/ 2743200 w 2743200"/>
              <a:gd name="connsiteY5" fmla="*/ 1828800 h 2743200"/>
              <a:gd name="connsiteX6" fmla="*/ 2743200 w 2743200"/>
              <a:gd name="connsiteY6" fmla="*/ 2743200 h 2743200"/>
              <a:gd name="connsiteX7" fmla="*/ 1828800 w 2743200"/>
              <a:gd name="connsiteY7" fmla="*/ 2743200 h 2743200"/>
              <a:gd name="connsiteX8" fmla="*/ 914400 w 2743200"/>
              <a:gd name="connsiteY8" fmla="*/ 2743200 h 2743200"/>
              <a:gd name="connsiteX9" fmla="*/ 0 w 2743200"/>
              <a:gd name="connsiteY9" fmla="*/ 2743200 h 2743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743200" h="2743200">
                <a:moveTo>
                  <a:pt x="0" y="0"/>
                </a:moveTo>
                <a:lnTo>
                  <a:pt x="914400" y="0"/>
                </a:lnTo>
                <a:lnTo>
                  <a:pt x="914400" y="914400"/>
                </a:lnTo>
                <a:lnTo>
                  <a:pt x="1828800" y="914400"/>
                </a:lnTo>
                <a:lnTo>
                  <a:pt x="1828800" y="1828800"/>
                </a:lnTo>
                <a:lnTo>
                  <a:pt x="2743200" y="1828800"/>
                </a:lnTo>
                <a:lnTo>
                  <a:pt x="2743200" y="2743200"/>
                </a:lnTo>
                <a:lnTo>
                  <a:pt x="1828800" y="2743200"/>
                </a:lnTo>
                <a:lnTo>
                  <a:pt x="914400" y="2743200"/>
                </a:lnTo>
                <a:lnTo>
                  <a:pt x="0" y="2743200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  <a:ln>
            <a:noFill/>
          </a:ln>
          <a:scene3d>
            <a:camera prst="isometricOffAxis2Left"/>
            <a:lightRig rig="threePt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5451749" y="4045980"/>
            <a:ext cx="1053915" cy="890546"/>
          </a:xfrm>
          <a:prstGeom prst="rect">
            <a:avLst/>
          </a:prstGeom>
          <a:solidFill>
            <a:srgbClr val="00B39E"/>
          </a:solidFill>
          <a:ln>
            <a:noFill/>
          </a:ln>
          <a:scene3d>
            <a:camera prst="isometricOffAxis2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6175779" y="4450191"/>
            <a:ext cx="551341" cy="976312"/>
          </a:xfrm>
          <a:prstGeom prst="rect">
            <a:avLst/>
          </a:prstGeom>
          <a:solidFill>
            <a:srgbClr val="008A7A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4506263" y="3153612"/>
            <a:ext cx="1053915" cy="890546"/>
          </a:xfrm>
          <a:prstGeom prst="rect">
            <a:avLst/>
          </a:prstGeom>
          <a:solidFill>
            <a:srgbClr val="333F50"/>
          </a:solidFill>
          <a:ln>
            <a:noFill/>
          </a:ln>
          <a:scene3d>
            <a:camera prst="isometricOffAxis2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5230293" y="3557823"/>
            <a:ext cx="551341" cy="976312"/>
          </a:xfrm>
          <a:prstGeom prst="rect">
            <a:avLst/>
          </a:prstGeom>
          <a:solidFill>
            <a:srgbClr val="29323F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/>
          <p:cNvSpPr/>
          <p:nvPr/>
        </p:nvSpPr>
        <p:spPr>
          <a:xfrm>
            <a:off x="3554702" y="2264930"/>
            <a:ext cx="1053915" cy="890546"/>
          </a:xfrm>
          <a:prstGeom prst="rect">
            <a:avLst/>
          </a:prstGeom>
          <a:solidFill>
            <a:srgbClr val="FF5D6C"/>
          </a:solidFill>
          <a:ln>
            <a:noFill/>
          </a:ln>
          <a:scene3d>
            <a:camera prst="isometricOffAxis2Top"/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4278732" y="2669141"/>
            <a:ext cx="551341" cy="976312"/>
          </a:xfrm>
          <a:prstGeom prst="rect">
            <a:avLst/>
          </a:prstGeom>
          <a:solidFill>
            <a:srgbClr val="FF4759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Up Arrow 39"/>
          <p:cNvSpPr/>
          <p:nvPr/>
        </p:nvSpPr>
        <p:spPr>
          <a:xfrm>
            <a:off x="3088977" y="1580306"/>
            <a:ext cx="1040994" cy="1195554"/>
          </a:xfrm>
          <a:prstGeom prst="upArrow">
            <a:avLst>
              <a:gd name="adj1" fmla="val 53660"/>
              <a:gd name="adj2" fmla="val 50000"/>
            </a:avLst>
          </a:prstGeom>
          <a:solidFill>
            <a:srgbClr val="FF4759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Up Arrow 40"/>
          <p:cNvSpPr/>
          <p:nvPr/>
        </p:nvSpPr>
        <p:spPr>
          <a:xfrm>
            <a:off x="6291959" y="4973494"/>
            <a:ext cx="335163" cy="384926"/>
          </a:xfrm>
          <a:prstGeom prst="upArrow">
            <a:avLst>
              <a:gd name="adj1" fmla="val 53050"/>
              <a:gd name="adj2" fmla="val 48490"/>
            </a:avLst>
          </a:prstGeom>
          <a:solidFill>
            <a:schemeClr val="bg1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Up Arrow 41"/>
          <p:cNvSpPr/>
          <p:nvPr/>
        </p:nvSpPr>
        <p:spPr>
          <a:xfrm>
            <a:off x="5346473" y="4081540"/>
            <a:ext cx="335163" cy="384926"/>
          </a:xfrm>
          <a:prstGeom prst="upArrow">
            <a:avLst>
              <a:gd name="adj1" fmla="val 53050"/>
              <a:gd name="adj2" fmla="val 48490"/>
            </a:avLst>
          </a:prstGeom>
          <a:solidFill>
            <a:schemeClr val="bg1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Up Arrow 42"/>
          <p:cNvSpPr/>
          <p:nvPr/>
        </p:nvSpPr>
        <p:spPr>
          <a:xfrm>
            <a:off x="4398380" y="3184766"/>
            <a:ext cx="335163" cy="384926"/>
          </a:xfrm>
          <a:prstGeom prst="upArrow">
            <a:avLst>
              <a:gd name="adj1" fmla="val 53050"/>
              <a:gd name="adj2" fmla="val 48490"/>
            </a:avLst>
          </a:prstGeom>
          <a:solidFill>
            <a:schemeClr val="bg1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Up Arrow 43"/>
          <p:cNvSpPr/>
          <p:nvPr/>
        </p:nvSpPr>
        <p:spPr>
          <a:xfrm>
            <a:off x="3465618" y="2292969"/>
            <a:ext cx="335163" cy="384926"/>
          </a:xfrm>
          <a:prstGeom prst="upArrow">
            <a:avLst>
              <a:gd name="adj1" fmla="val 53050"/>
              <a:gd name="adj2" fmla="val 48490"/>
            </a:avLst>
          </a:prstGeom>
          <a:solidFill>
            <a:schemeClr val="bg1"/>
          </a:solidFill>
          <a:ln>
            <a:noFill/>
          </a:ln>
          <a:scene3d>
            <a:camera prst="isometricRightUp">
              <a:rot lat="2400000" lon="18899998" rev="0"/>
            </a:camera>
            <a:lightRig rig="threePt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5" name="Group 44"/>
          <p:cNvGrpSpPr/>
          <p:nvPr/>
        </p:nvGrpSpPr>
        <p:grpSpPr>
          <a:xfrm>
            <a:off x="4599979" y="1490183"/>
            <a:ext cx="504877" cy="329474"/>
            <a:chOff x="3503613" y="2755900"/>
            <a:chExt cx="338137" cy="220663"/>
          </a:xfrm>
          <a:solidFill>
            <a:schemeClr val="bg1"/>
          </a:solidFill>
        </p:grpSpPr>
        <p:sp>
          <p:nvSpPr>
            <p:cNvPr id="46" name="Freeform 5"/>
            <p:cNvSpPr>
              <a:spLocks noEditPoints="1"/>
            </p:cNvSpPr>
            <p:nvPr/>
          </p:nvSpPr>
          <p:spPr bwMode="auto">
            <a:xfrm>
              <a:off x="3503613" y="2755900"/>
              <a:ext cx="230187" cy="130175"/>
            </a:xfrm>
            <a:custGeom>
              <a:avLst/>
              <a:gdLst>
                <a:gd name="T0" fmla="*/ 1055 w 1068"/>
                <a:gd name="T1" fmla="*/ 200 h 604"/>
                <a:gd name="T2" fmla="*/ 660 w 1068"/>
                <a:gd name="T3" fmla="*/ 64 h 604"/>
                <a:gd name="T4" fmla="*/ 545 w 1068"/>
                <a:gd name="T5" fmla="*/ 71 h 604"/>
                <a:gd name="T6" fmla="*/ 525 w 1068"/>
                <a:gd name="T7" fmla="*/ 80 h 604"/>
                <a:gd name="T8" fmla="*/ 438 w 1068"/>
                <a:gd name="T9" fmla="*/ 85 h 604"/>
                <a:gd name="T10" fmla="*/ 404 w 1068"/>
                <a:gd name="T11" fmla="*/ 73 h 604"/>
                <a:gd name="T12" fmla="*/ 400 w 1068"/>
                <a:gd name="T13" fmla="*/ 70 h 604"/>
                <a:gd name="T14" fmla="*/ 197 w 1068"/>
                <a:gd name="T15" fmla="*/ 2 h 604"/>
                <a:gd name="T16" fmla="*/ 183 w 1068"/>
                <a:gd name="T17" fmla="*/ 3 h 604"/>
                <a:gd name="T18" fmla="*/ 173 w 1068"/>
                <a:gd name="T19" fmla="*/ 13 h 604"/>
                <a:gd name="T20" fmla="*/ 3 w 1068"/>
                <a:gd name="T21" fmla="*/ 509 h 604"/>
                <a:gd name="T22" fmla="*/ 15 w 1068"/>
                <a:gd name="T23" fmla="*/ 533 h 604"/>
                <a:gd name="T24" fmla="*/ 217 w 1068"/>
                <a:gd name="T25" fmla="*/ 603 h 604"/>
                <a:gd name="T26" fmla="*/ 224 w 1068"/>
                <a:gd name="T27" fmla="*/ 604 h 604"/>
                <a:gd name="T28" fmla="*/ 232 w 1068"/>
                <a:gd name="T29" fmla="*/ 602 h 604"/>
                <a:gd name="T30" fmla="*/ 242 w 1068"/>
                <a:gd name="T31" fmla="*/ 591 h 604"/>
                <a:gd name="T32" fmla="*/ 405 w 1068"/>
                <a:gd name="T33" fmla="*/ 115 h 604"/>
                <a:gd name="T34" fmla="*/ 426 w 1068"/>
                <a:gd name="T35" fmla="*/ 122 h 604"/>
                <a:gd name="T36" fmla="*/ 542 w 1068"/>
                <a:gd name="T37" fmla="*/ 115 h 604"/>
                <a:gd name="T38" fmla="*/ 562 w 1068"/>
                <a:gd name="T39" fmla="*/ 106 h 604"/>
                <a:gd name="T40" fmla="*/ 648 w 1068"/>
                <a:gd name="T41" fmla="*/ 100 h 604"/>
                <a:gd name="T42" fmla="*/ 1028 w 1068"/>
                <a:gd name="T43" fmla="*/ 231 h 604"/>
                <a:gd name="T44" fmla="*/ 997 w 1068"/>
                <a:gd name="T45" fmla="*/ 290 h 604"/>
                <a:gd name="T46" fmla="*/ 917 w 1068"/>
                <a:gd name="T47" fmla="*/ 292 h 604"/>
                <a:gd name="T48" fmla="*/ 751 w 1068"/>
                <a:gd name="T49" fmla="*/ 235 h 604"/>
                <a:gd name="T50" fmla="*/ 736 w 1068"/>
                <a:gd name="T51" fmla="*/ 236 h 604"/>
                <a:gd name="T52" fmla="*/ 726 w 1068"/>
                <a:gd name="T53" fmla="*/ 248 h 604"/>
                <a:gd name="T54" fmla="*/ 625 w 1068"/>
                <a:gd name="T55" fmla="*/ 381 h 604"/>
                <a:gd name="T56" fmla="*/ 446 w 1068"/>
                <a:gd name="T57" fmla="*/ 384 h 604"/>
                <a:gd name="T58" fmla="*/ 421 w 1068"/>
                <a:gd name="T59" fmla="*/ 396 h 604"/>
                <a:gd name="T60" fmla="*/ 433 w 1068"/>
                <a:gd name="T61" fmla="*/ 420 h 604"/>
                <a:gd name="T62" fmla="*/ 539 w 1068"/>
                <a:gd name="T63" fmla="*/ 440 h 604"/>
                <a:gd name="T64" fmla="*/ 643 w 1068"/>
                <a:gd name="T65" fmla="*/ 414 h 604"/>
                <a:gd name="T66" fmla="*/ 757 w 1068"/>
                <a:gd name="T67" fmla="*/ 277 h 604"/>
                <a:gd name="T68" fmla="*/ 904 w 1068"/>
                <a:gd name="T69" fmla="*/ 328 h 604"/>
                <a:gd name="T70" fmla="*/ 1018 w 1068"/>
                <a:gd name="T71" fmla="*/ 321 h 604"/>
                <a:gd name="T72" fmla="*/ 1068 w 1068"/>
                <a:gd name="T73" fmla="*/ 219 h 604"/>
                <a:gd name="T74" fmla="*/ 1055 w 1068"/>
                <a:gd name="T75" fmla="*/ 200 h 604"/>
                <a:gd name="T76" fmla="*/ 212 w 1068"/>
                <a:gd name="T77" fmla="*/ 560 h 604"/>
                <a:gd name="T78" fmla="*/ 46 w 1068"/>
                <a:gd name="T79" fmla="*/ 503 h 604"/>
                <a:gd name="T80" fmla="*/ 203 w 1068"/>
                <a:gd name="T81" fmla="*/ 44 h 604"/>
                <a:gd name="T82" fmla="*/ 365 w 1068"/>
                <a:gd name="T83" fmla="*/ 100 h 604"/>
                <a:gd name="T84" fmla="*/ 369 w 1068"/>
                <a:gd name="T85" fmla="*/ 101 h 604"/>
                <a:gd name="T86" fmla="*/ 369 w 1068"/>
                <a:gd name="T87" fmla="*/ 102 h 604"/>
                <a:gd name="T88" fmla="*/ 212 w 1068"/>
                <a:gd name="T89" fmla="*/ 560 h 604"/>
                <a:gd name="T90" fmla="*/ 212 w 1068"/>
                <a:gd name="T91" fmla="*/ 560 h 604"/>
                <a:gd name="T92" fmla="*/ 212 w 1068"/>
                <a:gd name="T93" fmla="*/ 560 h 6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68" h="604">
                  <a:moveTo>
                    <a:pt x="1055" y="200"/>
                  </a:moveTo>
                  <a:cubicBezTo>
                    <a:pt x="660" y="64"/>
                    <a:pt x="660" y="64"/>
                    <a:pt x="660" y="64"/>
                  </a:cubicBezTo>
                  <a:cubicBezTo>
                    <a:pt x="623" y="51"/>
                    <a:pt x="581" y="53"/>
                    <a:pt x="545" y="71"/>
                  </a:cubicBezTo>
                  <a:cubicBezTo>
                    <a:pt x="525" y="80"/>
                    <a:pt x="525" y="80"/>
                    <a:pt x="525" y="80"/>
                  </a:cubicBezTo>
                  <a:cubicBezTo>
                    <a:pt x="498" y="93"/>
                    <a:pt x="466" y="95"/>
                    <a:pt x="438" y="85"/>
                  </a:cubicBezTo>
                  <a:cubicBezTo>
                    <a:pt x="404" y="73"/>
                    <a:pt x="404" y="73"/>
                    <a:pt x="404" y="73"/>
                  </a:cubicBezTo>
                  <a:cubicBezTo>
                    <a:pt x="403" y="72"/>
                    <a:pt x="401" y="71"/>
                    <a:pt x="400" y="70"/>
                  </a:cubicBezTo>
                  <a:cubicBezTo>
                    <a:pt x="197" y="2"/>
                    <a:pt x="197" y="2"/>
                    <a:pt x="197" y="2"/>
                  </a:cubicBezTo>
                  <a:cubicBezTo>
                    <a:pt x="193" y="0"/>
                    <a:pt x="187" y="0"/>
                    <a:pt x="183" y="3"/>
                  </a:cubicBezTo>
                  <a:cubicBezTo>
                    <a:pt x="178" y="5"/>
                    <a:pt x="175" y="9"/>
                    <a:pt x="173" y="13"/>
                  </a:cubicBezTo>
                  <a:cubicBezTo>
                    <a:pt x="3" y="509"/>
                    <a:pt x="3" y="509"/>
                    <a:pt x="3" y="509"/>
                  </a:cubicBezTo>
                  <a:cubicBezTo>
                    <a:pt x="0" y="519"/>
                    <a:pt x="5" y="530"/>
                    <a:pt x="15" y="533"/>
                  </a:cubicBezTo>
                  <a:cubicBezTo>
                    <a:pt x="217" y="603"/>
                    <a:pt x="217" y="603"/>
                    <a:pt x="217" y="603"/>
                  </a:cubicBezTo>
                  <a:cubicBezTo>
                    <a:pt x="220" y="604"/>
                    <a:pt x="222" y="604"/>
                    <a:pt x="224" y="604"/>
                  </a:cubicBezTo>
                  <a:cubicBezTo>
                    <a:pt x="227" y="604"/>
                    <a:pt x="230" y="604"/>
                    <a:pt x="232" y="602"/>
                  </a:cubicBezTo>
                  <a:cubicBezTo>
                    <a:pt x="237" y="600"/>
                    <a:pt x="240" y="596"/>
                    <a:pt x="242" y="591"/>
                  </a:cubicBezTo>
                  <a:cubicBezTo>
                    <a:pt x="405" y="115"/>
                    <a:pt x="405" y="115"/>
                    <a:pt x="405" y="115"/>
                  </a:cubicBezTo>
                  <a:cubicBezTo>
                    <a:pt x="426" y="122"/>
                    <a:pt x="426" y="122"/>
                    <a:pt x="426" y="122"/>
                  </a:cubicBezTo>
                  <a:cubicBezTo>
                    <a:pt x="464" y="135"/>
                    <a:pt x="506" y="133"/>
                    <a:pt x="542" y="115"/>
                  </a:cubicBezTo>
                  <a:cubicBezTo>
                    <a:pt x="562" y="106"/>
                    <a:pt x="562" y="106"/>
                    <a:pt x="562" y="106"/>
                  </a:cubicBezTo>
                  <a:cubicBezTo>
                    <a:pt x="589" y="92"/>
                    <a:pt x="620" y="91"/>
                    <a:pt x="648" y="100"/>
                  </a:cubicBezTo>
                  <a:cubicBezTo>
                    <a:pt x="1028" y="231"/>
                    <a:pt x="1028" y="231"/>
                    <a:pt x="1028" y="231"/>
                  </a:cubicBezTo>
                  <a:cubicBezTo>
                    <a:pt x="1025" y="248"/>
                    <a:pt x="1017" y="276"/>
                    <a:pt x="997" y="290"/>
                  </a:cubicBezTo>
                  <a:cubicBezTo>
                    <a:pt x="978" y="303"/>
                    <a:pt x="951" y="303"/>
                    <a:pt x="917" y="292"/>
                  </a:cubicBezTo>
                  <a:cubicBezTo>
                    <a:pt x="751" y="235"/>
                    <a:pt x="751" y="235"/>
                    <a:pt x="751" y="235"/>
                  </a:cubicBezTo>
                  <a:cubicBezTo>
                    <a:pt x="746" y="233"/>
                    <a:pt x="741" y="234"/>
                    <a:pt x="736" y="236"/>
                  </a:cubicBezTo>
                  <a:cubicBezTo>
                    <a:pt x="731" y="239"/>
                    <a:pt x="728" y="243"/>
                    <a:pt x="726" y="248"/>
                  </a:cubicBezTo>
                  <a:cubicBezTo>
                    <a:pt x="726" y="249"/>
                    <a:pt x="701" y="340"/>
                    <a:pt x="625" y="381"/>
                  </a:cubicBezTo>
                  <a:cubicBezTo>
                    <a:pt x="576" y="407"/>
                    <a:pt x="516" y="408"/>
                    <a:pt x="446" y="384"/>
                  </a:cubicBezTo>
                  <a:cubicBezTo>
                    <a:pt x="436" y="381"/>
                    <a:pt x="425" y="386"/>
                    <a:pt x="421" y="396"/>
                  </a:cubicBezTo>
                  <a:cubicBezTo>
                    <a:pt x="418" y="406"/>
                    <a:pt x="423" y="417"/>
                    <a:pt x="433" y="420"/>
                  </a:cubicBezTo>
                  <a:cubicBezTo>
                    <a:pt x="471" y="433"/>
                    <a:pt x="506" y="440"/>
                    <a:pt x="539" y="440"/>
                  </a:cubicBezTo>
                  <a:cubicBezTo>
                    <a:pt x="577" y="440"/>
                    <a:pt x="611" y="431"/>
                    <a:pt x="643" y="414"/>
                  </a:cubicBezTo>
                  <a:cubicBezTo>
                    <a:pt x="711" y="378"/>
                    <a:pt x="744" y="310"/>
                    <a:pt x="757" y="277"/>
                  </a:cubicBezTo>
                  <a:cubicBezTo>
                    <a:pt x="904" y="328"/>
                    <a:pt x="904" y="328"/>
                    <a:pt x="904" y="328"/>
                  </a:cubicBezTo>
                  <a:cubicBezTo>
                    <a:pt x="951" y="344"/>
                    <a:pt x="989" y="341"/>
                    <a:pt x="1018" y="321"/>
                  </a:cubicBezTo>
                  <a:cubicBezTo>
                    <a:pt x="1065" y="289"/>
                    <a:pt x="1068" y="221"/>
                    <a:pt x="1068" y="219"/>
                  </a:cubicBezTo>
                  <a:cubicBezTo>
                    <a:pt x="1068" y="210"/>
                    <a:pt x="1063" y="203"/>
                    <a:pt x="1055" y="200"/>
                  </a:cubicBezTo>
                  <a:close/>
                  <a:moveTo>
                    <a:pt x="212" y="560"/>
                  </a:moveTo>
                  <a:cubicBezTo>
                    <a:pt x="46" y="503"/>
                    <a:pt x="46" y="503"/>
                    <a:pt x="46" y="503"/>
                  </a:cubicBezTo>
                  <a:cubicBezTo>
                    <a:pt x="203" y="44"/>
                    <a:pt x="203" y="44"/>
                    <a:pt x="203" y="44"/>
                  </a:cubicBezTo>
                  <a:cubicBezTo>
                    <a:pt x="365" y="100"/>
                    <a:pt x="365" y="100"/>
                    <a:pt x="365" y="100"/>
                  </a:cubicBezTo>
                  <a:cubicBezTo>
                    <a:pt x="369" y="101"/>
                    <a:pt x="369" y="101"/>
                    <a:pt x="369" y="101"/>
                  </a:cubicBezTo>
                  <a:cubicBezTo>
                    <a:pt x="369" y="102"/>
                    <a:pt x="369" y="102"/>
                    <a:pt x="369" y="102"/>
                  </a:cubicBezTo>
                  <a:lnTo>
                    <a:pt x="212" y="560"/>
                  </a:lnTo>
                  <a:close/>
                  <a:moveTo>
                    <a:pt x="212" y="560"/>
                  </a:moveTo>
                  <a:cubicBezTo>
                    <a:pt x="212" y="560"/>
                    <a:pt x="212" y="560"/>
                    <a:pt x="212" y="56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47" name="Freeform 6"/>
            <p:cNvSpPr>
              <a:spLocks noEditPoints="1"/>
            </p:cNvSpPr>
            <p:nvPr/>
          </p:nvSpPr>
          <p:spPr bwMode="auto">
            <a:xfrm>
              <a:off x="3570288" y="2755900"/>
              <a:ext cx="271462" cy="220663"/>
            </a:xfrm>
            <a:custGeom>
              <a:avLst/>
              <a:gdLst>
                <a:gd name="T0" fmla="*/ 1022 w 1257"/>
                <a:gd name="T1" fmla="*/ 11 h 1017"/>
                <a:gd name="T2" fmla="*/ 996 w 1257"/>
                <a:gd name="T3" fmla="*/ 3 h 1017"/>
                <a:gd name="T4" fmla="*/ 795 w 1257"/>
                <a:gd name="T5" fmla="*/ 122 h 1017"/>
                <a:gd name="T6" fmla="*/ 944 w 1257"/>
                <a:gd name="T7" fmla="*/ 649 h 1017"/>
                <a:gd name="T8" fmla="*/ 362 w 1257"/>
                <a:gd name="T9" fmla="*/ 975 h 1017"/>
                <a:gd name="T10" fmla="*/ 305 w 1257"/>
                <a:gd name="T11" fmla="*/ 955 h 1017"/>
                <a:gd name="T12" fmla="*/ 324 w 1257"/>
                <a:gd name="T13" fmla="*/ 897 h 1017"/>
                <a:gd name="T14" fmla="*/ 539 w 1257"/>
                <a:gd name="T15" fmla="*/ 771 h 1017"/>
                <a:gd name="T16" fmla="*/ 312 w 1257"/>
                <a:gd name="T17" fmla="*/ 861 h 1017"/>
                <a:gd name="T18" fmla="*/ 154 w 1257"/>
                <a:gd name="T19" fmla="*/ 891 h 1017"/>
                <a:gd name="T20" fmla="*/ 469 w 1257"/>
                <a:gd name="T21" fmla="*/ 689 h 1017"/>
                <a:gd name="T22" fmla="*/ 452 w 1257"/>
                <a:gd name="T23" fmla="*/ 654 h 1017"/>
                <a:gd name="T24" fmla="*/ 156 w 1257"/>
                <a:gd name="T25" fmla="*/ 799 h 1017"/>
                <a:gd name="T26" fmla="*/ 63 w 1257"/>
                <a:gd name="T27" fmla="*/ 797 h 1017"/>
                <a:gd name="T28" fmla="*/ 119 w 1257"/>
                <a:gd name="T29" fmla="*/ 722 h 1017"/>
                <a:gd name="T30" fmla="*/ 393 w 1257"/>
                <a:gd name="T31" fmla="*/ 567 h 1017"/>
                <a:gd name="T32" fmla="*/ 197 w 1257"/>
                <a:gd name="T33" fmla="*/ 641 h 1017"/>
                <a:gd name="T34" fmla="*/ 70 w 1257"/>
                <a:gd name="T35" fmla="*/ 689 h 1017"/>
                <a:gd name="T36" fmla="*/ 43 w 1257"/>
                <a:gd name="T37" fmla="*/ 635 h 1017"/>
                <a:gd name="T38" fmla="*/ 205 w 1257"/>
                <a:gd name="T39" fmla="*/ 541 h 1017"/>
                <a:gd name="T40" fmla="*/ 189 w 1257"/>
                <a:gd name="T41" fmla="*/ 507 h 1017"/>
                <a:gd name="T42" fmla="*/ 7 w 1257"/>
                <a:gd name="T43" fmla="*/ 622 h 1017"/>
                <a:gd name="T44" fmla="*/ 45 w 1257"/>
                <a:gd name="T45" fmla="*/ 720 h 1017"/>
                <a:gd name="T46" fmla="*/ 102 w 1257"/>
                <a:gd name="T47" fmla="*/ 859 h 1017"/>
                <a:gd name="T48" fmla="*/ 120 w 1257"/>
                <a:gd name="T49" fmla="*/ 907 h 1017"/>
                <a:gd name="T50" fmla="*/ 228 w 1257"/>
                <a:gd name="T51" fmla="*/ 944 h 1017"/>
                <a:gd name="T52" fmla="*/ 271 w 1257"/>
                <a:gd name="T53" fmla="*/ 971 h 1017"/>
                <a:gd name="T54" fmla="*/ 344 w 1257"/>
                <a:gd name="T55" fmla="*/ 1017 h 1017"/>
                <a:gd name="T56" fmla="*/ 748 w 1257"/>
                <a:gd name="T57" fmla="*/ 828 h 1017"/>
                <a:gd name="T58" fmla="*/ 1054 w 1257"/>
                <a:gd name="T59" fmla="*/ 599 h 1017"/>
                <a:gd name="T60" fmla="*/ 1253 w 1257"/>
                <a:gd name="T61" fmla="*/ 481 h 1017"/>
                <a:gd name="T62" fmla="*/ 838 w 1257"/>
                <a:gd name="T63" fmla="*/ 123 h 1017"/>
                <a:gd name="T64" fmla="*/ 1209 w 1257"/>
                <a:gd name="T65" fmla="*/ 482 h 1017"/>
                <a:gd name="T66" fmla="*/ 1051 w 1257"/>
                <a:gd name="T67" fmla="*/ 559 h 10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257" h="1017">
                  <a:moveTo>
                    <a:pt x="1253" y="481"/>
                  </a:moveTo>
                  <a:cubicBezTo>
                    <a:pt x="1022" y="11"/>
                    <a:pt x="1022" y="11"/>
                    <a:pt x="1022" y="11"/>
                  </a:cubicBezTo>
                  <a:cubicBezTo>
                    <a:pt x="1019" y="7"/>
                    <a:pt x="1016" y="3"/>
                    <a:pt x="1011" y="2"/>
                  </a:cubicBezTo>
                  <a:cubicBezTo>
                    <a:pt x="1006" y="0"/>
                    <a:pt x="1001" y="1"/>
                    <a:pt x="996" y="3"/>
                  </a:cubicBezTo>
                  <a:cubicBezTo>
                    <a:pt x="804" y="97"/>
                    <a:pt x="804" y="97"/>
                    <a:pt x="804" y="97"/>
                  </a:cubicBezTo>
                  <a:cubicBezTo>
                    <a:pt x="794" y="102"/>
                    <a:pt x="790" y="113"/>
                    <a:pt x="795" y="122"/>
                  </a:cubicBezTo>
                  <a:cubicBezTo>
                    <a:pt x="1019" y="580"/>
                    <a:pt x="1019" y="580"/>
                    <a:pt x="1019" y="580"/>
                  </a:cubicBezTo>
                  <a:cubicBezTo>
                    <a:pt x="944" y="649"/>
                    <a:pt x="944" y="649"/>
                    <a:pt x="944" y="649"/>
                  </a:cubicBezTo>
                  <a:cubicBezTo>
                    <a:pt x="880" y="707"/>
                    <a:pt x="808" y="756"/>
                    <a:pt x="730" y="794"/>
                  </a:cubicBezTo>
                  <a:cubicBezTo>
                    <a:pt x="362" y="975"/>
                    <a:pt x="362" y="975"/>
                    <a:pt x="362" y="975"/>
                  </a:cubicBezTo>
                  <a:cubicBezTo>
                    <a:pt x="352" y="980"/>
                    <a:pt x="340" y="980"/>
                    <a:pt x="329" y="977"/>
                  </a:cubicBezTo>
                  <a:cubicBezTo>
                    <a:pt x="318" y="973"/>
                    <a:pt x="310" y="965"/>
                    <a:pt x="305" y="955"/>
                  </a:cubicBezTo>
                  <a:cubicBezTo>
                    <a:pt x="299" y="945"/>
                    <a:pt x="299" y="933"/>
                    <a:pt x="303" y="922"/>
                  </a:cubicBezTo>
                  <a:cubicBezTo>
                    <a:pt x="307" y="911"/>
                    <a:pt x="314" y="903"/>
                    <a:pt x="324" y="897"/>
                  </a:cubicBezTo>
                  <a:cubicBezTo>
                    <a:pt x="530" y="797"/>
                    <a:pt x="530" y="797"/>
                    <a:pt x="530" y="797"/>
                  </a:cubicBezTo>
                  <a:cubicBezTo>
                    <a:pt x="540" y="792"/>
                    <a:pt x="544" y="781"/>
                    <a:pt x="539" y="771"/>
                  </a:cubicBezTo>
                  <a:cubicBezTo>
                    <a:pt x="534" y="761"/>
                    <a:pt x="523" y="758"/>
                    <a:pt x="514" y="762"/>
                  </a:cubicBezTo>
                  <a:cubicBezTo>
                    <a:pt x="312" y="861"/>
                    <a:pt x="312" y="861"/>
                    <a:pt x="312" y="861"/>
                  </a:cubicBezTo>
                  <a:cubicBezTo>
                    <a:pt x="211" y="910"/>
                    <a:pt x="211" y="910"/>
                    <a:pt x="211" y="910"/>
                  </a:cubicBezTo>
                  <a:cubicBezTo>
                    <a:pt x="190" y="921"/>
                    <a:pt x="164" y="912"/>
                    <a:pt x="154" y="891"/>
                  </a:cubicBezTo>
                  <a:cubicBezTo>
                    <a:pt x="143" y="870"/>
                    <a:pt x="152" y="844"/>
                    <a:pt x="173" y="833"/>
                  </a:cubicBezTo>
                  <a:cubicBezTo>
                    <a:pt x="469" y="689"/>
                    <a:pt x="469" y="689"/>
                    <a:pt x="469" y="689"/>
                  </a:cubicBezTo>
                  <a:cubicBezTo>
                    <a:pt x="478" y="684"/>
                    <a:pt x="482" y="673"/>
                    <a:pt x="478" y="663"/>
                  </a:cubicBezTo>
                  <a:cubicBezTo>
                    <a:pt x="473" y="654"/>
                    <a:pt x="461" y="650"/>
                    <a:pt x="452" y="654"/>
                  </a:cubicBezTo>
                  <a:cubicBezTo>
                    <a:pt x="233" y="761"/>
                    <a:pt x="233" y="761"/>
                    <a:pt x="233" y="761"/>
                  </a:cubicBezTo>
                  <a:cubicBezTo>
                    <a:pt x="156" y="799"/>
                    <a:pt x="156" y="799"/>
                    <a:pt x="156" y="799"/>
                  </a:cubicBezTo>
                  <a:cubicBezTo>
                    <a:pt x="120" y="817"/>
                    <a:pt x="120" y="817"/>
                    <a:pt x="120" y="817"/>
                  </a:cubicBezTo>
                  <a:cubicBezTo>
                    <a:pt x="99" y="827"/>
                    <a:pt x="73" y="818"/>
                    <a:pt x="63" y="797"/>
                  </a:cubicBezTo>
                  <a:cubicBezTo>
                    <a:pt x="53" y="776"/>
                    <a:pt x="61" y="750"/>
                    <a:pt x="83" y="740"/>
                  </a:cubicBezTo>
                  <a:cubicBezTo>
                    <a:pt x="119" y="722"/>
                    <a:pt x="119" y="722"/>
                    <a:pt x="119" y="722"/>
                  </a:cubicBezTo>
                  <a:cubicBezTo>
                    <a:pt x="384" y="592"/>
                    <a:pt x="384" y="592"/>
                    <a:pt x="384" y="592"/>
                  </a:cubicBezTo>
                  <a:cubicBezTo>
                    <a:pt x="393" y="587"/>
                    <a:pt x="397" y="576"/>
                    <a:pt x="393" y="567"/>
                  </a:cubicBezTo>
                  <a:cubicBezTo>
                    <a:pt x="388" y="557"/>
                    <a:pt x="376" y="553"/>
                    <a:pt x="367" y="558"/>
                  </a:cubicBezTo>
                  <a:cubicBezTo>
                    <a:pt x="197" y="641"/>
                    <a:pt x="197" y="641"/>
                    <a:pt x="197" y="641"/>
                  </a:cubicBezTo>
                  <a:cubicBezTo>
                    <a:pt x="102" y="687"/>
                    <a:pt x="102" y="687"/>
                    <a:pt x="102" y="687"/>
                  </a:cubicBezTo>
                  <a:cubicBezTo>
                    <a:pt x="92" y="692"/>
                    <a:pt x="81" y="693"/>
                    <a:pt x="70" y="689"/>
                  </a:cubicBezTo>
                  <a:cubicBezTo>
                    <a:pt x="59" y="685"/>
                    <a:pt x="50" y="678"/>
                    <a:pt x="45" y="667"/>
                  </a:cubicBezTo>
                  <a:cubicBezTo>
                    <a:pt x="40" y="657"/>
                    <a:pt x="39" y="646"/>
                    <a:pt x="43" y="635"/>
                  </a:cubicBezTo>
                  <a:cubicBezTo>
                    <a:pt x="47" y="624"/>
                    <a:pt x="55" y="615"/>
                    <a:pt x="65" y="610"/>
                  </a:cubicBezTo>
                  <a:cubicBezTo>
                    <a:pt x="205" y="541"/>
                    <a:pt x="205" y="541"/>
                    <a:pt x="205" y="541"/>
                  </a:cubicBezTo>
                  <a:cubicBezTo>
                    <a:pt x="215" y="537"/>
                    <a:pt x="219" y="525"/>
                    <a:pt x="214" y="516"/>
                  </a:cubicBezTo>
                  <a:cubicBezTo>
                    <a:pt x="210" y="506"/>
                    <a:pt x="198" y="502"/>
                    <a:pt x="189" y="507"/>
                  </a:cubicBezTo>
                  <a:cubicBezTo>
                    <a:pt x="48" y="576"/>
                    <a:pt x="48" y="576"/>
                    <a:pt x="48" y="576"/>
                  </a:cubicBezTo>
                  <a:cubicBezTo>
                    <a:pt x="29" y="585"/>
                    <a:pt x="14" y="602"/>
                    <a:pt x="7" y="622"/>
                  </a:cubicBezTo>
                  <a:cubicBezTo>
                    <a:pt x="0" y="643"/>
                    <a:pt x="1" y="665"/>
                    <a:pt x="11" y="684"/>
                  </a:cubicBezTo>
                  <a:cubicBezTo>
                    <a:pt x="18" y="700"/>
                    <a:pt x="30" y="712"/>
                    <a:pt x="45" y="720"/>
                  </a:cubicBezTo>
                  <a:cubicBezTo>
                    <a:pt x="21" y="744"/>
                    <a:pt x="13" y="781"/>
                    <a:pt x="29" y="813"/>
                  </a:cubicBezTo>
                  <a:cubicBezTo>
                    <a:pt x="43" y="842"/>
                    <a:pt x="72" y="859"/>
                    <a:pt x="102" y="859"/>
                  </a:cubicBezTo>
                  <a:cubicBezTo>
                    <a:pt x="106" y="859"/>
                    <a:pt x="109" y="858"/>
                    <a:pt x="113" y="858"/>
                  </a:cubicBezTo>
                  <a:cubicBezTo>
                    <a:pt x="110" y="874"/>
                    <a:pt x="112" y="891"/>
                    <a:pt x="120" y="907"/>
                  </a:cubicBezTo>
                  <a:cubicBezTo>
                    <a:pt x="134" y="936"/>
                    <a:pt x="163" y="953"/>
                    <a:pt x="193" y="953"/>
                  </a:cubicBezTo>
                  <a:cubicBezTo>
                    <a:pt x="204" y="953"/>
                    <a:pt x="217" y="950"/>
                    <a:pt x="228" y="944"/>
                  </a:cubicBezTo>
                  <a:cubicBezTo>
                    <a:pt x="263" y="927"/>
                    <a:pt x="263" y="927"/>
                    <a:pt x="263" y="927"/>
                  </a:cubicBezTo>
                  <a:cubicBezTo>
                    <a:pt x="261" y="942"/>
                    <a:pt x="264" y="957"/>
                    <a:pt x="271" y="971"/>
                  </a:cubicBezTo>
                  <a:cubicBezTo>
                    <a:pt x="281" y="990"/>
                    <a:pt x="297" y="1005"/>
                    <a:pt x="318" y="1012"/>
                  </a:cubicBezTo>
                  <a:cubicBezTo>
                    <a:pt x="326" y="1015"/>
                    <a:pt x="335" y="1017"/>
                    <a:pt x="344" y="1017"/>
                  </a:cubicBezTo>
                  <a:cubicBezTo>
                    <a:pt x="356" y="1017"/>
                    <a:pt x="369" y="1014"/>
                    <a:pt x="380" y="1008"/>
                  </a:cubicBezTo>
                  <a:cubicBezTo>
                    <a:pt x="748" y="828"/>
                    <a:pt x="748" y="828"/>
                    <a:pt x="748" y="828"/>
                  </a:cubicBezTo>
                  <a:cubicBezTo>
                    <a:pt x="829" y="788"/>
                    <a:pt x="904" y="737"/>
                    <a:pt x="971" y="676"/>
                  </a:cubicBezTo>
                  <a:cubicBezTo>
                    <a:pt x="1054" y="599"/>
                    <a:pt x="1054" y="599"/>
                    <a:pt x="1054" y="599"/>
                  </a:cubicBezTo>
                  <a:cubicBezTo>
                    <a:pt x="1244" y="506"/>
                    <a:pt x="1244" y="506"/>
                    <a:pt x="1244" y="506"/>
                  </a:cubicBezTo>
                  <a:cubicBezTo>
                    <a:pt x="1253" y="502"/>
                    <a:pt x="1257" y="490"/>
                    <a:pt x="1253" y="481"/>
                  </a:cubicBezTo>
                  <a:close/>
                  <a:moveTo>
                    <a:pt x="1051" y="559"/>
                  </a:moveTo>
                  <a:cubicBezTo>
                    <a:pt x="838" y="123"/>
                    <a:pt x="838" y="123"/>
                    <a:pt x="838" y="123"/>
                  </a:cubicBezTo>
                  <a:cubicBezTo>
                    <a:pt x="996" y="46"/>
                    <a:pt x="996" y="46"/>
                    <a:pt x="996" y="46"/>
                  </a:cubicBezTo>
                  <a:cubicBezTo>
                    <a:pt x="1209" y="482"/>
                    <a:pt x="1209" y="482"/>
                    <a:pt x="1209" y="482"/>
                  </a:cubicBezTo>
                  <a:lnTo>
                    <a:pt x="1051" y="559"/>
                  </a:lnTo>
                  <a:close/>
                  <a:moveTo>
                    <a:pt x="1051" y="559"/>
                  </a:moveTo>
                  <a:cubicBezTo>
                    <a:pt x="1051" y="559"/>
                    <a:pt x="1051" y="559"/>
                    <a:pt x="1051" y="559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5250808" y="2598041"/>
            <a:ext cx="410312" cy="375072"/>
            <a:chOff x="4995863" y="2716213"/>
            <a:chExt cx="258762" cy="236537"/>
          </a:xfrm>
          <a:solidFill>
            <a:schemeClr val="bg1"/>
          </a:solidFill>
        </p:grpSpPr>
        <p:sp>
          <p:nvSpPr>
            <p:cNvPr id="49" name="Freeform 22"/>
            <p:cNvSpPr>
              <a:spLocks noEditPoints="1"/>
            </p:cNvSpPr>
            <p:nvPr/>
          </p:nvSpPr>
          <p:spPr bwMode="auto">
            <a:xfrm>
              <a:off x="4995863" y="2716213"/>
              <a:ext cx="166687" cy="236537"/>
            </a:xfrm>
            <a:custGeom>
              <a:avLst/>
              <a:gdLst>
                <a:gd name="T0" fmla="*/ 985 w 1004"/>
                <a:gd name="T1" fmla="*/ 247 h 1415"/>
                <a:gd name="T2" fmla="*/ 747 w 1004"/>
                <a:gd name="T3" fmla="*/ 247 h 1415"/>
                <a:gd name="T4" fmla="*/ 747 w 1004"/>
                <a:gd name="T5" fmla="*/ 244 h 1415"/>
                <a:gd name="T6" fmla="*/ 502 w 1004"/>
                <a:gd name="T7" fmla="*/ 0 h 1415"/>
                <a:gd name="T8" fmla="*/ 258 w 1004"/>
                <a:gd name="T9" fmla="*/ 244 h 1415"/>
                <a:gd name="T10" fmla="*/ 258 w 1004"/>
                <a:gd name="T11" fmla="*/ 247 h 1415"/>
                <a:gd name="T12" fmla="*/ 19 w 1004"/>
                <a:gd name="T13" fmla="*/ 247 h 1415"/>
                <a:gd name="T14" fmla="*/ 0 w 1004"/>
                <a:gd name="T15" fmla="*/ 266 h 1415"/>
                <a:gd name="T16" fmla="*/ 0 w 1004"/>
                <a:gd name="T17" fmla="*/ 1222 h 1415"/>
                <a:gd name="T18" fmla="*/ 193 w 1004"/>
                <a:gd name="T19" fmla="*/ 1415 h 1415"/>
                <a:gd name="T20" fmla="*/ 640 w 1004"/>
                <a:gd name="T21" fmla="*/ 1415 h 1415"/>
                <a:gd name="T22" fmla="*/ 659 w 1004"/>
                <a:gd name="T23" fmla="*/ 1395 h 1415"/>
                <a:gd name="T24" fmla="*/ 640 w 1004"/>
                <a:gd name="T25" fmla="*/ 1376 h 1415"/>
                <a:gd name="T26" fmla="*/ 193 w 1004"/>
                <a:gd name="T27" fmla="*/ 1376 h 1415"/>
                <a:gd name="T28" fmla="*/ 38 w 1004"/>
                <a:gd name="T29" fmla="*/ 1222 h 1415"/>
                <a:gd name="T30" fmla="*/ 38 w 1004"/>
                <a:gd name="T31" fmla="*/ 285 h 1415"/>
                <a:gd name="T32" fmla="*/ 258 w 1004"/>
                <a:gd name="T33" fmla="*/ 285 h 1415"/>
                <a:gd name="T34" fmla="*/ 258 w 1004"/>
                <a:gd name="T35" fmla="*/ 419 h 1415"/>
                <a:gd name="T36" fmla="*/ 277 w 1004"/>
                <a:gd name="T37" fmla="*/ 438 h 1415"/>
                <a:gd name="T38" fmla="*/ 297 w 1004"/>
                <a:gd name="T39" fmla="*/ 419 h 1415"/>
                <a:gd name="T40" fmla="*/ 297 w 1004"/>
                <a:gd name="T41" fmla="*/ 285 h 1415"/>
                <a:gd name="T42" fmla="*/ 708 w 1004"/>
                <a:gd name="T43" fmla="*/ 285 h 1415"/>
                <a:gd name="T44" fmla="*/ 708 w 1004"/>
                <a:gd name="T45" fmla="*/ 419 h 1415"/>
                <a:gd name="T46" fmla="*/ 727 w 1004"/>
                <a:gd name="T47" fmla="*/ 438 h 1415"/>
                <a:gd name="T48" fmla="*/ 747 w 1004"/>
                <a:gd name="T49" fmla="*/ 419 h 1415"/>
                <a:gd name="T50" fmla="*/ 747 w 1004"/>
                <a:gd name="T51" fmla="*/ 285 h 1415"/>
                <a:gd name="T52" fmla="*/ 966 w 1004"/>
                <a:gd name="T53" fmla="*/ 285 h 1415"/>
                <a:gd name="T54" fmla="*/ 966 w 1004"/>
                <a:gd name="T55" fmla="*/ 361 h 1415"/>
                <a:gd name="T56" fmla="*/ 985 w 1004"/>
                <a:gd name="T57" fmla="*/ 380 h 1415"/>
                <a:gd name="T58" fmla="*/ 1004 w 1004"/>
                <a:gd name="T59" fmla="*/ 361 h 1415"/>
                <a:gd name="T60" fmla="*/ 1004 w 1004"/>
                <a:gd name="T61" fmla="*/ 266 h 1415"/>
                <a:gd name="T62" fmla="*/ 985 w 1004"/>
                <a:gd name="T63" fmla="*/ 247 h 1415"/>
                <a:gd name="T64" fmla="*/ 708 w 1004"/>
                <a:gd name="T65" fmla="*/ 247 h 1415"/>
                <a:gd name="T66" fmla="*/ 297 w 1004"/>
                <a:gd name="T67" fmla="*/ 247 h 1415"/>
                <a:gd name="T68" fmla="*/ 297 w 1004"/>
                <a:gd name="T69" fmla="*/ 244 h 1415"/>
                <a:gd name="T70" fmla="*/ 502 w 1004"/>
                <a:gd name="T71" fmla="*/ 39 h 1415"/>
                <a:gd name="T72" fmla="*/ 708 w 1004"/>
                <a:gd name="T73" fmla="*/ 244 h 1415"/>
                <a:gd name="T74" fmla="*/ 708 w 1004"/>
                <a:gd name="T75" fmla="*/ 247 h 1415"/>
                <a:gd name="T76" fmla="*/ 708 w 1004"/>
                <a:gd name="T77" fmla="*/ 247 h 1415"/>
                <a:gd name="T78" fmla="*/ 708 w 1004"/>
                <a:gd name="T79" fmla="*/ 247 h 14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4" h="1415">
                  <a:moveTo>
                    <a:pt x="985" y="247"/>
                  </a:moveTo>
                  <a:cubicBezTo>
                    <a:pt x="747" y="247"/>
                    <a:pt x="747" y="247"/>
                    <a:pt x="747" y="247"/>
                  </a:cubicBezTo>
                  <a:cubicBezTo>
                    <a:pt x="747" y="244"/>
                    <a:pt x="747" y="244"/>
                    <a:pt x="747" y="244"/>
                  </a:cubicBezTo>
                  <a:cubicBezTo>
                    <a:pt x="747" y="110"/>
                    <a:pt x="637" y="0"/>
                    <a:pt x="502" y="0"/>
                  </a:cubicBezTo>
                  <a:cubicBezTo>
                    <a:pt x="368" y="0"/>
                    <a:pt x="258" y="110"/>
                    <a:pt x="258" y="244"/>
                  </a:cubicBezTo>
                  <a:cubicBezTo>
                    <a:pt x="258" y="247"/>
                    <a:pt x="258" y="247"/>
                    <a:pt x="258" y="247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9" y="247"/>
                    <a:pt x="0" y="256"/>
                    <a:pt x="0" y="266"/>
                  </a:cubicBezTo>
                  <a:cubicBezTo>
                    <a:pt x="0" y="1222"/>
                    <a:pt x="0" y="1222"/>
                    <a:pt x="0" y="1222"/>
                  </a:cubicBezTo>
                  <a:cubicBezTo>
                    <a:pt x="0" y="1328"/>
                    <a:pt x="86" y="1415"/>
                    <a:pt x="193" y="1415"/>
                  </a:cubicBezTo>
                  <a:cubicBezTo>
                    <a:pt x="640" y="1415"/>
                    <a:pt x="640" y="1415"/>
                    <a:pt x="640" y="1415"/>
                  </a:cubicBezTo>
                  <a:cubicBezTo>
                    <a:pt x="650" y="1415"/>
                    <a:pt x="659" y="1406"/>
                    <a:pt x="659" y="1395"/>
                  </a:cubicBezTo>
                  <a:cubicBezTo>
                    <a:pt x="659" y="1385"/>
                    <a:pt x="650" y="1376"/>
                    <a:pt x="640" y="1376"/>
                  </a:cubicBezTo>
                  <a:cubicBezTo>
                    <a:pt x="193" y="1376"/>
                    <a:pt x="193" y="1376"/>
                    <a:pt x="193" y="1376"/>
                  </a:cubicBezTo>
                  <a:cubicBezTo>
                    <a:pt x="108" y="1376"/>
                    <a:pt x="38" y="1307"/>
                    <a:pt x="38" y="1222"/>
                  </a:cubicBezTo>
                  <a:cubicBezTo>
                    <a:pt x="38" y="285"/>
                    <a:pt x="38" y="285"/>
                    <a:pt x="38" y="285"/>
                  </a:cubicBezTo>
                  <a:cubicBezTo>
                    <a:pt x="258" y="285"/>
                    <a:pt x="258" y="285"/>
                    <a:pt x="258" y="285"/>
                  </a:cubicBezTo>
                  <a:cubicBezTo>
                    <a:pt x="258" y="419"/>
                    <a:pt x="258" y="419"/>
                    <a:pt x="258" y="419"/>
                  </a:cubicBezTo>
                  <a:cubicBezTo>
                    <a:pt x="258" y="429"/>
                    <a:pt x="267" y="438"/>
                    <a:pt x="277" y="438"/>
                  </a:cubicBezTo>
                  <a:cubicBezTo>
                    <a:pt x="288" y="438"/>
                    <a:pt x="297" y="429"/>
                    <a:pt x="297" y="419"/>
                  </a:cubicBezTo>
                  <a:cubicBezTo>
                    <a:pt x="297" y="285"/>
                    <a:pt x="297" y="285"/>
                    <a:pt x="297" y="285"/>
                  </a:cubicBezTo>
                  <a:cubicBezTo>
                    <a:pt x="708" y="285"/>
                    <a:pt x="708" y="285"/>
                    <a:pt x="708" y="285"/>
                  </a:cubicBezTo>
                  <a:cubicBezTo>
                    <a:pt x="708" y="419"/>
                    <a:pt x="708" y="419"/>
                    <a:pt x="708" y="419"/>
                  </a:cubicBezTo>
                  <a:cubicBezTo>
                    <a:pt x="708" y="429"/>
                    <a:pt x="717" y="438"/>
                    <a:pt x="727" y="438"/>
                  </a:cubicBezTo>
                  <a:cubicBezTo>
                    <a:pt x="738" y="438"/>
                    <a:pt x="747" y="429"/>
                    <a:pt x="747" y="419"/>
                  </a:cubicBezTo>
                  <a:cubicBezTo>
                    <a:pt x="747" y="285"/>
                    <a:pt x="747" y="285"/>
                    <a:pt x="747" y="285"/>
                  </a:cubicBezTo>
                  <a:cubicBezTo>
                    <a:pt x="966" y="285"/>
                    <a:pt x="966" y="285"/>
                    <a:pt x="966" y="285"/>
                  </a:cubicBezTo>
                  <a:cubicBezTo>
                    <a:pt x="966" y="361"/>
                    <a:pt x="966" y="361"/>
                    <a:pt x="966" y="361"/>
                  </a:cubicBezTo>
                  <a:cubicBezTo>
                    <a:pt x="966" y="372"/>
                    <a:pt x="975" y="380"/>
                    <a:pt x="985" y="380"/>
                  </a:cubicBezTo>
                  <a:cubicBezTo>
                    <a:pt x="996" y="380"/>
                    <a:pt x="1004" y="372"/>
                    <a:pt x="1004" y="361"/>
                  </a:cubicBezTo>
                  <a:cubicBezTo>
                    <a:pt x="1004" y="266"/>
                    <a:pt x="1004" y="266"/>
                    <a:pt x="1004" y="266"/>
                  </a:cubicBezTo>
                  <a:cubicBezTo>
                    <a:pt x="1004" y="256"/>
                    <a:pt x="996" y="247"/>
                    <a:pt x="985" y="247"/>
                  </a:cubicBezTo>
                  <a:close/>
                  <a:moveTo>
                    <a:pt x="708" y="247"/>
                  </a:moveTo>
                  <a:cubicBezTo>
                    <a:pt x="297" y="247"/>
                    <a:pt x="297" y="247"/>
                    <a:pt x="297" y="247"/>
                  </a:cubicBezTo>
                  <a:cubicBezTo>
                    <a:pt x="297" y="244"/>
                    <a:pt x="297" y="244"/>
                    <a:pt x="297" y="244"/>
                  </a:cubicBezTo>
                  <a:cubicBezTo>
                    <a:pt x="297" y="131"/>
                    <a:pt x="389" y="39"/>
                    <a:pt x="502" y="39"/>
                  </a:cubicBezTo>
                  <a:cubicBezTo>
                    <a:pt x="616" y="39"/>
                    <a:pt x="708" y="131"/>
                    <a:pt x="708" y="244"/>
                  </a:cubicBezTo>
                  <a:lnTo>
                    <a:pt x="708" y="247"/>
                  </a:lnTo>
                  <a:close/>
                  <a:moveTo>
                    <a:pt x="708" y="247"/>
                  </a:moveTo>
                  <a:cubicBezTo>
                    <a:pt x="708" y="247"/>
                    <a:pt x="708" y="247"/>
                    <a:pt x="708" y="24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0" name="Freeform 23"/>
            <p:cNvSpPr>
              <a:spLocks noEditPoints="1"/>
            </p:cNvSpPr>
            <p:nvPr/>
          </p:nvSpPr>
          <p:spPr bwMode="auto">
            <a:xfrm>
              <a:off x="5119688" y="2789238"/>
              <a:ext cx="134937" cy="163512"/>
            </a:xfrm>
            <a:custGeom>
              <a:avLst/>
              <a:gdLst>
                <a:gd name="T0" fmla="*/ 792 w 812"/>
                <a:gd name="T1" fmla="*/ 247 h 980"/>
                <a:gd name="T2" fmla="*/ 603 w 812"/>
                <a:gd name="T3" fmla="*/ 247 h 980"/>
                <a:gd name="T4" fmla="*/ 603 w 812"/>
                <a:gd name="T5" fmla="*/ 197 h 980"/>
                <a:gd name="T6" fmla="*/ 406 w 812"/>
                <a:gd name="T7" fmla="*/ 0 h 980"/>
                <a:gd name="T8" fmla="*/ 208 w 812"/>
                <a:gd name="T9" fmla="*/ 197 h 980"/>
                <a:gd name="T10" fmla="*/ 208 w 812"/>
                <a:gd name="T11" fmla="*/ 247 h 980"/>
                <a:gd name="T12" fmla="*/ 19 w 812"/>
                <a:gd name="T13" fmla="*/ 247 h 980"/>
                <a:gd name="T14" fmla="*/ 0 w 812"/>
                <a:gd name="T15" fmla="*/ 266 h 980"/>
                <a:gd name="T16" fmla="*/ 0 w 812"/>
                <a:gd name="T17" fmla="*/ 908 h 980"/>
                <a:gd name="T18" fmla="*/ 72 w 812"/>
                <a:gd name="T19" fmla="*/ 980 h 980"/>
                <a:gd name="T20" fmla="*/ 739 w 812"/>
                <a:gd name="T21" fmla="*/ 980 h 980"/>
                <a:gd name="T22" fmla="*/ 812 w 812"/>
                <a:gd name="T23" fmla="*/ 908 h 980"/>
                <a:gd name="T24" fmla="*/ 812 w 812"/>
                <a:gd name="T25" fmla="*/ 266 h 980"/>
                <a:gd name="T26" fmla="*/ 792 w 812"/>
                <a:gd name="T27" fmla="*/ 247 h 980"/>
                <a:gd name="T28" fmla="*/ 406 w 812"/>
                <a:gd name="T29" fmla="*/ 38 h 980"/>
                <a:gd name="T30" fmla="*/ 565 w 812"/>
                <a:gd name="T31" fmla="*/ 197 h 980"/>
                <a:gd name="T32" fmla="*/ 565 w 812"/>
                <a:gd name="T33" fmla="*/ 247 h 980"/>
                <a:gd name="T34" fmla="*/ 247 w 812"/>
                <a:gd name="T35" fmla="*/ 247 h 980"/>
                <a:gd name="T36" fmla="*/ 247 w 812"/>
                <a:gd name="T37" fmla="*/ 197 h 980"/>
                <a:gd name="T38" fmla="*/ 247 w 812"/>
                <a:gd name="T39" fmla="*/ 197 h 980"/>
                <a:gd name="T40" fmla="*/ 406 w 812"/>
                <a:gd name="T41" fmla="*/ 38 h 980"/>
                <a:gd name="T42" fmla="*/ 773 w 812"/>
                <a:gd name="T43" fmla="*/ 907 h 980"/>
                <a:gd name="T44" fmla="*/ 739 w 812"/>
                <a:gd name="T45" fmla="*/ 941 h 980"/>
                <a:gd name="T46" fmla="*/ 72 w 812"/>
                <a:gd name="T47" fmla="*/ 941 h 980"/>
                <a:gd name="T48" fmla="*/ 39 w 812"/>
                <a:gd name="T49" fmla="*/ 907 h 980"/>
                <a:gd name="T50" fmla="*/ 39 w 812"/>
                <a:gd name="T51" fmla="*/ 285 h 980"/>
                <a:gd name="T52" fmla="*/ 208 w 812"/>
                <a:gd name="T53" fmla="*/ 285 h 980"/>
                <a:gd name="T54" fmla="*/ 208 w 812"/>
                <a:gd name="T55" fmla="*/ 377 h 980"/>
                <a:gd name="T56" fmla="*/ 228 w 812"/>
                <a:gd name="T57" fmla="*/ 397 h 980"/>
                <a:gd name="T58" fmla="*/ 247 w 812"/>
                <a:gd name="T59" fmla="*/ 377 h 980"/>
                <a:gd name="T60" fmla="*/ 247 w 812"/>
                <a:gd name="T61" fmla="*/ 285 h 980"/>
                <a:gd name="T62" fmla="*/ 565 w 812"/>
                <a:gd name="T63" fmla="*/ 285 h 980"/>
                <a:gd name="T64" fmla="*/ 565 w 812"/>
                <a:gd name="T65" fmla="*/ 377 h 980"/>
                <a:gd name="T66" fmla="*/ 584 w 812"/>
                <a:gd name="T67" fmla="*/ 397 h 980"/>
                <a:gd name="T68" fmla="*/ 603 w 812"/>
                <a:gd name="T69" fmla="*/ 377 h 980"/>
                <a:gd name="T70" fmla="*/ 603 w 812"/>
                <a:gd name="T71" fmla="*/ 285 h 980"/>
                <a:gd name="T72" fmla="*/ 773 w 812"/>
                <a:gd name="T73" fmla="*/ 285 h 980"/>
                <a:gd name="T74" fmla="*/ 773 w 812"/>
                <a:gd name="T75" fmla="*/ 907 h 980"/>
                <a:gd name="T76" fmla="*/ 773 w 812"/>
                <a:gd name="T77" fmla="*/ 907 h 980"/>
                <a:gd name="T78" fmla="*/ 773 w 812"/>
                <a:gd name="T79" fmla="*/ 907 h 9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812" h="980">
                  <a:moveTo>
                    <a:pt x="792" y="247"/>
                  </a:moveTo>
                  <a:cubicBezTo>
                    <a:pt x="603" y="247"/>
                    <a:pt x="603" y="247"/>
                    <a:pt x="603" y="247"/>
                  </a:cubicBezTo>
                  <a:cubicBezTo>
                    <a:pt x="603" y="197"/>
                    <a:pt x="603" y="197"/>
                    <a:pt x="603" y="197"/>
                  </a:cubicBezTo>
                  <a:cubicBezTo>
                    <a:pt x="603" y="88"/>
                    <a:pt x="515" y="0"/>
                    <a:pt x="406" y="0"/>
                  </a:cubicBezTo>
                  <a:cubicBezTo>
                    <a:pt x="297" y="0"/>
                    <a:pt x="208" y="88"/>
                    <a:pt x="208" y="197"/>
                  </a:cubicBezTo>
                  <a:cubicBezTo>
                    <a:pt x="208" y="247"/>
                    <a:pt x="208" y="247"/>
                    <a:pt x="208" y="247"/>
                  </a:cubicBezTo>
                  <a:cubicBezTo>
                    <a:pt x="19" y="247"/>
                    <a:pt x="19" y="247"/>
                    <a:pt x="19" y="247"/>
                  </a:cubicBezTo>
                  <a:cubicBezTo>
                    <a:pt x="9" y="247"/>
                    <a:pt x="0" y="256"/>
                    <a:pt x="0" y="266"/>
                  </a:cubicBezTo>
                  <a:cubicBezTo>
                    <a:pt x="0" y="908"/>
                    <a:pt x="0" y="908"/>
                    <a:pt x="0" y="908"/>
                  </a:cubicBezTo>
                  <a:cubicBezTo>
                    <a:pt x="0" y="947"/>
                    <a:pt x="32" y="980"/>
                    <a:pt x="72" y="980"/>
                  </a:cubicBezTo>
                  <a:cubicBezTo>
                    <a:pt x="739" y="980"/>
                    <a:pt x="739" y="980"/>
                    <a:pt x="739" y="980"/>
                  </a:cubicBezTo>
                  <a:cubicBezTo>
                    <a:pt x="779" y="980"/>
                    <a:pt x="812" y="948"/>
                    <a:pt x="812" y="908"/>
                  </a:cubicBezTo>
                  <a:cubicBezTo>
                    <a:pt x="812" y="266"/>
                    <a:pt x="812" y="266"/>
                    <a:pt x="812" y="266"/>
                  </a:cubicBezTo>
                  <a:cubicBezTo>
                    <a:pt x="812" y="255"/>
                    <a:pt x="803" y="247"/>
                    <a:pt x="792" y="247"/>
                  </a:cubicBezTo>
                  <a:close/>
                  <a:moveTo>
                    <a:pt x="406" y="38"/>
                  </a:moveTo>
                  <a:cubicBezTo>
                    <a:pt x="494" y="38"/>
                    <a:pt x="565" y="110"/>
                    <a:pt x="565" y="197"/>
                  </a:cubicBezTo>
                  <a:cubicBezTo>
                    <a:pt x="565" y="247"/>
                    <a:pt x="565" y="247"/>
                    <a:pt x="565" y="247"/>
                  </a:cubicBezTo>
                  <a:cubicBezTo>
                    <a:pt x="247" y="247"/>
                    <a:pt x="247" y="247"/>
                    <a:pt x="247" y="247"/>
                  </a:cubicBezTo>
                  <a:cubicBezTo>
                    <a:pt x="247" y="197"/>
                    <a:pt x="247" y="197"/>
                    <a:pt x="247" y="197"/>
                  </a:cubicBezTo>
                  <a:cubicBezTo>
                    <a:pt x="247" y="197"/>
                    <a:pt x="247" y="197"/>
                    <a:pt x="247" y="197"/>
                  </a:cubicBezTo>
                  <a:cubicBezTo>
                    <a:pt x="247" y="110"/>
                    <a:pt x="318" y="38"/>
                    <a:pt x="406" y="38"/>
                  </a:cubicBezTo>
                  <a:close/>
                  <a:moveTo>
                    <a:pt x="773" y="907"/>
                  </a:moveTo>
                  <a:cubicBezTo>
                    <a:pt x="773" y="926"/>
                    <a:pt x="758" y="941"/>
                    <a:pt x="739" y="941"/>
                  </a:cubicBezTo>
                  <a:cubicBezTo>
                    <a:pt x="72" y="941"/>
                    <a:pt x="72" y="941"/>
                    <a:pt x="72" y="941"/>
                  </a:cubicBezTo>
                  <a:cubicBezTo>
                    <a:pt x="54" y="941"/>
                    <a:pt x="39" y="926"/>
                    <a:pt x="39" y="907"/>
                  </a:cubicBezTo>
                  <a:cubicBezTo>
                    <a:pt x="39" y="285"/>
                    <a:pt x="39" y="285"/>
                    <a:pt x="39" y="285"/>
                  </a:cubicBezTo>
                  <a:cubicBezTo>
                    <a:pt x="208" y="285"/>
                    <a:pt x="208" y="285"/>
                    <a:pt x="208" y="285"/>
                  </a:cubicBezTo>
                  <a:cubicBezTo>
                    <a:pt x="208" y="377"/>
                    <a:pt x="208" y="377"/>
                    <a:pt x="208" y="377"/>
                  </a:cubicBezTo>
                  <a:cubicBezTo>
                    <a:pt x="208" y="388"/>
                    <a:pt x="217" y="397"/>
                    <a:pt x="228" y="397"/>
                  </a:cubicBezTo>
                  <a:cubicBezTo>
                    <a:pt x="238" y="397"/>
                    <a:pt x="247" y="388"/>
                    <a:pt x="247" y="377"/>
                  </a:cubicBezTo>
                  <a:cubicBezTo>
                    <a:pt x="247" y="285"/>
                    <a:pt x="247" y="285"/>
                    <a:pt x="247" y="285"/>
                  </a:cubicBezTo>
                  <a:cubicBezTo>
                    <a:pt x="565" y="285"/>
                    <a:pt x="565" y="285"/>
                    <a:pt x="565" y="285"/>
                  </a:cubicBezTo>
                  <a:cubicBezTo>
                    <a:pt x="565" y="377"/>
                    <a:pt x="565" y="377"/>
                    <a:pt x="565" y="377"/>
                  </a:cubicBezTo>
                  <a:cubicBezTo>
                    <a:pt x="565" y="388"/>
                    <a:pt x="573" y="397"/>
                    <a:pt x="584" y="397"/>
                  </a:cubicBezTo>
                  <a:cubicBezTo>
                    <a:pt x="594" y="397"/>
                    <a:pt x="603" y="388"/>
                    <a:pt x="603" y="377"/>
                  </a:cubicBezTo>
                  <a:cubicBezTo>
                    <a:pt x="603" y="285"/>
                    <a:pt x="603" y="285"/>
                    <a:pt x="603" y="285"/>
                  </a:cubicBezTo>
                  <a:cubicBezTo>
                    <a:pt x="773" y="285"/>
                    <a:pt x="773" y="285"/>
                    <a:pt x="773" y="285"/>
                  </a:cubicBezTo>
                  <a:lnTo>
                    <a:pt x="773" y="907"/>
                  </a:lnTo>
                  <a:close/>
                  <a:moveTo>
                    <a:pt x="773" y="907"/>
                  </a:moveTo>
                  <a:cubicBezTo>
                    <a:pt x="773" y="907"/>
                    <a:pt x="773" y="907"/>
                    <a:pt x="773" y="907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6266897" y="3450589"/>
            <a:ext cx="385285" cy="418310"/>
            <a:chOff x="6351588" y="2730500"/>
            <a:chExt cx="222250" cy="241301"/>
          </a:xfrm>
          <a:solidFill>
            <a:schemeClr val="bg1"/>
          </a:solidFill>
        </p:grpSpPr>
        <p:sp>
          <p:nvSpPr>
            <p:cNvPr id="52" name="Freeform 33"/>
            <p:cNvSpPr>
              <a:spLocks noEditPoints="1"/>
            </p:cNvSpPr>
            <p:nvPr/>
          </p:nvSpPr>
          <p:spPr bwMode="auto">
            <a:xfrm>
              <a:off x="6351588" y="2773363"/>
              <a:ext cx="222250" cy="198438"/>
            </a:xfrm>
            <a:custGeom>
              <a:avLst/>
              <a:gdLst>
                <a:gd name="T0" fmla="*/ 1321 w 1436"/>
                <a:gd name="T1" fmla="*/ 0 h 1285"/>
                <a:gd name="T2" fmla="*/ 1010 w 1436"/>
                <a:gd name="T3" fmla="*/ 0 h 1285"/>
                <a:gd name="T4" fmla="*/ 991 w 1436"/>
                <a:gd name="T5" fmla="*/ 19 h 1285"/>
                <a:gd name="T6" fmla="*/ 1010 w 1436"/>
                <a:gd name="T7" fmla="*/ 38 h 1285"/>
                <a:gd name="T8" fmla="*/ 1321 w 1436"/>
                <a:gd name="T9" fmla="*/ 38 h 1285"/>
                <a:gd name="T10" fmla="*/ 1397 w 1436"/>
                <a:gd name="T11" fmla="*/ 115 h 1285"/>
                <a:gd name="T12" fmla="*/ 1397 w 1436"/>
                <a:gd name="T13" fmla="*/ 912 h 1285"/>
                <a:gd name="T14" fmla="*/ 1321 w 1436"/>
                <a:gd name="T15" fmla="*/ 989 h 1285"/>
                <a:gd name="T16" fmla="*/ 115 w 1436"/>
                <a:gd name="T17" fmla="*/ 989 h 1285"/>
                <a:gd name="T18" fmla="*/ 38 w 1436"/>
                <a:gd name="T19" fmla="*/ 912 h 1285"/>
                <a:gd name="T20" fmla="*/ 38 w 1436"/>
                <a:gd name="T21" fmla="*/ 115 h 1285"/>
                <a:gd name="T22" fmla="*/ 115 w 1436"/>
                <a:gd name="T23" fmla="*/ 38 h 1285"/>
                <a:gd name="T24" fmla="*/ 430 w 1436"/>
                <a:gd name="T25" fmla="*/ 38 h 1285"/>
                <a:gd name="T26" fmla="*/ 449 w 1436"/>
                <a:gd name="T27" fmla="*/ 19 h 1285"/>
                <a:gd name="T28" fmla="*/ 430 w 1436"/>
                <a:gd name="T29" fmla="*/ 0 h 1285"/>
                <a:gd name="T30" fmla="*/ 115 w 1436"/>
                <a:gd name="T31" fmla="*/ 0 h 1285"/>
                <a:gd name="T32" fmla="*/ 0 w 1436"/>
                <a:gd name="T33" fmla="*/ 115 h 1285"/>
                <a:gd name="T34" fmla="*/ 0 w 1436"/>
                <a:gd name="T35" fmla="*/ 913 h 1285"/>
                <a:gd name="T36" fmla="*/ 115 w 1436"/>
                <a:gd name="T37" fmla="*/ 1028 h 1285"/>
                <a:gd name="T38" fmla="*/ 699 w 1436"/>
                <a:gd name="T39" fmla="*/ 1028 h 1285"/>
                <a:gd name="T40" fmla="*/ 699 w 1436"/>
                <a:gd name="T41" fmla="*/ 1246 h 1285"/>
                <a:gd name="T42" fmla="*/ 419 w 1436"/>
                <a:gd name="T43" fmla="*/ 1246 h 1285"/>
                <a:gd name="T44" fmla="*/ 400 w 1436"/>
                <a:gd name="T45" fmla="*/ 1266 h 1285"/>
                <a:gd name="T46" fmla="*/ 419 w 1436"/>
                <a:gd name="T47" fmla="*/ 1285 h 1285"/>
                <a:gd name="T48" fmla="*/ 1017 w 1436"/>
                <a:gd name="T49" fmla="*/ 1285 h 1285"/>
                <a:gd name="T50" fmla="*/ 1036 w 1436"/>
                <a:gd name="T51" fmla="*/ 1266 h 1285"/>
                <a:gd name="T52" fmla="*/ 1017 w 1436"/>
                <a:gd name="T53" fmla="*/ 1246 h 1285"/>
                <a:gd name="T54" fmla="*/ 737 w 1436"/>
                <a:gd name="T55" fmla="*/ 1246 h 1285"/>
                <a:gd name="T56" fmla="*/ 737 w 1436"/>
                <a:gd name="T57" fmla="*/ 1028 h 1285"/>
                <a:gd name="T58" fmla="*/ 1321 w 1436"/>
                <a:gd name="T59" fmla="*/ 1028 h 1285"/>
                <a:gd name="T60" fmla="*/ 1436 w 1436"/>
                <a:gd name="T61" fmla="*/ 913 h 1285"/>
                <a:gd name="T62" fmla="*/ 1436 w 1436"/>
                <a:gd name="T63" fmla="*/ 115 h 1285"/>
                <a:gd name="T64" fmla="*/ 1321 w 1436"/>
                <a:gd name="T65" fmla="*/ 0 h 1285"/>
                <a:gd name="T66" fmla="*/ 1321 w 1436"/>
                <a:gd name="T67" fmla="*/ 0 h 1285"/>
                <a:gd name="T68" fmla="*/ 1321 w 1436"/>
                <a:gd name="T69" fmla="*/ 0 h 12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436" h="1285">
                  <a:moveTo>
                    <a:pt x="1321" y="0"/>
                  </a:moveTo>
                  <a:cubicBezTo>
                    <a:pt x="1010" y="0"/>
                    <a:pt x="1010" y="0"/>
                    <a:pt x="1010" y="0"/>
                  </a:cubicBezTo>
                  <a:cubicBezTo>
                    <a:pt x="1000" y="0"/>
                    <a:pt x="991" y="8"/>
                    <a:pt x="991" y="19"/>
                  </a:cubicBezTo>
                  <a:cubicBezTo>
                    <a:pt x="991" y="29"/>
                    <a:pt x="1000" y="38"/>
                    <a:pt x="1010" y="38"/>
                  </a:cubicBezTo>
                  <a:cubicBezTo>
                    <a:pt x="1321" y="38"/>
                    <a:pt x="1321" y="38"/>
                    <a:pt x="1321" y="38"/>
                  </a:cubicBezTo>
                  <a:cubicBezTo>
                    <a:pt x="1363" y="38"/>
                    <a:pt x="1397" y="72"/>
                    <a:pt x="1397" y="115"/>
                  </a:cubicBezTo>
                  <a:cubicBezTo>
                    <a:pt x="1397" y="912"/>
                    <a:pt x="1397" y="912"/>
                    <a:pt x="1397" y="912"/>
                  </a:cubicBezTo>
                  <a:cubicBezTo>
                    <a:pt x="1397" y="955"/>
                    <a:pt x="1363" y="989"/>
                    <a:pt x="1321" y="989"/>
                  </a:cubicBezTo>
                  <a:cubicBezTo>
                    <a:pt x="115" y="989"/>
                    <a:pt x="115" y="989"/>
                    <a:pt x="115" y="989"/>
                  </a:cubicBezTo>
                  <a:cubicBezTo>
                    <a:pt x="73" y="989"/>
                    <a:pt x="38" y="955"/>
                    <a:pt x="38" y="912"/>
                  </a:cubicBezTo>
                  <a:cubicBezTo>
                    <a:pt x="38" y="115"/>
                    <a:pt x="38" y="115"/>
                    <a:pt x="38" y="115"/>
                  </a:cubicBezTo>
                  <a:cubicBezTo>
                    <a:pt x="38" y="73"/>
                    <a:pt x="73" y="38"/>
                    <a:pt x="115" y="38"/>
                  </a:cubicBezTo>
                  <a:cubicBezTo>
                    <a:pt x="430" y="38"/>
                    <a:pt x="430" y="38"/>
                    <a:pt x="430" y="38"/>
                  </a:cubicBezTo>
                  <a:cubicBezTo>
                    <a:pt x="441" y="38"/>
                    <a:pt x="449" y="30"/>
                    <a:pt x="449" y="19"/>
                  </a:cubicBezTo>
                  <a:cubicBezTo>
                    <a:pt x="449" y="9"/>
                    <a:pt x="441" y="0"/>
                    <a:pt x="430" y="0"/>
                  </a:cubicBezTo>
                  <a:cubicBezTo>
                    <a:pt x="115" y="0"/>
                    <a:pt x="115" y="0"/>
                    <a:pt x="115" y="0"/>
                  </a:cubicBezTo>
                  <a:cubicBezTo>
                    <a:pt x="52" y="0"/>
                    <a:pt x="0" y="52"/>
                    <a:pt x="0" y="115"/>
                  </a:cubicBezTo>
                  <a:cubicBezTo>
                    <a:pt x="0" y="913"/>
                    <a:pt x="0" y="913"/>
                    <a:pt x="0" y="913"/>
                  </a:cubicBezTo>
                  <a:cubicBezTo>
                    <a:pt x="0" y="976"/>
                    <a:pt x="52" y="1028"/>
                    <a:pt x="115" y="1028"/>
                  </a:cubicBezTo>
                  <a:cubicBezTo>
                    <a:pt x="699" y="1028"/>
                    <a:pt x="699" y="1028"/>
                    <a:pt x="699" y="1028"/>
                  </a:cubicBezTo>
                  <a:cubicBezTo>
                    <a:pt x="699" y="1246"/>
                    <a:pt x="699" y="1246"/>
                    <a:pt x="699" y="1246"/>
                  </a:cubicBezTo>
                  <a:cubicBezTo>
                    <a:pt x="419" y="1246"/>
                    <a:pt x="419" y="1246"/>
                    <a:pt x="419" y="1246"/>
                  </a:cubicBezTo>
                  <a:cubicBezTo>
                    <a:pt x="408" y="1246"/>
                    <a:pt x="400" y="1255"/>
                    <a:pt x="400" y="1266"/>
                  </a:cubicBezTo>
                  <a:cubicBezTo>
                    <a:pt x="400" y="1276"/>
                    <a:pt x="408" y="1285"/>
                    <a:pt x="419" y="1285"/>
                  </a:cubicBezTo>
                  <a:cubicBezTo>
                    <a:pt x="1017" y="1285"/>
                    <a:pt x="1017" y="1285"/>
                    <a:pt x="1017" y="1285"/>
                  </a:cubicBezTo>
                  <a:cubicBezTo>
                    <a:pt x="1027" y="1285"/>
                    <a:pt x="1036" y="1276"/>
                    <a:pt x="1036" y="1266"/>
                  </a:cubicBezTo>
                  <a:cubicBezTo>
                    <a:pt x="1036" y="1255"/>
                    <a:pt x="1027" y="1246"/>
                    <a:pt x="1017" y="1246"/>
                  </a:cubicBezTo>
                  <a:cubicBezTo>
                    <a:pt x="737" y="1246"/>
                    <a:pt x="737" y="1246"/>
                    <a:pt x="737" y="1246"/>
                  </a:cubicBezTo>
                  <a:cubicBezTo>
                    <a:pt x="737" y="1028"/>
                    <a:pt x="737" y="1028"/>
                    <a:pt x="737" y="1028"/>
                  </a:cubicBezTo>
                  <a:cubicBezTo>
                    <a:pt x="1321" y="1028"/>
                    <a:pt x="1321" y="1028"/>
                    <a:pt x="1321" y="1028"/>
                  </a:cubicBezTo>
                  <a:cubicBezTo>
                    <a:pt x="1384" y="1028"/>
                    <a:pt x="1436" y="976"/>
                    <a:pt x="1436" y="913"/>
                  </a:cubicBezTo>
                  <a:cubicBezTo>
                    <a:pt x="1436" y="115"/>
                    <a:pt x="1436" y="115"/>
                    <a:pt x="1436" y="115"/>
                  </a:cubicBezTo>
                  <a:cubicBezTo>
                    <a:pt x="1436" y="52"/>
                    <a:pt x="1384" y="0"/>
                    <a:pt x="1321" y="0"/>
                  </a:cubicBezTo>
                  <a:close/>
                  <a:moveTo>
                    <a:pt x="1321" y="0"/>
                  </a:moveTo>
                  <a:cubicBezTo>
                    <a:pt x="1321" y="0"/>
                    <a:pt x="1321" y="0"/>
                    <a:pt x="1321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3" name="Freeform 34"/>
            <p:cNvSpPr>
              <a:spLocks noEditPoints="1"/>
            </p:cNvSpPr>
            <p:nvPr/>
          </p:nvSpPr>
          <p:spPr bwMode="auto">
            <a:xfrm>
              <a:off x="6437313" y="2730500"/>
              <a:ext cx="50800" cy="160338"/>
            </a:xfrm>
            <a:custGeom>
              <a:avLst/>
              <a:gdLst>
                <a:gd name="T0" fmla="*/ 338 w 338"/>
                <a:gd name="T1" fmla="*/ 57 h 1043"/>
                <a:gd name="T2" fmla="*/ 281 w 338"/>
                <a:gd name="T3" fmla="*/ 0 h 1043"/>
                <a:gd name="T4" fmla="*/ 58 w 338"/>
                <a:gd name="T5" fmla="*/ 0 h 1043"/>
                <a:gd name="T6" fmla="*/ 1 w 338"/>
                <a:gd name="T7" fmla="*/ 57 h 1043"/>
                <a:gd name="T8" fmla="*/ 1 w 338"/>
                <a:gd name="T9" fmla="*/ 189 h 1043"/>
                <a:gd name="T10" fmla="*/ 2 w 338"/>
                <a:gd name="T11" fmla="*/ 195 h 1043"/>
                <a:gd name="T12" fmla="*/ 1 w 338"/>
                <a:gd name="T13" fmla="*/ 201 h 1043"/>
                <a:gd name="T14" fmla="*/ 1 w 338"/>
                <a:gd name="T15" fmla="*/ 828 h 1043"/>
                <a:gd name="T16" fmla="*/ 0 w 338"/>
                <a:gd name="T17" fmla="*/ 828 h 1043"/>
                <a:gd name="T18" fmla="*/ 0 w 338"/>
                <a:gd name="T19" fmla="*/ 830 h 1043"/>
                <a:gd name="T20" fmla="*/ 1 w 338"/>
                <a:gd name="T21" fmla="*/ 832 h 1043"/>
                <a:gd name="T22" fmla="*/ 1 w 338"/>
                <a:gd name="T23" fmla="*/ 833 h 1043"/>
                <a:gd name="T24" fmla="*/ 1 w 338"/>
                <a:gd name="T25" fmla="*/ 835 h 1043"/>
                <a:gd name="T26" fmla="*/ 2 w 338"/>
                <a:gd name="T27" fmla="*/ 835 h 1043"/>
                <a:gd name="T28" fmla="*/ 3 w 338"/>
                <a:gd name="T29" fmla="*/ 837 h 1043"/>
                <a:gd name="T30" fmla="*/ 3 w 338"/>
                <a:gd name="T31" fmla="*/ 837 h 1043"/>
                <a:gd name="T32" fmla="*/ 4 w 338"/>
                <a:gd name="T33" fmla="*/ 839 h 1043"/>
                <a:gd name="T34" fmla="*/ 5 w 338"/>
                <a:gd name="T35" fmla="*/ 840 h 1043"/>
                <a:gd name="T36" fmla="*/ 154 w 338"/>
                <a:gd name="T37" fmla="*/ 1035 h 1043"/>
                <a:gd name="T38" fmla="*/ 169 w 338"/>
                <a:gd name="T39" fmla="*/ 1043 h 1043"/>
                <a:gd name="T40" fmla="*/ 184 w 338"/>
                <a:gd name="T41" fmla="*/ 1035 h 1043"/>
                <a:gd name="T42" fmla="*/ 334 w 338"/>
                <a:gd name="T43" fmla="*/ 840 h 1043"/>
                <a:gd name="T44" fmla="*/ 334 w 338"/>
                <a:gd name="T45" fmla="*/ 839 h 1043"/>
                <a:gd name="T46" fmla="*/ 335 w 338"/>
                <a:gd name="T47" fmla="*/ 837 h 1043"/>
                <a:gd name="T48" fmla="*/ 335 w 338"/>
                <a:gd name="T49" fmla="*/ 837 h 1043"/>
                <a:gd name="T50" fmla="*/ 336 w 338"/>
                <a:gd name="T51" fmla="*/ 835 h 1043"/>
                <a:gd name="T52" fmla="*/ 337 w 338"/>
                <a:gd name="T53" fmla="*/ 835 h 1043"/>
                <a:gd name="T54" fmla="*/ 337 w 338"/>
                <a:gd name="T55" fmla="*/ 833 h 1043"/>
                <a:gd name="T56" fmla="*/ 337 w 338"/>
                <a:gd name="T57" fmla="*/ 832 h 1043"/>
                <a:gd name="T58" fmla="*/ 338 w 338"/>
                <a:gd name="T59" fmla="*/ 830 h 1043"/>
                <a:gd name="T60" fmla="*/ 338 w 338"/>
                <a:gd name="T61" fmla="*/ 200 h 1043"/>
                <a:gd name="T62" fmla="*/ 337 w 338"/>
                <a:gd name="T63" fmla="*/ 195 h 1043"/>
                <a:gd name="T64" fmla="*/ 338 w 338"/>
                <a:gd name="T65" fmla="*/ 189 h 1043"/>
                <a:gd name="T66" fmla="*/ 338 w 338"/>
                <a:gd name="T67" fmla="*/ 57 h 1043"/>
                <a:gd name="T68" fmla="*/ 169 w 338"/>
                <a:gd name="T69" fmla="*/ 992 h 1043"/>
                <a:gd name="T70" fmla="*/ 58 w 338"/>
                <a:gd name="T71" fmla="*/ 847 h 1043"/>
                <a:gd name="T72" fmla="*/ 279 w 338"/>
                <a:gd name="T73" fmla="*/ 847 h 1043"/>
                <a:gd name="T74" fmla="*/ 169 w 338"/>
                <a:gd name="T75" fmla="*/ 992 h 1043"/>
                <a:gd name="T76" fmla="*/ 299 w 338"/>
                <a:gd name="T77" fmla="*/ 200 h 1043"/>
                <a:gd name="T78" fmla="*/ 299 w 338"/>
                <a:gd name="T79" fmla="*/ 809 h 1043"/>
                <a:gd name="T80" fmla="*/ 39 w 338"/>
                <a:gd name="T81" fmla="*/ 809 h 1043"/>
                <a:gd name="T82" fmla="*/ 39 w 338"/>
                <a:gd name="T83" fmla="*/ 201 h 1043"/>
                <a:gd name="T84" fmla="*/ 38 w 338"/>
                <a:gd name="T85" fmla="*/ 195 h 1043"/>
                <a:gd name="T86" fmla="*/ 39 w 338"/>
                <a:gd name="T87" fmla="*/ 189 h 1043"/>
                <a:gd name="T88" fmla="*/ 39 w 338"/>
                <a:gd name="T89" fmla="*/ 57 h 1043"/>
                <a:gd name="T90" fmla="*/ 57 w 338"/>
                <a:gd name="T91" fmla="*/ 39 h 1043"/>
                <a:gd name="T92" fmla="*/ 280 w 338"/>
                <a:gd name="T93" fmla="*/ 39 h 1043"/>
                <a:gd name="T94" fmla="*/ 299 w 338"/>
                <a:gd name="T95" fmla="*/ 57 h 1043"/>
                <a:gd name="T96" fmla="*/ 299 w 338"/>
                <a:gd name="T97" fmla="*/ 189 h 1043"/>
                <a:gd name="T98" fmla="*/ 299 w 338"/>
                <a:gd name="T99" fmla="*/ 195 h 1043"/>
                <a:gd name="T100" fmla="*/ 299 w 338"/>
                <a:gd name="T101" fmla="*/ 200 h 1043"/>
                <a:gd name="T102" fmla="*/ 299 w 338"/>
                <a:gd name="T103" fmla="*/ 200 h 1043"/>
                <a:gd name="T104" fmla="*/ 299 w 338"/>
                <a:gd name="T105" fmla="*/ 200 h 10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8" h="1043">
                  <a:moveTo>
                    <a:pt x="338" y="57"/>
                  </a:moveTo>
                  <a:cubicBezTo>
                    <a:pt x="338" y="26"/>
                    <a:pt x="312" y="0"/>
                    <a:pt x="281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26" y="0"/>
                    <a:pt x="1" y="26"/>
                    <a:pt x="1" y="57"/>
                  </a:cubicBezTo>
                  <a:cubicBezTo>
                    <a:pt x="1" y="189"/>
                    <a:pt x="1" y="189"/>
                    <a:pt x="1" y="189"/>
                  </a:cubicBezTo>
                  <a:cubicBezTo>
                    <a:pt x="1" y="191"/>
                    <a:pt x="1" y="193"/>
                    <a:pt x="2" y="195"/>
                  </a:cubicBezTo>
                  <a:cubicBezTo>
                    <a:pt x="1" y="197"/>
                    <a:pt x="1" y="199"/>
                    <a:pt x="1" y="201"/>
                  </a:cubicBezTo>
                  <a:cubicBezTo>
                    <a:pt x="1" y="828"/>
                    <a:pt x="1" y="828"/>
                    <a:pt x="1" y="828"/>
                  </a:cubicBezTo>
                  <a:cubicBezTo>
                    <a:pt x="0" y="828"/>
                    <a:pt x="0" y="828"/>
                    <a:pt x="0" y="828"/>
                  </a:cubicBezTo>
                  <a:cubicBezTo>
                    <a:pt x="0" y="830"/>
                    <a:pt x="0" y="830"/>
                    <a:pt x="0" y="830"/>
                  </a:cubicBezTo>
                  <a:cubicBezTo>
                    <a:pt x="0" y="831"/>
                    <a:pt x="1" y="831"/>
                    <a:pt x="1" y="832"/>
                  </a:cubicBezTo>
                  <a:cubicBezTo>
                    <a:pt x="1" y="833"/>
                    <a:pt x="1" y="833"/>
                    <a:pt x="1" y="833"/>
                  </a:cubicBezTo>
                  <a:cubicBezTo>
                    <a:pt x="1" y="833"/>
                    <a:pt x="1" y="834"/>
                    <a:pt x="1" y="835"/>
                  </a:cubicBezTo>
                  <a:cubicBezTo>
                    <a:pt x="1" y="835"/>
                    <a:pt x="1" y="835"/>
                    <a:pt x="2" y="835"/>
                  </a:cubicBezTo>
                  <a:cubicBezTo>
                    <a:pt x="2" y="835"/>
                    <a:pt x="2" y="836"/>
                    <a:pt x="3" y="837"/>
                  </a:cubicBezTo>
                  <a:cubicBezTo>
                    <a:pt x="3" y="837"/>
                    <a:pt x="3" y="837"/>
                    <a:pt x="3" y="837"/>
                  </a:cubicBezTo>
                  <a:cubicBezTo>
                    <a:pt x="3" y="838"/>
                    <a:pt x="4" y="839"/>
                    <a:pt x="4" y="839"/>
                  </a:cubicBezTo>
                  <a:cubicBezTo>
                    <a:pt x="4" y="839"/>
                    <a:pt x="4" y="840"/>
                    <a:pt x="5" y="840"/>
                  </a:cubicBezTo>
                  <a:cubicBezTo>
                    <a:pt x="154" y="1035"/>
                    <a:pt x="154" y="1035"/>
                    <a:pt x="154" y="1035"/>
                  </a:cubicBezTo>
                  <a:cubicBezTo>
                    <a:pt x="157" y="1040"/>
                    <a:pt x="163" y="1043"/>
                    <a:pt x="169" y="1043"/>
                  </a:cubicBezTo>
                  <a:cubicBezTo>
                    <a:pt x="175" y="1043"/>
                    <a:pt x="181" y="1040"/>
                    <a:pt x="184" y="1035"/>
                  </a:cubicBezTo>
                  <a:cubicBezTo>
                    <a:pt x="334" y="840"/>
                    <a:pt x="334" y="840"/>
                    <a:pt x="334" y="840"/>
                  </a:cubicBezTo>
                  <a:cubicBezTo>
                    <a:pt x="334" y="840"/>
                    <a:pt x="334" y="839"/>
                    <a:pt x="334" y="839"/>
                  </a:cubicBezTo>
                  <a:cubicBezTo>
                    <a:pt x="334" y="839"/>
                    <a:pt x="335" y="838"/>
                    <a:pt x="335" y="837"/>
                  </a:cubicBezTo>
                  <a:cubicBezTo>
                    <a:pt x="335" y="837"/>
                    <a:pt x="335" y="837"/>
                    <a:pt x="335" y="837"/>
                  </a:cubicBezTo>
                  <a:cubicBezTo>
                    <a:pt x="336" y="836"/>
                    <a:pt x="336" y="836"/>
                    <a:pt x="336" y="835"/>
                  </a:cubicBezTo>
                  <a:cubicBezTo>
                    <a:pt x="336" y="835"/>
                    <a:pt x="336" y="835"/>
                    <a:pt x="337" y="835"/>
                  </a:cubicBezTo>
                  <a:cubicBezTo>
                    <a:pt x="337" y="834"/>
                    <a:pt x="337" y="833"/>
                    <a:pt x="337" y="833"/>
                  </a:cubicBezTo>
                  <a:cubicBezTo>
                    <a:pt x="337" y="832"/>
                    <a:pt x="337" y="832"/>
                    <a:pt x="337" y="832"/>
                  </a:cubicBezTo>
                  <a:cubicBezTo>
                    <a:pt x="338" y="831"/>
                    <a:pt x="338" y="830"/>
                    <a:pt x="338" y="830"/>
                  </a:cubicBezTo>
                  <a:cubicBezTo>
                    <a:pt x="338" y="200"/>
                    <a:pt x="338" y="200"/>
                    <a:pt x="338" y="200"/>
                  </a:cubicBezTo>
                  <a:cubicBezTo>
                    <a:pt x="338" y="198"/>
                    <a:pt x="337" y="196"/>
                    <a:pt x="337" y="195"/>
                  </a:cubicBezTo>
                  <a:cubicBezTo>
                    <a:pt x="337" y="193"/>
                    <a:pt x="338" y="191"/>
                    <a:pt x="338" y="189"/>
                  </a:cubicBezTo>
                  <a:lnTo>
                    <a:pt x="338" y="57"/>
                  </a:lnTo>
                  <a:close/>
                  <a:moveTo>
                    <a:pt x="169" y="992"/>
                  </a:moveTo>
                  <a:cubicBezTo>
                    <a:pt x="58" y="847"/>
                    <a:pt x="58" y="847"/>
                    <a:pt x="58" y="847"/>
                  </a:cubicBezTo>
                  <a:cubicBezTo>
                    <a:pt x="279" y="847"/>
                    <a:pt x="279" y="847"/>
                    <a:pt x="279" y="847"/>
                  </a:cubicBezTo>
                  <a:lnTo>
                    <a:pt x="169" y="992"/>
                  </a:lnTo>
                  <a:close/>
                  <a:moveTo>
                    <a:pt x="299" y="200"/>
                  </a:moveTo>
                  <a:cubicBezTo>
                    <a:pt x="299" y="809"/>
                    <a:pt x="299" y="809"/>
                    <a:pt x="299" y="809"/>
                  </a:cubicBezTo>
                  <a:cubicBezTo>
                    <a:pt x="39" y="809"/>
                    <a:pt x="39" y="809"/>
                    <a:pt x="39" y="809"/>
                  </a:cubicBezTo>
                  <a:cubicBezTo>
                    <a:pt x="39" y="201"/>
                    <a:pt x="39" y="201"/>
                    <a:pt x="39" y="201"/>
                  </a:cubicBezTo>
                  <a:cubicBezTo>
                    <a:pt x="39" y="199"/>
                    <a:pt x="39" y="197"/>
                    <a:pt x="38" y="195"/>
                  </a:cubicBezTo>
                  <a:cubicBezTo>
                    <a:pt x="39" y="193"/>
                    <a:pt x="39" y="191"/>
                    <a:pt x="39" y="189"/>
                  </a:cubicBezTo>
                  <a:cubicBezTo>
                    <a:pt x="39" y="57"/>
                    <a:pt x="39" y="57"/>
                    <a:pt x="39" y="57"/>
                  </a:cubicBezTo>
                  <a:cubicBezTo>
                    <a:pt x="39" y="47"/>
                    <a:pt x="47" y="39"/>
                    <a:pt x="57" y="39"/>
                  </a:cubicBezTo>
                  <a:cubicBezTo>
                    <a:pt x="280" y="39"/>
                    <a:pt x="280" y="39"/>
                    <a:pt x="280" y="39"/>
                  </a:cubicBezTo>
                  <a:cubicBezTo>
                    <a:pt x="290" y="39"/>
                    <a:pt x="299" y="47"/>
                    <a:pt x="299" y="57"/>
                  </a:cubicBezTo>
                  <a:cubicBezTo>
                    <a:pt x="299" y="189"/>
                    <a:pt x="299" y="189"/>
                    <a:pt x="299" y="189"/>
                  </a:cubicBezTo>
                  <a:cubicBezTo>
                    <a:pt x="299" y="191"/>
                    <a:pt x="299" y="193"/>
                    <a:pt x="299" y="195"/>
                  </a:cubicBezTo>
                  <a:cubicBezTo>
                    <a:pt x="299" y="196"/>
                    <a:pt x="299" y="198"/>
                    <a:pt x="299" y="200"/>
                  </a:cubicBezTo>
                  <a:close/>
                  <a:moveTo>
                    <a:pt x="299" y="200"/>
                  </a:moveTo>
                  <a:cubicBezTo>
                    <a:pt x="299" y="200"/>
                    <a:pt x="299" y="200"/>
                    <a:pt x="299" y="20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4" name="Freeform 35"/>
            <p:cNvSpPr>
              <a:spLocks noEditPoints="1"/>
            </p:cNvSpPr>
            <p:nvPr/>
          </p:nvSpPr>
          <p:spPr bwMode="auto">
            <a:xfrm>
              <a:off x="6459538" y="2747963"/>
              <a:ext cx="6350" cy="96838"/>
            </a:xfrm>
            <a:custGeom>
              <a:avLst/>
              <a:gdLst>
                <a:gd name="T0" fmla="*/ 19 w 38"/>
                <a:gd name="T1" fmla="*/ 0 h 637"/>
                <a:gd name="T2" fmla="*/ 0 w 38"/>
                <a:gd name="T3" fmla="*/ 19 h 637"/>
                <a:gd name="T4" fmla="*/ 0 w 38"/>
                <a:gd name="T5" fmla="*/ 618 h 637"/>
                <a:gd name="T6" fmla="*/ 19 w 38"/>
                <a:gd name="T7" fmla="*/ 637 h 637"/>
                <a:gd name="T8" fmla="*/ 38 w 38"/>
                <a:gd name="T9" fmla="*/ 618 h 637"/>
                <a:gd name="T10" fmla="*/ 38 w 38"/>
                <a:gd name="T11" fmla="*/ 19 h 637"/>
                <a:gd name="T12" fmla="*/ 19 w 38"/>
                <a:gd name="T13" fmla="*/ 0 h 637"/>
                <a:gd name="T14" fmla="*/ 19 w 38"/>
                <a:gd name="T15" fmla="*/ 0 h 637"/>
                <a:gd name="T16" fmla="*/ 19 w 38"/>
                <a:gd name="T17" fmla="*/ 0 h 6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38" h="637">
                  <a:moveTo>
                    <a:pt x="19" y="0"/>
                  </a:moveTo>
                  <a:cubicBezTo>
                    <a:pt x="8" y="0"/>
                    <a:pt x="0" y="8"/>
                    <a:pt x="0" y="19"/>
                  </a:cubicBezTo>
                  <a:cubicBezTo>
                    <a:pt x="0" y="618"/>
                    <a:pt x="0" y="618"/>
                    <a:pt x="0" y="618"/>
                  </a:cubicBezTo>
                  <a:cubicBezTo>
                    <a:pt x="0" y="629"/>
                    <a:pt x="8" y="637"/>
                    <a:pt x="19" y="637"/>
                  </a:cubicBezTo>
                  <a:cubicBezTo>
                    <a:pt x="29" y="637"/>
                    <a:pt x="38" y="629"/>
                    <a:pt x="38" y="618"/>
                  </a:cubicBezTo>
                  <a:cubicBezTo>
                    <a:pt x="38" y="19"/>
                    <a:pt x="38" y="19"/>
                    <a:pt x="38" y="19"/>
                  </a:cubicBezTo>
                  <a:cubicBezTo>
                    <a:pt x="38" y="8"/>
                    <a:pt x="29" y="0"/>
                    <a:pt x="19" y="0"/>
                  </a:cubicBezTo>
                  <a:close/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55" name="Group 54"/>
          <p:cNvGrpSpPr/>
          <p:nvPr/>
        </p:nvGrpSpPr>
        <p:grpSpPr>
          <a:xfrm>
            <a:off x="7150775" y="4377157"/>
            <a:ext cx="430981" cy="425880"/>
            <a:chOff x="6961188" y="2735263"/>
            <a:chExt cx="268287" cy="265113"/>
          </a:xfrm>
          <a:solidFill>
            <a:schemeClr val="bg1"/>
          </a:solidFill>
        </p:grpSpPr>
        <p:sp>
          <p:nvSpPr>
            <p:cNvPr id="56" name="Freeform 39"/>
            <p:cNvSpPr>
              <a:spLocks noEditPoints="1"/>
            </p:cNvSpPr>
            <p:nvPr/>
          </p:nvSpPr>
          <p:spPr bwMode="auto">
            <a:xfrm>
              <a:off x="7021513" y="2855913"/>
              <a:ext cx="85725" cy="84138"/>
            </a:xfrm>
            <a:custGeom>
              <a:avLst/>
              <a:gdLst>
                <a:gd name="T0" fmla="*/ 484 w 503"/>
                <a:gd name="T1" fmla="*/ 231 h 503"/>
                <a:gd name="T2" fmla="*/ 465 w 503"/>
                <a:gd name="T3" fmla="*/ 250 h 503"/>
                <a:gd name="T4" fmla="*/ 404 w 503"/>
                <a:gd name="T5" fmla="*/ 401 h 503"/>
                <a:gd name="T6" fmla="*/ 253 w 503"/>
                <a:gd name="T7" fmla="*/ 464 h 503"/>
                <a:gd name="T8" fmla="*/ 102 w 503"/>
                <a:gd name="T9" fmla="*/ 403 h 503"/>
                <a:gd name="T10" fmla="*/ 39 w 503"/>
                <a:gd name="T11" fmla="*/ 253 h 503"/>
                <a:gd name="T12" fmla="*/ 100 w 503"/>
                <a:gd name="T13" fmla="*/ 102 h 503"/>
                <a:gd name="T14" fmla="*/ 250 w 503"/>
                <a:gd name="T15" fmla="*/ 39 h 503"/>
                <a:gd name="T16" fmla="*/ 269 w 503"/>
                <a:gd name="T17" fmla="*/ 20 h 503"/>
                <a:gd name="T18" fmla="*/ 250 w 503"/>
                <a:gd name="T19" fmla="*/ 0 h 503"/>
                <a:gd name="T20" fmla="*/ 73 w 503"/>
                <a:gd name="T21" fmla="*/ 75 h 503"/>
                <a:gd name="T22" fmla="*/ 1 w 503"/>
                <a:gd name="T23" fmla="*/ 254 h 503"/>
                <a:gd name="T24" fmla="*/ 76 w 503"/>
                <a:gd name="T25" fmla="*/ 431 h 503"/>
                <a:gd name="T26" fmla="*/ 254 w 503"/>
                <a:gd name="T27" fmla="*/ 503 h 503"/>
                <a:gd name="T28" fmla="*/ 431 w 503"/>
                <a:gd name="T29" fmla="*/ 428 h 503"/>
                <a:gd name="T30" fmla="*/ 503 w 503"/>
                <a:gd name="T31" fmla="*/ 250 h 503"/>
                <a:gd name="T32" fmla="*/ 484 w 503"/>
                <a:gd name="T33" fmla="*/ 231 h 503"/>
                <a:gd name="T34" fmla="*/ 484 w 503"/>
                <a:gd name="T35" fmla="*/ 231 h 503"/>
                <a:gd name="T36" fmla="*/ 484 w 503"/>
                <a:gd name="T37" fmla="*/ 231 h 5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03" h="503">
                  <a:moveTo>
                    <a:pt x="484" y="231"/>
                  </a:moveTo>
                  <a:cubicBezTo>
                    <a:pt x="473" y="231"/>
                    <a:pt x="465" y="239"/>
                    <a:pt x="465" y="250"/>
                  </a:cubicBezTo>
                  <a:cubicBezTo>
                    <a:pt x="465" y="307"/>
                    <a:pt x="443" y="360"/>
                    <a:pt x="404" y="401"/>
                  </a:cubicBezTo>
                  <a:cubicBezTo>
                    <a:pt x="364" y="442"/>
                    <a:pt x="310" y="464"/>
                    <a:pt x="253" y="464"/>
                  </a:cubicBezTo>
                  <a:cubicBezTo>
                    <a:pt x="196" y="465"/>
                    <a:pt x="143" y="443"/>
                    <a:pt x="102" y="403"/>
                  </a:cubicBezTo>
                  <a:cubicBezTo>
                    <a:pt x="62" y="364"/>
                    <a:pt x="39" y="310"/>
                    <a:pt x="39" y="253"/>
                  </a:cubicBezTo>
                  <a:cubicBezTo>
                    <a:pt x="39" y="196"/>
                    <a:pt x="60" y="143"/>
                    <a:pt x="100" y="102"/>
                  </a:cubicBezTo>
                  <a:cubicBezTo>
                    <a:pt x="140" y="62"/>
                    <a:pt x="193" y="39"/>
                    <a:pt x="250" y="39"/>
                  </a:cubicBezTo>
                  <a:cubicBezTo>
                    <a:pt x="261" y="39"/>
                    <a:pt x="269" y="30"/>
                    <a:pt x="269" y="20"/>
                  </a:cubicBezTo>
                  <a:cubicBezTo>
                    <a:pt x="269" y="9"/>
                    <a:pt x="261" y="0"/>
                    <a:pt x="250" y="0"/>
                  </a:cubicBezTo>
                  <a:cubicBezTo>
                    <a:pt x="183" y="1"/>
                    <a:pt x="120" y="28"/>
                    <a:pt x="73" y="75"/>
                  </a:cubicBezTo>
                  <a:cubicBezTo>
                    <a:pt x="26" y="123"/>
                    <a:pt x="0" y="187"/>
                    <a:pt x="1" y="254"/>
                  </a:cubicBezTo>
                  <a:cubicBezTo>
                    <a:pt x="1" y="321"/>
                    <a:pt x="28" y="384"/>
                    <a:pt x="76" y="431"/>
                  </a:cubicBezTo>
                  <a:cubicBezTo>
                    <a:pt x="123" y="478"/>
                    <a:pt x="187" y="503"/>
                    <a:pt x="254" y="503"/>
                  </a:cubicBezTo>
                  <a:cubicBezTo>
                    <a:pt x="321" y="502"/>
                    <a:pt x="384" y="476"/>
                    <a:pt x="431" y="428"/>
                  </a:cubicBezTo>
                  <a:cubicBezTo>
                    <a:pt x="478" y="381"/>
                    <a:pt x="503" y="317"/>
                    <a:pt x="503" y="250"/>
                  </a:cubicBezTo>
                  <a:cubicBezTo>
                    <a:pt x="503" y="239"/>
                    <a:pt x="494" y="231"/>
                    <a:pt x="484" y="231"/>
                  </a:cubicBezTo>
                  <a:close/>
                  <a:moveTo>
                    <a:pt x="484" y="231"/>
                  </a:moveTo>
                  <a:cubicBezTo>
                    <a:pt x="484" y="231"/>
                    <a:pt x="484" y="231"/>
                    <a:pt x="484" y="23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7" name="Freeform 40"/>
            <p:cNvSpPr>
              <a:spLocks noEditPoints="1"/>
            </p:cNvSpPr>
            <p:nvPr/>
          </p:nvSpPr>
          <p:spPr bwMode="auto">
            <a:xfrm>
              <a:off x="6961188" y="2797176"/>
              <a:ext cx="206375" cy="203200"/>
            </a:xfrm>
            <a:custGeom>
              <a:avLst/>
              <a:gdLst>
                <a:gd name="T0" fmla="*/ 1099 w 1226"/>
                <a:gd name="T1" fmla="*/ 680 h 1216"/>
                <a:gd name="T2" fmla="*/ 1084 w 1226"/>
                <a:gd name="T3" fmla="*/ 716 h 1216"/>
                <a:gd name="T4" fmla="*/ 1176 w 1226"/>
                <a:gd name="T5" fmla="*/ 789 h 1216"/>
                <a:gd name="T6" fmla="*/ 1100 w 1226"/>
                <a:gd name="T7" fmla="*/ 887 h 1216"/>
                <a:gd name="T8" fmla="*/ 1003 w 1226"/>
                <a:gd name="T9" fmla="*/ 863 h 1216"/>
                <a:gd name="T10" fmla="*/ 867 w 1226"/>
                <a:gd name="T11" fmla="*/ 1015 h 1216"/>
                <a:gd name="T12" fmla="*/ 898 w 1226"/>
                <a:gd name="T13" fmla="*/ 1114 h 1216"/>
                <a:gd name="T14" fmla="*/ 799 w 1226"/>
                <a:gd name="T15" fmla="*/ 1165 h 1216"/>
                <a:gd name="T16" fmla="*/ 757 w 1226"/>
                <a:gd name="T17" fmla="*/ 1147 h 1216"/>
                <a:gd name="T18" fmla="*/ 705 w 1226"/>
                <a:gd name="T19" fmla="*/ 1062 h 1216"/>
                <a:gd name="T20" fmla="*/ 501 w 1226"/>
                <a:gd name="T21" fmla="*/ 1073 h 1216"/>
                <a:gd name="T22" fmla="*/ 428 w 1226"/>
                <a:gd name="T23" fmla="*/ 1165 h 1216"/>
                <a:gd name="T24" fmla="*/ 330 w 1226"/>
                <a:gd name="T25" fmla="*/ 1089 h 1216"/>
                <a:gd name="T26" fmla="*/ 354 w 1226"/>
                <a:gd name="T27" fmla="*/ 992 h 1216"/>
                <a:gd name="T28" fmla="*/ 202 w 1226"/>
                <a:gd name="T29" fmla="*/ 856 h 1216"/>
                <a:gd name="T30" fmla="*/ 103 w 1226"/>
                <a:gd name="T31" fmla="*/ 887 h 1216"/>
                <a:gd name="T32" fmla="*/ 52 w 1226"/>
                <a:gd name="T33" fmla="*/ 789 h 1216"/>
                <a:gd name="T34" fmla="*/ 70 w 1226"/>
                <a:gd name="T35" fmla="*/ 746 h 1216"/>
                <a:gd name="T36" fmla="*/ 155 w 1226"/>
                <a:gd name="T37" fmla="*/ 694 h 1216"/>
                <a:gd name="T38" fmla="*/ 143 w 1226"/>
                <a:gd name="T39" fmla="*/ 490 h 1216"/>
                <a:gd name="T40" fmla="*/ 52 w 1226"/>
                <a:gd name="T41" fmla="*/ 417 h 1216"/>
                <a:gd name="T42" fmla="*/ 127 w 1226"/>
                <a:gd name="T43" fmla="*/ 319 h 1216"/>
                <a:gd name="T44" fmla="*/ 225 w 1226"/>
                <a:gd name="T45" fmla="*/ 343 h 1216"/>
                <a:gd name="T46" fmla="*/ 360 w 1226"/>
                <a:gd name="T47" fmla="*/ 191 h 1216"/>
                <a:gd name="T48" fmla="*/ 330 w 1226"/>
                <a:gd name="T49" fmla="*/ 92 h 1216"/>
                <a:gd name="T50" fmla="*/ 428 w 1226"/>
                <a:gd name="T51" fmla="*/ 41 h 1216"/>
                <a:gd name="T52" fmla="*/ 470 w 1226"/>
                <a:gd name="T53" fmla="*/ 59 h 1216"/>
                <a:gd name="T54" fmla="*/ 526 w 1226"/>
                <a:gd name="T55" fmla="*/ 143 h 1216"/>
                <a:gd name="T56" fmla="*/ 506 w 1226"/>
                <a:gd name="T57" fmla="*/ 44 h 1216"/>
                <a:gd name="T58" fmla="*/ 440 w 1226"/>
                <a:gd name="T59" fmla="*/ 0 h 1216"/>
                <a:gd name="T60" fmla="*/ 332 w 1226"/>
                <a:gd name="T61" fmla="*/ 39 h 1216"/>
                <a:gd name="T62" fmla="*/ 294 w 1226"/>
                <a:gd name="T63" fmla="*/ 132 h 1216"/>
                <a:gd name="T64" fmla="*/ 201 w 1226"/>
                <a:gd name="T65" fmla="*/ 309 h 1216"/>
                <a:gd name="T66" fmla="*/ 87 w 1226"/>
                <a:gd name="T67" fmla="*/ 284 h 1216"/>
                <a:gd name="T68" fmla="*/ 15 w 1226"/>
                <a:gd name="T69" fmla="*/ 403 h 1216"/>
                <a:gd name="T70" fmla="*/ 113 w 1226"/>
                <a:gd name="T71" fmla="*/ 520 h 1216"/>
                <a:gd name="T72" fmla="*/ 54 w 1226"/>
                <a:gd name="T73" fmla="*/ 711 h 1216"/>
                <a:gd name="T74" fmla="*/ 16 w 1226"/>
                <a:gd name="T75" fmla="*/ 804 h 1216"/>
                <a:gd name="T76" fmla="*/ 88 w 1226"/>
                <a:gd name="T77" fmla="*/ 923 h 1216"/>
                <a:gd name="T78" fmla="*/ 202 w 1226"/>
                <a:gd name="T79" fmla="*/ 898 h 1216"/>
                <a:gd name="T80" fmla="*/ 294 w 1226"/>
                <a:gd name="T81" fmla="*/ 1075 h 1216"/>
                <a:gd name="T82" fmla="*/ 413 w 1226"/>
                <a:gd name="T83" fmla="*/ 1201 h 1216"/>
                <a:gd name="T84" fmla="*/ 530 w 1226"/>
                <a:gd name="T85" fmla="*/ 1103 h 1216"/>
                <a:gd name="T86" fmla="*/ 721 w 1226"/>
                <a:gd name="T87" fmla="*/ 1163 h 1216"/>
                <a:gd name="T88" fmla="*/ 814 w 1226"/>
                <a:gd name="T89" fmla="*/ 1201 h 1216"/>
                <a:gd name="T90" fmla="*/ 933 w 1226"/>
                <a:gd name="T91" fmla="*/ 1129 h 1216"/>
                <a:gd name="T92" fmla="*/ 908 w 1226"/>
                <a:gd name="T93" fmla="*/ 1015 h 1216"/>
                <a:gd name="T94" fmla="*/ 1085 w 1226"/>
                <a:gd name="T95" fmla="*/ 923 h 1216"/>
                <a:gd name="T96" fmla="*/ 1178 w 1226"/>
                <a:gd name="T97" fmla="*/ 884 h 1216"/>
                <a:gd name="T98" fmla="*/ 1173 w 1226"/>
                <a:gd name="T99" fmla="*/ 711 h 1216"/>
                <a:gd name="T100" fmla="*/ 1173 w 1226"/>
                <a:gd name="T101" fmla="*/ 711 h 1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26" h="1216">
                  <a:moveTo>
                    <a:pt x="1173" y="711"/>
                  </a:moveTo>
                  <a:cubicBezTo>
                    <a:pt x="1099" y="680"/>
                    <a:pt x="1099" y="680"/>
                    <a:pt x="1099" y="680"/>
                  </a:cubicBezTo>
                  <a:cubicBezTo>
                    <a:pt x="1089" y="676"/>
                    <a:pt x="1078" y="681"/>
                    <a:pt x="1074" y="691"/>
                  </a:cubicBezTo>
                  <a:cubicBezTo>
                    <a:pt x="1070" y="701"/>
                    <a:pt x="1075" y="712"/>
                    <a:pt x="1084" y="716"/>
                  </a:cubicBezTo>
                  <a:cubicBezTo>
                    <a:pt x="1158" y="746"/>
                    <a:pt x="1158" y="746"/>
                    <a:pt x="1158" y="746"/>
                  </a:cubicBezTo>
                  <a:cubicBezTo>
                    <a:pt x="1175" y="753"/>
                    <a:pt x="1183" y="772"/>
                    <a:pt x="1176" y="789"/>
                  </a:cubicBezTo>
                  <a:cubicBezTo>
                    <a:pt x="1142" y="869"/>
                    <a:pt x="1142" y="869"/>
                    <a:pt x="1142" y="869"/>
                  </a:cubicBezTo>
                  <a:cubicBezTo>
                    <a:pt x="1136" y="886"/>
                    <a:pt x="1117" y="894"/>
                    <a:pt x="1100" y="887"/>
                  </a:cubicBezTo>
                  <a:cubicBezTo>
                    <a:pt x="1026" y="856"/>
                    <a:pt x="1026" y="856"/>
                    <a:pt x="1026" y="856"/>
                  </a:cubicBezTo>
                  <a:cubicBezTo>
                    <a:pt x="1018" y="853"/>
                    <a:pt x="1008" y="855"/>
                    <a:pt x="1003" y="863"/>
                  </a:cubicBezTo>
                  <a:cubicBezTo>
                    <a:pt x="968" y="914"/>
                    <a:pt x="925" y="958"/>
                    <a:pt x="874" y="992"/>
                  </a:cubicBezTo>
                  <a:cubicBezTo>
                    <a:pt x="866" y="997"/>
                    <a:pt x="863" y="1006"/>
                    <a:pt x="867" y="1015"/>
                  </a:cubicBezTo>
                  <a:cubicBezTo>
                    <a:pt x="898" y="1089"/>
                    <a:pt x="898" y="1089"/>
                    <a:pt x="898" y="1089"/>
                  </a:cubicBezTo>
                  <a:cubicBezTo>
                    <a:pt x="901" y="1097"/>
                    <a:pt x="901" y="1106"/>
                    <a:pt x="898" y="1114"/>
                  </a:cubicBezTo>
                  <a:cubicBezTo>
                    <a:pt x="894" y="1122"/>
                    <a:pt x="888" y="1128"/>
                    <a:pt x="880" y="1132"/>
                  </a:cubicBezTo>
                  <a:cubicBezTo>
                    <a:pt x="799" y="1165"/>
                    <a:pt x="799" y="1165"/>
                    <a:pt x="799" y="1165"/>
                  </a:cubicBezTo>
                  <a:cubicBezTo>
                    <a:pt x="791" y="1168"/>
                    <a:pt x="782" y="1168"/>
                    <a:pt x="774" y="1165"/>
                  </a:cubicBezTo>
                  <a:cubicBezTo>
                    <a:pt x="766" y="1162"/>
                    <a:pt x="760" y="1155"/>
                    <a:pt x="757" y="1147"/>
                  </a:cubicBezTo>
                  <a:cubicBezTo>
                    <a:pt x="726" y="1073"/>
                    <a:pt x="726" y="1073"/>
                    <a:pt x="726" y="1073"/>
                  </a:cubicBezTo>
                  <a:cubicBezTo>
                    <a:pt x="723" y="1065"/>
                    <a:pt x="714" y="1060"/>
                    <a:pt x="705" y="1062"/>
                  </a:cubicBezTo>
                  <a:cubicBezTo>
                    <a:pt x="644" y="1074"/>
                    <a:pt x="583" y="1074"/>
                    <a:pt x="523" y="1062"/>
                  </a:cubicBezTo>
                  <a:cubicBezTo>
                    <a:pt x="514" y="1060"/>
                    <a:pt x="505" y="1065"/>
                    <a:pt x="501" y="1073"/>
                  </a:cubicBezTo>
                  <a:cubicBezTo>
                    <a:pt x="470" y="1147"/>
                    <a:pt x="470" y="1147"/>
                    <a:pt x="470" y="1147"/>
                  </a:cubicBezTo>
                  <a:cubicBezTo>
                    <a:pt x="463" y="1164"/>
                    <a:pt x="445" y="1172"/>
                    <a:pt x="428" y="1165"/>
                  </a:cubicBezTo>
                  <a:cubicBezTo>
                    <a:pt x="348" y="1132"/>
                    <a:pt x="348" y="1132"/>
                    <a:pt x="348" y="1132"/>
                  </a:cubicBezTo>
                  <a:cubicBezTo>
                    <a:pt x="331" y="1125"/>
                    <a:pt x="323" y="1106"/>
                    <a:pt x="330" y="1089"/>
                  </a:cubicBezTo>
                  <a:cubicBezTo>
                    <a:pt x="361" y="1015"/>
                    <a:pt x="361" y="1015"/>
                    <a:pt x="361" y="1015"/>
                  </a:cubicBezTo>
                  <a:cubicBezTo>
                    <a:pt x="364" y="1007"/>
                    <a:pt x="361" y="997"/>
                    <a:pt x="354" y="992"/>
                  </a:cubicBezTo>
                  <a:cubicBezTo>
                    <a:pt x="302" y="957"/>
                    <a:pt x="259" y="914"/>
                    <a:pt x="225" y="863"/>
                  </a:cubicBezTo>
                  <a:cubicBezTo>
                    <a:pt x="220" y="855"/>
                    <a:pt x="210" y="853"/>
                    <a:pt x="202" y="856"/>
                  </a:cubicBezTo>
                  <a:cubicBezTo>
                    <a:pt x="128" y="887"/>
                    <a:pt x="128" y="887"/>
                    <a:pt x="128" y="887"/>
                  </a:cubicBezTo>
                  <a:cubicBezTo>
                    <a:pt x="120" y="890"/>
                    <a:pt x="111" y="890"/>
                    <a:pt x="103" y="887"/>
                  </a:cubicBezTo>
                  <a:cubicBezTo>
                    <a:pt x="95" y="884"/>
                    <a:pt x="88" y="877"/>
                    <a:pt x="85" y="869"/>
                  </a:cubicBezTo>
                  <a:cubicBezTo>
                    <a:pt x="52" y="789"/>
                    <a:pt x="52" y="789"/>
                    <a:pt x="52" y="789"/>
                  </a:cubicBezTo>
                  <a:cubicBezTo>
                    <a:pt x="49" y="781"/>
                    <a:pt x="49" y="772"/>
                    <a:pt x="52" y="764"/>
                  </a:cubicBezTo>
                  <a:cubicBezTo>
                    <a:pt x="55" y="756"/>
                    <a:pt x="62" y="749"/>
                    <a:pt x="70" y="746"/>
                  </a:cubicBezTo>
                  <a:cubicBezTo>
                    <a:pt x="143" y="715"/>
                    <a:pt x="143" y="715"/>
                    <a:pt x="143" y="715"/>
                  </a:cubicBezTo>
                  <a:cubicBezTo>
                    <a:pt x="152" y="712"/>
                    <a:pt x="157" y="703"/>
                    <a:pt x="155" y="694"/>
                  </a:cubicBezTo>
                  <a:cubicBezTo>
                    <a:pt x="143" y="633"/>
                    <a:pt x="143" y="572"/>
                    <a:pt x="155" y="512"/>
                  </a:cubicBezTo>
                  <a:cubicBezTo>
                    <a:pt x="157" y="503"/>
                    <a:pt x="152" y="494"/>
                    <a:pt x="143" y="490"/>
                  </a:cubicBezTo>
                  <a:cubicBezTo>
                    <a:pt x="69" y="460"/>
                    <a:pt x="69" y="460"/>
                    <a:pt x="69" y="460"/>
                  </a:cubicBezTo>
                  <a:cubicBezTo>
                    <a:pt x="53" y="453"/>
                    <a:pt x="45" y="434"/>
                    <a:pt x="52" y="417"/>
                  </a:cubicBezTo>
                  <a:cubicBezTo>
                    <a:pt x="85" y="337"/>
                    <a:pt x="85" y="337"/>
                    <a:pt x="85" y="337"/>
                  </a:cubicBezTo>
                  <a:cubicBezTo>
                    <a:pt x="92" y="320"/>
                    <a:pt x="111" y="312"/>
                    <a:pt x="127" y="319"/>
                  </a:cubicBezTo>
                  <a:cubicBezTo>
                    <a:pt x="201" y="350"/>
                    <a:pt x="201" y="350"/>
                    <a:pt x="201" y="350"/>
                  </a:cubicBezTo>
                  <a:cubicBezTo>
                    <a:pt x="210" y="354"/>
                    <a:pt x="220" y="351"/>
                    <a:pt x="225" y="343"/>
                  </a:cubicBezTo>
                  <a:cubicBezTo>
                    <a:pt x="259" y="292"/>
                    <a:pt x="302" y="248"/>
                    <a:pt x="353" y="214"/>
                  </a:cubicBezTo>
                  <a:cubicBezTo>
                    <a:pt x="361" y="209"/>
                    <a:pt x="364" y="200"/>
                    <a:pt x="360" y="191"/>
                  </a:cubicBezTo>
                  <a:cubicBezTo>
                    <a:pt x="330" y="117"/>
                    <a:pt x="330" y="117"/>
                    <a:pt x="330" y="117"/>
                  </a:cubicBezTo>
                  <a:cubicBezTo>
                    <a:pt x="326" y="109"/>
                    <a:pt x="326" y="100"/>
                    <a:pt x="330" y="92"/>
                  </a:cubicBezTo>
                  <a:cubicBezTo>
                    <a:pt x="333" y="84"/>
                    <a:pt x="339" y="78"/>
                    <a:pt x="347" y="75"/>
                  </a:cubicBezTo>
                  <a:cubicBezTo>
                    <a:pt x="428" y="41"/>
                    <a:pt x="428" y="41"/>
                    <a:pt x="428" y="41"/>
                  </a:cubicBezTo>
                  <a:cubicBezTo>
                    <a:pt x="436" y="38"/>
                    <a:pt x="445" y="38"/>
                    <a:pt x="453" y="41"/>
                  </a:cubicBezTo>
                  <a:cubicBezTo>
                    <a:pt x="461" y="45"/>
                    <a:pt x="467" y="51"/>
                    <a:pt x="470" y="59"/>
                  </a:cubicBezTo>
                  <a:cubicBezTo>
                    <a:pt x="501" y="133"/>
                    <a:pt x="501" y="133"/>
                    <a:pt x="501" y="133"/>
                  </a:cubicBezTo>
                  <a:cubicBezTo>
                    <a:pt x="505" y="143"/>
                    <a:pt x="517" y="147"/>
                    <a:pt x="526" y="143"/>
                  </a:cubicBezTo>
                  <a:cubicBezTo>
                    <a:pt x="536" y="139"/>
                    <a:pt x="541" y="128"/>
                    <a:pt x="536" y="118"/>
                  </a:cubicBezTo>
                  <a:cubicBezTo>
                    <a:pt x="506" y="44"/>
                    <a:pt x="506" y="44"/>
                    <a:pt x="506" y="44"/>
                  </a:cubicBezTo>
                  <a:cubicBezTo>
                    <a:pt x="498" y="27"/>
                    <a:pt x="485" y="13"/>
                    <a:pt x="467" y="6"/>
                  </a:cubicBezTo>
                  <a:cubicBezTo>
                    <a:pt x="459" y="2"/>
                    <a:pt x="449" y="0"/>
                    <a:pt x="440" y="0"/>
                  </a:cubicBezTo>
                  <a:cubicBezTo>
                    <a:pt x="431" y="0"/>
                    <a:pt x="422" y="2"/>
                    <a:pt x="413" y="6"/>
                  </a:cubicBezTo>
                  <a:cubicBezTo>
                    <a:pt x="332" y="39"/>
                    <a:pt x="332" y="39"/>
                    <a:pt x="332" y="39"/>
                  </a:cubicBezTo>
                  <a:cubicBezTo>
                    <a:pt x="315" y="46"/>
                    <a:pt x="301" y="60"/>
                    <a:pt x="294" y="77"/>
                  </a:cubicBezTo>
                  <a:cubicBezTo>
                    <a:pt x="286" y="95"/>
                    <a:pt x="286" y="114"/>
                    <a:pt x="294" y="132"/>
                  </a:cubicBezTo>
                  <a:cubicBezTo>
                    <a:pt x="318" y="191"/>
                    <a:pt x="318" y="191"/>
                    <a:pt x="318" y="191"/>
                  </a:cubicBezTo>
                  <a:cubicBezTo>
                    <a:pt x="273" y="224"/>
                    <a:pt x="234" y="263"/>
                    <a:pt x="201" y="309"/>
                  </a:cubicBezTo>
                  <a:cubicBezTo>
                    <a:pt x="142" y="284"/>
                    <a:pt x="142" y="284"/>
                    <a:pt x="142" y="284"/>
                  </a:cubicBezTo>
                  <a:cubicBezTo>
                    <a:pt x="124" y="277"/>
                    <a:pt x="105" y="277"/>
                    <a:pt x="87" y="284"/>
                  </a:cubicBezTo>
                  <a:cubicBezTo>
                    <a:pt x="70" y="292"/>
                    <a:pt x="56" y="305"/>
                    <a:pt x="49" y="323"/>
                  </a:cubicBezTo>
                  <a:cubicBezTo>
                    <a:pt x="15" y="403"/>
                    <a:pt x="15" y="403"/>
                    <a:pt x="15" y="403"/>
                  </a:cubicBezTo>
                  <a:cubicBezTo>
                    <a:pt x="0" y="439"/>
                    <a:pt x="18" y="481"/>
                    <a:pt x="54" y="496"/>
                  </a:cubicBezTo>
                  <a:cubicBezTo>
                    <a:pt x="113" y="520"/>
                    <a:pt x="113" y="520"/>
                    <a:pt x="113" y="520"/>
                  </a:cubicBezTo>
                  <a:cubicBezTo>
                    <a:pt x="104" y="576"/>
                    <a:pt x="104" y="631"/>
                    <a:pt x="113" y="686"/>
                  </a:cubicBezTo>
                  <a:cubicBezTo>
                    <a:pt x="54" y="711"/>
                    <a:pt x="54" y="711"/>
                    <a:pt x="54" y="711"/>
                  </a:cubicBezTo>
                  <a:cubicBezTo>
                    <a:pt x="37" y="718"/>
                    <a:pt x="23" y="732"/>
                    <a:pt x="16" y="749"/>
                  </a:cubicBezTo>
                  <a:cubicBezTo>
                    <a:pt x="9" y="767"/>
                    <a:pt x="9" y="786"/>
                    <a:pt x="16" y="804"/>
                  </a:cubicBezTo>
                  <a:cubicBezTo>
                    <a:pt x="49" y="884"/>
                    <a:pt x="49" y="884"/>
                    <a:pt x="49" y="884"/>
                  </a:cubicBezTo>
                  <a:cubicBezTo>
                    <a:pt x="57" y="902"/>
                    <a:pt x="70" y="915"/>
                    <a:pt x="88" y="923"/>
                  </a:cubicBezTo>
                  <a:cubicBezTo>
                    <a:pt x="105" y="930"/>
                    <a:pt x="125" y="930"/>
                    <a:pt x="142" y="923"/>
                  </a:cubicBezTo>
                  <a:cubicBezTo>
                    <a:pt x="202" y="898"/>
                    <a:pt x="202" y="898"/>
                    <a:pt x="202" y="898"/>
                  </a:cubicBezTo>
                  <a:cubicBezTo>
                    <a:pt x="234" y="943"/>
                    <a:pt x="273" y="983"/>
                    <a:pt x="319" y="1015"/>
                  </a:cubicBezTo>
                  <a:cubicBezTo>
                    <a:pt x="294" y="1075"/>
                    <a:pt x="294" y="1075"/>
                    <a:pt x="294" y="1075"/>
                  </a:cubicBezTo>
                  <a:cubicBezTo>
                    <a:pt x="279" y="1111"/>
                    <a:pt x="296" y="1153"/>
                    <a:pt x="333" y="1168"/>
                  </a:cubicBezTo>
                  <a:cubicBezTo>
                    <a:pt x="413" y="1201"/>
                    <a:pt x="413" y="1201"/>
                    <a:pt x="413" y="1201"/>
                  </a:cubicBezTo>
                  <a:cubicBezTo>
                    <a:pt x="449" y="1216"/>
                    <a:pt x="491" y="1199"/>
                    <a:pt x="506" y="1163"/>
                  </a:cubicBezTo>
                  <a:cubicBezTo>
                    <a:pt x="530" y="1103"/>
                    <a:pt x="530" y="1103"/>
                    <a:pt x="530" y="1103"/>
                  </a:cubicBezTo>
                  <a:cubicBezTo>
                    <a:pt x="586" y="1112"/>
                    <a:pt x="641" y="1112"/>
                    <a:pt x="696" y="1103"/>
                  </a:cubicBezTo>
                  <a:cubicBezTo>
                    <a:pt x="721" y="1163"/>
                    <a:pt x="721" y="1163"/>
                    <a:pt x="721" y="1163"/>
                  </a:cubicBezTo>
                  <a:cubicBezTo>
                    <a:pt x="728" y="1180"/>
                    <a:pt x="742" y="1194"/>
                    <a:pt x="759" y="1201"/>
                  </a:cubicBezTo>
                  <a:cubicBezTo>
                    <a:pt x="777" y="1208"/>
                    <a:pt x="796" y="1208"/>
                    <a:pt x="814" y="1201"/>
                  </a:cubicBezTo>
                  <a:cubicBezTo>
                    <a:pt x="894" y="1168"/>
                    <a:pt x="894" y="1168"/>
                    <a:pt x="894" y="1168"/>
                  </a:cubicBezTo>
                  <a:cubicBezTo>
                    <a:pt x="912" y="1160"/>
                    <a:pt x="926" y="1147"/>
                    <a:pt x="933" y="1129"/>
                  </a:cubicBezTo>
                  <a:cubicBezTo>
                    <a:pt x="940" y="1112"/>
                    <a:pt x="940" y="1093"/>
                    <a:pt x="933" y="1075"/>
                  </a:cubicBezTo>
                  <a:cubicBezTo>
                    <a:pt x="908" y="1015"/>
                    <a:pt x="908" y="1015"/>
                    <a:pt x="908" y="1015"/>
                  </a:cubicBezTo>
                  <a:cubicBezTo>
                    <a:pt x="954" y="983"/>
                    <a:pt x="993" y="944"/>
                    <a:pt x="1026" y="898"/>
                  </a:cubicBezTo>
                  <a:cubicBezTo>
                    <a:pt x="1085" y="923"/>
                    <a:pt x="1085" y="923"/>
                    <a:pt x="1085" y="923"/>
                  </a:cubicBezTo>
                  <a:cubicBezTo>
                    <a:pt x="1103" y="930"/>
                    <a:pt x="1122" y="930"/>
                    <a:pt x="1140" y="923"/>
                  </a:cubicBezTo>
                  <a:cubicBezTo>
                    <a:pt x="1157" y="915"/>
                    <a:pt x="1171" y="902"/>
                    <a:pt x="1178" y="884"/>
                  </a:cubicBezTo>
                  <a:cubicBezTo>
                    <a:pt x="1211" y="804"/>
                    <a:pt x="1211" y="804"/>
                    <a:pt x="1211" y="804"/>
                  </a:cubicBezTo>
                  <a:cubicBezTo>
                    <a:pt x="1226" y="768"/>
                    <a:pt x="1209" y="726"/>
                    <a:pt x="1173" y="711"/>
                  </a:cubicBezTo>
                  <a:close/>
                  <a:moveTo>
                    <a:pt x="1173" y="711"/>
                  </a:moveTo>
                  <a:cubicBezTo>
                    <a:pt x="1173" y="711"/>
                    <a:pt x="1173" y="711"/>
                    <a:pt x="1173" y="71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8" name="Freeform 41"/>
            <p:cNvSpPr>
              <a:spLocks noEditPoints="1"/>
            </p:cNvSpPr>
            <p:nvPr/>
          </p:nvSpPr>
          <p:spPr bwMode="auto">
            <a:xfrm>
              <a:off x="7121525" y="2782888"/>
              <a:ext cx="60325" cy="60325"/>
            </a:xfrm>
            <a:custGeom>
              <a:avLst/>
              <a:gdLst>
                <a:gd name="T0" fmla="*/ 180 w 360"/>
                <a:gd name="T1" fmla="*/ 0 h 359"/>
                <a:gd name="T2" fmla="*/ 0 w 360"/>
                <a:gd name="T3" fmla="*/ 180 h 359"/>
                <a:gd name="T4" fmla="*/ 180 w 360"/>
                <a:gd name="T5" fmla="*/ 359 h 359"/>
                <a:gd name="T6" fmla="*/ 360 w 360"/>
                <a:gd name="T7" fmla="*/ 180 h 359"/>
                <a:gd name="T8" fmla="*/ 180 w 360"/>
                <a:gd name="T9" fmla="*/ 0 h 359"/>
                <a:gd name="T10" fmla="*/ 180 w 360"/>
                <a:gd name="T11" fmla="*/ 321 h 359"/>
                <a:gd name="T12" fmla="*/ 39 w 360"/>
                <a:gd name="T13" fmla="*/ 179 h 359"/>
                <a:gd name="T14" fmla="*/ 180 w 360"/>
                <a:gd name="T15" fmla="*/ 38 h 359"/>
                <a:gd name="T16" fmla="*/ 321 w 360"/>
                <a:gd name="T17" fmla="*/ 179 h 359"/>
                <a:gd name="T18" fmla="*/ 180 w 360"/>
                <a:gd name="T19" fmla="*/ 321 h 359"/>
                <a:gd name="T20" fmla="*/ 180 w 360"/>
                <a:gd name="T21" fmla="*/ 321 h 359"/>
                <a:gd name="T22" fmla="*/ 180 w 360"/>
                <a:gd name="T23" fmla="*/ 321 h 3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360" h="359">
                  <a:moveTo>
                    <a:pt x="180" y="0"/>
                  </a:moveTo>
                  <a:cubicBezTo>
                    <a:pt x="81" y="0"/>
                    <a:pt x="0" y="80"/>
                    <a:pt x="0" y="180"/>
                  </a:cubicBezTo>
                  <a:cubicBezTo>
                    <a:pt x="0" y="279"/>
                    <a:pt x="81" y="359"/>
                    <a:pt x="180" y="359"/>
                  </a:cubicBezTo>
                  <a:cubicBezTo>
                    <a:pt x="279" y="359"/>
                    <a:pt x="360" y="279"/>
                    <a:pt x="360" y="180"/>
                  </a:cubicBezTo>
                  <a:cubicBezTo>
                    <a:pt x="360" y="80"/>
                    <a:pt x="279" y="0"/>
                    <a:pt x="180" y="0"/>
                  </a:cubicBezTo>
                  <a:close/>
                  <a:moveTo>
                    <a:pt x="180" y="321"/>
                  </a:moveTo>
                  <a:cubicBezTo>
                    <a:pt x="102" y="321"/>
                    <a:pt x="39" y="257"/>
                    <a:pt x="39" y="179"/>
                  </a:cubicBezTo>
                  <a:cubicBezTo>
                    <a:pt x="39" y="101"/>
                    <a:pt x="102" y="38"/>
                    <a:pt x="180" y="38"/>
                  </a:cubicBezTo>
                  <a:cubicBezTo>
                    <a:pt x="258" y="38"/>
                    <a:pt x="321" y="101"/>
                    <a:pt x="321" y="179"/>
                  </a:cubicBezTo>
                  <a:cubicBezTo>
                    <a:pt x="321" y="257"/>
                    <a:pt x="258" y="321"/>
                    <a:pt x="180" y="321"/>
                  </a:cubicBezTo>
                  <a:close/>
                  <a:moveTo>
                    <a:pt x="180" y="321"/>
                  </a:moveTo>
                  <a:cubicBezTo>
                    <a:pt x="180" y="321"/>
                    <a:pt x="180" y="321"/>
                    <a:pt x="180" y="321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59" name="Freeform 42"/>
            <p:cNvSpPr>
              <a:spLocks noEditPoints="1"/>
            </p:cNvSpPr>
            <p:nvPr/>
          </p:nvSpPr>
          <p:spPr bwMode="auto">
            <a:xfrm>
              <a:off x="7073900" y="2735263"/>
              <a:ext cx="155575" cy="155575"/>
            </a:xfrm>
            <a:custGeom>
              <a:avLst/>
              <a:gdLst>
                <a:gd name="T0" fmla="*/ 782 w 926"/>
                <a:gd name="T1" fmla="*/ 268 h 926"/>
                <a:gd name="T2" fmla="*/ 812 w 926"/>
                <a:gd name="T3" fmla="*/ 158 h 926"/>
                <a:gd name="T4" fmla="*/ 687 w 926"/>
                <a:gd name="T5" fmla="*/ 113 h 926"/>
                <a:gd name="T6" fmla="*/ 551 w 926"/>
                <a:gd name="T7" fmla="*/ 57 h 926"/>
                <a:gd name="T8" fmla="*/ 374 w 926"/>
                <a:gd name="T9" fmla="*/ 57 h 926"/>
                <a:gd name="T10" fmla="*/ 238 w 926"/>
                <a:gd name="T11" fmla="*/ 113 h 926"/>
                <a:gd name="T12" fmla="*/ 113 w 926"/>
                <a:gd name="T13" fmla="*/ 158 h 926"/>
                <a:gd name="T14" fmla="*/ 143 w 926"/>
                <a:gd name="T15" fmla="*/ 269 h 926"/>
                <a:gd name="T16" fmla="*/ 0 w 926"/>
                <a:gd name="T17" fmla="*/ 431 h 926"/>
                <a:gd name="T18" fmla="*/ 99 w 926"/>
                <a:gd name="T19" fmla="*/ 551 h 926"/>
                <a:gd name="T20" fmla="*/ 96 w 926"/>
                <a:gd name="T21" fmla="*/ 727 h 926"/>
                <a:gd name="T22" fmla="*/ 198 w 926"/>
                <a:gd name="T23" fmla="*/ 829 h 926"/>
                <a:gd name="T24" fmla="*/ 374 w 926"/>
                <a:gd name="T25" fmla="*/ 826 h 926"/>
                <a:gd name="T26" fmla="*/ 494 w 926"/>
                <a:gd name="T27" fmla="*/ 926 h 926"/>
                <a:gd name="T28" fmla="*/ 657 w 926"/>
                <a:gd name="T29" fmla="*/ 783 h 926"/>
                <a:gd name="T30" fmla="*/ 768 w 926"/>
                <a:gd name="T31" fmla="*/ 813 h 926"/>
                <a:gd name="T32" fmla="*/ 812 w 926"/>
                <a:gd name="T33" fmla="*/ 687 h 926"/>
                <a:gd name="T34" fmla="*/ 869 w 926"/>
                <a:gd name="T35" fmla="*/ 551 h 926"/>
                <a:gd name="T36" fmla="*/ 869 w 926"/>
                <a:gd name="T37" fmla="*/ 374 h 926"/>
                <a:gd name="T38" fmla="*/ 791 w 926"/>
                <a:gd name="T39" fmla="*/ 528 h 926"/>
                <a:gd name="T40" fmla="*/ 785 w 926"/>
                <a:gd name="T41" fmla="*/ 714 h 926"/>
                <a:gd name="T42" fmla="*/ 740 w 926"/>
                <a:gd name="T43" fmla="*/ 785 h 926"/>
                <a:gd name="T44" fmla="*/ 673 w 926"/>
                <a:gd name="T45" fmla="*/ 743 h 926"/>
                <a:gd name="T46" fmla="*/ 513 w 926"/>
                <a:gd name="T47" fmla="*/ 810 h 926"/>
                <a:gd name="T48" fmla="*/ 431 w 926"/>
                <a:gd name="T49" fmla="*/ 887 h 926"/>
                <a:gd name="T50" fmla="*/ 397 w 926"/>
                <a:gd name="T51" fmla="*/ 791 h 926"/>
                <a:gd name="T52" fmla="*/ 211 w 926"/>
                <a:gd name="T53" fmla="*/ 784 h 926"/>
                <a:gd name="T54" fmla="*/ 140 w 926"/>
                <a:gd name="T55" fmla="*/ 740 h 926"/>
                <a:gd name="T56" fmla="*/ 181 w 926"/>
                <a:gd name="T57" fmla="*/ 672 h 926"/>
                <a:gd name="T58" fmla="*/ 114 w 926"/>
                <a:gd name="T59" fmla="*/ 512 h 926"/>
                <a:gd name="T60" fmla="*/ 38 w 926"/>
                <a:gd name="T61" fmla="*/ 430 h 926"/>
                <a:gd name="T62" fmla="*/ 133 w 926"/>
                <a:gd name="T63" fmla="*/ 396 h 926"/>
                <a:gd name="T64" fmla="*/ 140 w 926"/>
                <a:gd name="T65" fmla="*/ 210 h 926"/>
                <a:gd name="T66" fmla="*/ 185 w 926"/>
                <a:gd name="T67" fmla="*/ 139 h 926"/>
                <a:gd name="T68" fmla="*/ 252 w 926"/>
                <a:gd name="T69" fmla="*/ 181 h 926"/>
                <a:gd name="T70" fmla="*/ 412 w 926"/>
                <a:gd name="T71" fmla="*/ 114 h 926"/>
                <a:gd name="T72" fmla="*/ 494 w 926"/>
                <a:gd name="T73" fmla="*/ 38 h 926"/>
                <a:gd name="T74" fmla="*/ 528 w 926"/>
                <a:gd name="T75" fmla="*/ 134 h 926"/>
                <a:gd name="T76" fmla="*/ 672 w 926"/>
                <a:gd name="T77" fmla="*/ 181 h 926"/>
                <a:gd name="T78" fmla="*/ 740 w 926"/>
                <a:gd name="T79" fmla="*/ 140 h 926"/>
                <a:gd name="T80" fmla="*/ 785 w 926"/>
                <a:gd name="T81" fmla="*/ 211 h 926"/>
                <a:gd name="T82" fmla="*/ 791 w 926"/>
                <a:gd name="T83" fmla="*/ 397 h 926"/>
                <a:gd name="T84" fmla="*/ 887 w 926"/>
                <a:gd name="T85" fmla="*/ 431 h 926"/>
                <a:gd name="T86" fmla="*/ 868 w 926"/>
                <a:gd name="T87" fmla="*/ 512 h 9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26" h="926">
                  <a:moveTo>
                    <a:pt x="869" y="374"/>
                  </a:moveTo>
                  <a:cubicBezTo>
                    <a:pt x="826" y="374"/>
                    <a:pt x="826" y="374"/>
                    <a:pt x="826" y="374"/>
                  </a:cubicBezTo>
                  <a:cubicBezTo>
                    <a:pt x="817" y="336"/>
                    <a:pt x="802" y="301"/>
                    <a:pt x="782" y="268"/>
                  </a:cubicBezTo>
                  <a:cubicBezTo>
                    <a:pt x="812" y="238"/>
                    <a:pt x="812" y="238"/>
                    <a:pt x="812" y="238"/>
                  </a:cubicBezTo>
                  <a:cubicBezTo>
                    <a:pt x="823" y="227"/>
                    <a:pt x="829" y="213"/>
                    <a:pt x="829" y="198"/>
                  </a:cubicBezTo>
                  <a:cubicBezTo>
                    <a:pt x="829" y="183"/>
                    <a:pt x="823" y="168"/>
                    <a:pt x="812" y="158"/>
                  </a:cubicBezTo>
                  <a:cubicBezTo>
                    <a:pt x="768" y="113"/>
                    <a:pt x="768" y="113"/>
                    <a:pt x="768" y="113"/>
                  </a:cubicBezTo>
                  <a:cubicBezTo>
                    <a:pt x="757" y="102"/>
                    <a:pt x="743" y="96"/>
                    <a:pt x="727" y="96"/>
                  </a:cubicBezTo>
                  <a:cubicBezTo>
                    <a:pt x="712" y="96"/>
                    <a:pt x="698" y="102"/>
                    <a:pt x="687" y="113"/>
                  </a:cubicBezTo>
                  <a:cubicBezTo>
                    <a:pt x="657" y="143"/>
                    <a:pt x="657" y="143"/>
                    <a:pt x="657" y="143"/>
                  </a:cubicBezTo>
                  <a:cubicBezTo>
                    <a:pt x="624" y="123"/>
                    <a:pt x="589" y="108"/>
                    <a:pt x="551" y="99"/>
                  </a:cubicBezTo>
                  <a:cubicBezTo>
                    <a:pt x="551" y="57"/>
                    <a:pt x="551" y="57"/>
                    <a:pt x="551" y="57"/>
                  </a:cubicBezTo>
                  <a:cubicBezTo>
                    <a:pt x="551" y="25"/>
                    <a:pt x="526" y="0"/>
                    <a:pt x="494" y="0"/>
                  </a:cubicBezTo>
                  <a:cubicBezTo>
                    <a:pt x="431" y="0"/>
                    <a:pt x="431" y="0"/>
                    <a:pt x="431" y="0"/>
                  </a:cubicBezTo>
                  <a:cubicBezTo>
                    <a:pt x="400" y="0"/>
                    <a:pt x="374" y="25"/>
                    <a:pt x="374" y="57"/>
                  </a:cubicBezTo>
                  <a:cubicBezTo>
                    <a:pt x="374" y="99"/>
                    <a:pt x="374" y="99"/>
                    <a:pt x="374" y="99"/>
                  </a:cubicBezTo>
                  <a:cubicBezTo>
                    <a:pt x="337" y="108"/>
                    <a:pt x="301" y="123"/>
                    <a:pt x="268" y="143"/>
                  </a:cubicBezTo>
                  <a:cubicBezTo>
                    <a:pt x="238" y="113"/>
                    <a:pt x="238" y="113"/>
                    <a:pt x="238" y="113"/>
                  </a:cubicBezTo>
                  <a:cubicBezTo>
                    <a:pt x="227" y="102"/>
                    <a:pt x="213" y="96"/>
                    <a:pt x="198" y="96"/>
                  </a:cubicBezTo>
                  <a:cubicBezTo>
                    <a:pt x="183" y="96"/>
                    <a:pt x="169" y="102"/>
                    <a:pt x="158" y="113"/>
                  </a:cubicBezTo>
                  <a:cubicBezTo>
                    <a:pt x="113" y="158"/>
                    <a:pt x="113" y="158"/>
                    <a:pt x="113" y="158"/>
                  </a:cubicBezTo>
                  <a:cubicBezTo>
                    <a:pt x="102" y="169"/>
                    <a:pt x="96" y="183"/>
                    <a:pt x="96" y="198"/>
                  </a:cubicBezTo>
                  <a:cubicBezTo>
                    <a:pt x="96" y="213"/>
                    <a:pt x="102" y="228"/>
                    <a:pt x="113" y="239"/>
                  </a:cubicBezTo>
                  <a:cubicBezTo>
                    <a:pt x="143" y="269"/>
                    <a:pt x="143" y="269"/>
                    <a:pt x="143" y="269"/>
                  </a:cubicBezTo>
                  <a:cubicBezTo>
                    <a:pt x="123" y="302"/>
                    <a:pt x="108" y="337"/>
                    <a:pt x="99" y="374"/>
                  </a:cubicBezTo>
                  <a:cubicBezTo>
                    <a:pt x="57" y="374"/>
                    <a:pt x="57" y="374"/>
                    <a:pt x="57" y="374"/>
                  </a:cubicBezTo>
                  <a:cubicBezTo>
                    <a:pt x="25" y="374"/>
                    <a:pt x="0" y="400"/>
                    <a:pt x="0" y="431"/>
                  </a:cubicBezTo>
                  <a:cubicBezTo>
                    <a:pt x="0" y="495"/>
                    <a:pt x="0" y="495"/>
                    <a:pt x="0" y="495"/>
                  </a:cubicBezTo>
                  <a:cubicBezTo>
                    <a:pt x="0" y="526"/>
                    <a:pt x="25" y="551"/>
                    <a:pt x="57" y="551"/>
                  </a:cubicBezTo>
                  <a:cubicBezTo>
                    <a:pt x="99" y="551"/>
                    <a:pt x="99" y="551"/>
                    <a:pt x="99" y="551"/>
                  </a:cubicBezTo>
                  <a:cubicBezTo>
                    <a:pt x="108" y="589"/>
                    <a:pt x="123" y="624"/>
                    <a:pt x="143" y="657"/>
                  </a:cubicBezTo>
                  <a:cubicBezTo>
                    <a:pt x="113" y="687"/>
                    <a:pt x="113" y="687"/>
                    <a:pt x="113" y="687"/>
                  </a:cubicBezTo>
                  <a:cubicBezTo>
                    <a:pt x="102" y="698"/>
                    <a:pt x="96" y="712"/>
                    <a:pt x="96" y="727"/>
                  </a:cubicBezTo>
                  <a:cubicBezTo>
                    <a:pt x="96" y="743"/>
                    <a:pt x="102" y="757"/>
                    <a:pt x="113" y="768"/>
                  </a:cubicBezTo>
                  <a:cubicBezTo>
                    <a:pt x="158" y="813"/>
                    <a:pt x="158" y="813"/>
                    <a:pt x="158" y="813"/>
                  </a:cubicBezTo>
                  <a:cubicBezTo>
                    <a:pt x="169" y="823"/>
                    <a:pt x="183" y="829"/>
                    <a:pt x="198" y="829"/>
                  </a:cubicBezTo>
                  <a:cubicBezTo>
                    <a:pt x="213" y="829"/>
                    <a:pt x="227" y="823"/>
                    <a:pt x="238" y="813"/>
                  </a:cubicBezTo>
                  <a:cubicBezTo>
                    <a:pt x="268" y="783"/>
                    <a:pt x="268" y="783"/>
                    <a:pt x="268" y="783"/>
                  </a:cubicBezTo>
                  <a:cubicBezTo>
                    <a:pt x="301" y="803"/>
                    <a:pt x="337" y="817"/>
                    <a:pt x="374" y="826"/>
                  </a:cubicBezTo>
                  <a:cubicBezTo>
                    <a:pt x="374" y="869"/>
                    <a:pt x="374" y="869"/>
                    <a:pt x="374" y="869"/>
                  </a:cubicBezTo>
                  <a:cubicBezTo>
                    <a:pt x="374" y="900"/>
                    <a:pt x="400" y="926"/>
                    <a:pt x="431" y="926"/>
                  </a:cubicBezTo>
                  <a:cubicBezTo>
                    <a:pt x="494" y="926"/>
                    <a:pt x="494" y="926"/>
                    <a:pt x="494" y="926"/>
                  </a:cubicBezTo>
                  <a:cubicBezTo>
                    <a:pt x="526" y="926"/>
                    <a:pt x="551" y="900"/>
                    <a:pt x="551" y="869"/>
                  </a:cubicBezTo>
                  <a:cubicBezTo>
                    <a:pt x="551" y="826"/>
                    <a:pt x="551" y="826"/>
                    <a:pt x="551" y="826"/>
                  </a:cubicBezTo>
                  <a:cubicBezTo>
                    <a:pt x="589" y="817"/>
                    <a:pt x="624" y="803"/>
                    <a:pt x="657" y="783"/>
                  </a:cubicBezTo>
                  <a:cubicBezTo>
                    <a:pt x="687" y="813"/>
                    <a:pt x="687" y="813"/>
                    <a:pt x="687" y="813"/>
                  </a:cubicBezTo>
                  <a:cubicBezTo>
                    <a:pt x="698" y="823"/>
                    <a:pt x="712" y="829"/>
                    <a:pt x="727" y="829"/>
                  </a:cubicBezTo>
                  <a:cubicBezTo>
                    <a:pt x="742" y="829"/>
                    <a:pt x="757" y="823"/>
                    <a:pt x="768" y="813"/>
                  </a:cubicBezTo>
                  <a:cubicBezTo>
                    <a:pt x="812" y="768"/>
                    <a:pt x="812" y="768"/>
                    <a:pt x="812" y="768"/>
                  </a:cubicBezTo>
                  <a:cubicBezTo>
                    <a:pt x="823" y="757"/>
                    <a:pt x="829" y="743"/>
                    <a:pt x="829" y="727"/>
                  </a:cubicBezTo>
                  <a:cubicBezTo>
                    <a:pt x="829" y="712"/>
                    <a:pt x="823" y="698"/>
                    <a:pt x="812" y="687"/>
                  </a:cubicBezTo>
                  <a:cubicBezTo>
                    <a:pt x="782" y="657"/>
                    <a:pt x="782" y="657"/>
                    <a:pt x="782" y="657"/>
                  </a:cubicBezTo>
                  <a:cubicBezTo>
                    <a:pt x="802" y="624"/>
                    <a:pt x="817" y="589"/>
                    <a:pt x="826" y="551"/>
                  </a:cubicBezTo>
                  <a:cubicBezTo>
                    <a:pt x="869" y="551"/>
                    <a:pt x="869" y="551"/>
                    <a:pt x="869" y="551"/>
                  </a:cubicBezTo>
                  <a:cubicBezTo>
                    <a:pt x="900" y="551"/>
                    <a:pt x="926" y="526"/>
                    <a:pt x="926" y="495"/>
                  </a:cubicBezTo>
                  <a:cubicBezTo>
                    <a:pt x="926" y="431"/>
                    <a:pt x="926" y="431"/>
                    <a:pt x="926" y="431"/>
                  </a:cubicBezTo>
                  <a:cubicBezTo>
                    <a:pt x="925" y="399"/>
                    <a:pt x="900" y="374"/>
                    <a:pt x="869" y="374"/>
                  </a:cubicBezTo>
                  <a:close/>
                  <a:moveTo>
                    <a:pt x="868" y="512"/>
                  </a:moveTo>
                  <a:cubicBezTo>
                    <a:pt x="810" y="512"/>
                    <a:pt x="810" y="512"/>
                    <a:pt x="810" y="512"/>
                  </a:cubicBezTo>
                  <a:cubicBezTo>
                    <a:pt x="801" y="512"/>
                    <a:pt x="793" y="519"/>
                    <a:pt x="791" y="528"/>
                  </a:cubicBezTo>
                  <a:cubicBezTo>
                    <a:pt x="783" y="571"/>
                    <a:pt x="766" y="612"/>
                    <a:pt x="741" y="648"/>
                  </a:cubicBezTo>
                  <a:cubicBezTo>
                    <a:pt x="736" y="656"/>
                    <a:pt x="737" y="666"/>
                    <a:pt x="744" y="672"/>
                  </a:cubicBezTo>
                  <a:cubicBezTo>
                    <a:pt x="785" y="714"/>
                    <a:pt x="785" y="714"/>
                    <a:pt x="785" y="714"/>
                  </a:cubicBezTo>
                  <a:cubicBezTo>
                    <a:pt x="788" y="717"/>
                    <a:pt x="790" y="722"/>
                    <a:pt x="790" y="727"/>
                  </a:cubicBezTo>
                  <a:cubicBezTo>
                    <a:pt x="790" y="732"/>
                    <a:pt x="788" y="736"/>
                    <a:pt x="785" y="740"/>
                  </a:cubicBezTo>
                  <a:cubicBezTo>
                    <a:pt x="740" y="785"/>
                    <a:pt x="740" y="785"/>
                    <a:pt x="740" y="785"/>
                  </a:cubicBezTo>
                  <a:cubicBezTo>
                    <a:pt x="737" y="788"/>
                    <a:pt x="732" y="790"/>
                    <a:pt x="727" y="790"/>
                  </a:cubicBezTo>
                  <a:cubicBezTo>
                    <a:pt x="722" y="790"/>
                    <a:pt x="717" y="788"/>
                    <a:pt x="714" y="785"/>
                  </a:cubicBezTo>
                  <a:cubicBezTo>
                    <a:pt x="673" y="743"/>
                    <a:pt x="673" y="743"/>
                    <a:pt x="673" y="743"/>
                  </a:cubicBezTo>
                  <a:cubicBezTo>
                    <a:pt x="666" y="737"/>
                    <a:pt x="656" y="736"/>
                    <a:pt x="648" y="741"/>
                  </a:cubicBezTo>
                  <a:cubicBezTo>
                    <a:pt x="611" y="766"/>
                    <a:pt x="571" y="783"/>
                    <a:pt x="528" y="791"/>
                  </a:cubicBezTo>
                  <a:cubicBezTo>
                    <a:pt x="519" y="793"/>
                    <a:pt x="513" y="801"/>
                    <a:pt x="513" y="810"/>
                  </a:cubicBezTo>
                  <a:cubicBezTo>
                    <a:pt x="513" y="868"/>
                    <a:pt x="513" y="868"/>
                    <a:pt x="513" y="868"/>
                  </a:cubicBezTo>
                  <a:cubicBezTo>
                    <a:pt x="513" y="879"/>
                    <a:pt x="504" y="887"/>
                    <a:pt x="494" y="887"/>
                  </a:cubicBezTo>
                  <a:cubicBezTo>
                    <a:pt x="431" y="887"/>
                    <a:pt x="431" y="887"/>
                    <a:pt x="431" y="887"/>
                  </a:cubicBezTo>
                  <a:cubicBezTo>
                    <a:pt x="420" y="887"/>
                    <a:pt x="412" y="879"/>
                    <a:pt x="412" y="868"/>
                  </a:cubicBezTo>
                  <a:cubicBezTo>
                    <a:pt x="412" y="810"/>
                    <a:pt x="412" y="810"/>
                    <a:pt x="412" y="810"/>
                  </a:cubicBezTo>
                  <a:cubicBezTo>
                    <a:pt x="412" y="800"/>
                    <a:pt x="406" y="793"/>
                    <a:pt x="397" y="791"/>
                  </a:cubicBezTo>
                  <a:cubicBezTo>
                    <a:pt x="354" y="782"/>
                    <a:pt x="313" y="766"/>
                    <a:pt x="276" y="741"/>
                  </a:cubicBezTo>
                  <a:cubicBezTo>
                    <a:pt x="269" y="736"/>
                    <a:pt x="258" y="737"/>
                    <a:pt x="252" y="743"/>
                  </a:cubicBezTo>
                  <a:cubicBezTo>
                    <a:pt x="211" y="784"/>
                    <a:pt x="211" y="784"/>
                    <a:pt x="211" y="784"/>
                  </a:cubicBezTo>
                  <a:cubicBezTo>
                    <a:pt x="207" y="788"/>
                    <a:pt x="203" y="790"/>
                    <a:pt x="198" y="790"/>
                  </a:cubicBezTo>
                  <a:cubicBezTo>
                    <a:pt x="193" y="790"/>
                    <a:pt x="188" y="788"/>
                    <a:pt x="185" y="784"/>
                  </a:cubicBezTo>
                  <a:cubicBezTo>
                    <a:pt x="140" y="740"/>
                    <a:pt x="140" y="740"/>
                    <a:pt x="140" y="740"/>
                  </a:cubicBezTo>
                  <a:cubicBezTo>
                    <a:pt x="136" y="736"/>
                    <a:pt x="134" y="732"/>
                    <a:pt x="134" y="727"/>
                  </a:cubicBezTo>
                  <a:cubicBezTo>
                    <a:pt x="134" y="722"/>
                    <a:pt x="136" y="717"/>
                    <a:pt x="140" y="713"/>
                  </a:cubicBezTo>
                  <a:cubicBezTo>
                    <a:pt x="181" y="672"/>
                    <a:pt x="181" y="672"/>
                    <a:pt x="181" y="672"/>
                  </a:cubicBezTo>
                  <a:cubicBezTo>
                    <a:pt x="187" y="666"/>
                    <a:pt x="188" y="655"/>
                    <a:pt x="183" y="648"/>
                  </a:cubicBezTo>
                  <a:cubicBezTo>
                    <a:pt x="159" y="611"/>
                    <a:pt x="142" y="571"/>
                    <a:pt x="133" y="527"/>
                  </a:cubicBezTo>
                  <a:cubicBezTo>
                    <a:pt x="131" y="519"/>
                    <a:pt x="124" y="512"/>
                    <a:pt x="114" y="512"/>
                  </a:cubicBezTo>
                  <a:cubicBezTo>
                    <a:pt x="56" y="512"/>
                    <a:pt x="56" y="512"/>
                    <a:pt x="56" y="512"/>
                  </a:cubicBezTo>
                  <a:cubicBezTo>
                    <a:pt x="46" y="512"/>
                    <a:pt x="38" y="504"/>
                    <a:pt x="38" y="494"/>
                  </a:cubicBezTo>
                  <a:cubicBezTo>
                    <a:pt x="38" y="430"/>
                    <a:pt x="38" y="430"/>
                    <a:pt x="38" y="430"/>
                  </a:cubicBezTo>
                  <a:cubicBezTo>
                    <a:pt x="38" y="420"/>
                    <a:pt x="46" y="412"/>
                    <a:pt x="56" y="412"/>
                  </a:cubicBezTo>
                  <a:cubicBezTo>
                    <a:pt x="114" y="412"/>
                    <a:pt x="114" y="412"/>
                    <a:pt x="114" y="412"/>
                  </a:cubicBezTo>
                  <a:cubicBezTo>
                    <a:pt x="124" y="412"/>
                    <a:pt x="131" y="405"/>
                    <a:pt x="133" y="396"/>
                  </a:cubicBezTo>
                  <a:cubicBezTo>
                    <a:pt x="142" y="353"/>
                    <a:pt x="159" y="312"/>
                    <a:pt x="183" y="276"/>
                  </a:cubicBezTo>
                  <a:cubicBezTo>
                    <a:pt x="188" y="268"/>
                    <a:pt x="187" y="258"/>
                    <a:pt x="181" y="252"/>
                  </a:cubicBezTo>
                  <a:cubicBezTo>
                    <a:pt x="140" y="210"/>
                    <a:pt x="140" y="210"/>
                    <a:pt x="140" y="210"/>
                  </a:cubicBezTo>
                  <a:cubicBezTo>
                    <a:pt x="136" y="207"/>
                    <a:pt x="134" y="202"/>
                    <a:pt x="134" y="197"/>
                  </a:cubicBezTo>
                  <a:cubicBezTo>
                    <a:pt x="134" y="192"/>
                    <a:pt x="136" y="188"/>
                    <a:pt x="140" y="184"/>
                  </a:cubicBezTo>
                  <a:cubicBezTo>
                    <a:pt x="185" y="139"/>
                    <a:pt x="185" y="139"/>
                    <a:pt x="185" y="139"/>
                  </a:cubicBezTo>
                  <a:cubicBezTo>
                    <a:pt x="188" y="136"/>
                    <a:pt x="193" y="134"/>
                    <a:pt x="198" y="134"/>
                  </a:cubicBezTo>
                  <a:cubicBezTo>
                    <a:pt x="203" y="134"/>
                    <a:pt x="207" y="136"/>
                    <a:pt x="211" y="139"/>
                  </a:cubicBezTo>
                  <a:cubicBezTo>
                    <a:pt x="252" y="181"/>
                    <a:pt x="252" y="181"/>
                    <a:pt x="252" y="181"/>
                  </a:cubicBezTo>
                  <a:cubicBezTo>
                    <a:pt x="258" y="187"/>
                    <a:pt x="269" y="188"/>
                    <a:pt x="276" y="183"/>
                  </a:cubicBezTo>
                  <a:cubicBezTo>
                    <a:pt x="313" y="158"/>
                    <a:pt x="354" y="142"/>
                    <a:pt x="397" y="133"/>
                  </a:cubicBezTo>
                  <a:cubicBezTo>
                    <a:pt x="406" y="131"/>
                    <a:pt x="412" y="123"/>
                    <a:pt x="412" y="114"/>
                  </a:cubicBezTo>
                  <a:cubicBezTo>
                    <a:pt x="412" y="57"/>
                    <a:pt x="412" y="57"/>
                    <a:pt x="412" y="57"/>
                  </a:cubicBezTo>
                  <a:cubicBezTo>
                    <a:pt x="412" y="47"/>
                    <a:pt x="420" y="38"/>
                    <a:pt x="431" y="38"/>
                  </a:cubicBezTo>
                  <a:cubicBezTo>
                    <a:pt x="494" y="38"/>
                    <a:pt x="494" y="38"/>
                    <a:pt x="494" y="38"/>
                  </a:cubicBezTo>
                  <a:cubicBezTo>
                    <a:pt x="504" y="38"/>
                    <a:pt x="513" y="47"/>
                    <a:pt x="513" y="57"/>
                  </a:cubicBezTo>
                  <a:cubicBezTo>
                    <a:pt x="513" y="115"/>
                    <a:pt x="513" y="115"/>
                    <a:pt x="513" y="115"/>
                  </a:cubicBezTo>
                  <a:cubicBezTo>
                    <a:pt x="513" y="124"/>
                    <a:pt x="519" y="132"/>
                    <a:pt x="528" y="134"/>
                  </a:cubicBezTo>
                  <a:cubicBezTo>
                    <a:pt x="571" y="143"/>
                    <a:pt x="612" y="159"/>
                    <a:pt x="648" y="184"/>
                  </a:cubicBezTo>
                  <a:cubicBezTo>
                    <a:pt x="651" y="186"/>
                    <a:pt x="655" y="187"/>
                    <a:pt x="659" y="187"/>
                  </a:cubicBezTo>
                  <a:cubicBezTo>
                    <a:pt x="664" y="187"/>
                    <a:pt x="669" y="185"/>
                    <a:pt x="672" y="181"/>
                  </a:cubicBezTo>
                  <a:cubicBezTo>
                    <a:pt x="714" y="140"/>
                    <a:pt x="714" y="140"/>
                    <a:pt x="714" y="140"/>
                  </a:cubicBezTo>
                  <a:cubicBezTo>
                    <a:pt x="717" y="136"/>
                    <a:pt x="722" y="135"/>
                    <a:pt x="727" y="135"/>
                  </a:cubicBezTo>
                  <a:cubicBezTo>
                    <a:pt x="731" y="135"/>
                    <a:pt x="736" y="136"/>
                    <a:pt x="740" y="140"/>
                  </a:cubicBezTo>
                  <a:cubicBezTo>
                    <a:pt x="785" y="185"/>
                    <a:pt x="785" y="185"/>
                    <a:pt x="785" y="185"/>
                  </a:cubicBezTo>
                  <a:cubicBezTo>
                    <a:pt x="788" y="188"/>
                    <a:pt x="790" y="193"/>
                    <a:pt x="790" y="198"/>
                  </a:cubicBezTo>
                  <a:cubicBezTo>
                    <a:pt x="790" y="203"/>
                    <a:pt x="788" y="207"/>
                    <a:pt x="785" y="211"/>
                  </a:cubicBezTo>
                  <a:cubicBezTo>
                    <a:pt x="743" y="252"/>
                    <a:pt x="743" y="252"/>
                    <a:pt x="743" y="252"/>
                  </a:cubicBezTo>
                  <a:cubicBezTo>
                    <a:pt x="737" y="259"/>
                    <a:pt x="736" y="269"/>
                    <a:pt x="741" y="277"/>
                  </a:cubicBezTo>
                  <a:cubicBezTo>
                    <a:pt x="766" y="313"/>
                    <a:pt x="782" y="354"/>
                    <a:pt x="791" y="397"/>
                  </a:cubicBezTo>
                  <a:cubicBezTo>
                    <a:pt x="793" y="406"/>
                    <a:pt x="801" y="412"/>
                    <a:pt x="810" y="412"/>
                  </a:cubicBezTo>
                  <a:cubicBezTo>
                    <a:pt x="868" y="412"/>
                    <a:pt x="868" y="412"/>
                    <a:pt x="868" y="412"/>
                  </a:cubicBezTo>
                  <a:cubicBezTo>
                    <a:pt x="878" y="412"/>
                    <a:pt x="887" y="421"/>
                    <a:pt x="887" y="431"/>
                  </a:cubicBezTo>
                  <a:cubicBezTo>
                    <a:pt x="887" y="494"/>
                    <a:pt x="887" y="494"/>
                    <a:pt x="887" y="494"/>
                  </a:cubicBezTo>
                  <a:cubicBezTo>
                    <a:pt x="887" y="494"/>
                    <a:pt x="887" y="494"/>
                    <a:pt x="887" y="494"/>
                  </a:cubicBezTo>
                  <a:cubicBezTo>
                    <a:pt x="887" y="504"/>
                    <a:pt x="879" y="512"/>
                    <a:pt x="868" y="512"/>
                  </a:cubicBezTo>
                  <a:close/>
                  <a:moveTo>
                    <a:pt x="868" y="512"/>
                  </a:moveTo>
                  <a:cubicBezTo>
                    <a:pt x="868" y="512"/>
                    <a:pt x="868" y="512"/>
                    <a:pt x="868" y="512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grpSp>
        <p:nvGrpSpPr>
          <p:cNvPr id="62" name="Group 61"/>
          <p:cNvGrpSpPr/>
          <p:nvPr/>
        </p:nvGrpSpPr>
        <p:grpSpPr>
          <a:xfrm>
            <a:off x="5781634" y="2479363"/>
            <a:ext cx="1976448" cy="568344"/>
            <a:chOff x="6171248" y="2439606"/>
            <a:chExt cx="1976448" cy="568344"/>
          </a:xfrm>
        </p:grpSpPr>
        <p:sp>
          <p:nvSpPr>
            <p:cNvPr id="60" name="Rectangle 59"/>
            <p:cNvSpPr/>
            <p:nvPr/>
          </p:nvSpPr>
          <p:spPr>
            <a:xfrm>
              <a:off x="6171248" y="2638618"/>
              <a:ext cx="197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0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is simply dummy text of the printing and typesetting industry.</a:t>
              </a:r>
              <a:endParaRPr lang="en-US" sz="900" dirty="0"/>
            </a:p>
          </p:txBody>
        </p:sp>
        <p:sp>
          <p:nvSpPr>
            <p:cNvPr id="61" name="Rectangle 60"/>
            <p:cNvSpPr/>
            <p:nvPr/>
          </p:nvSpPr>
          <p:spPr>
            <a:xfrm>
              <a:off x="6171248" y="2439606"/>
              <a:ext cx="111120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Lorem Ipsum</a:t>
              </a:r>
              <a:endParaRPr lang="en-US" sz="1100" dirty="0"/>
            </a:p>
          </p:txBody>
        </p:sp>
      </p:grpSp>
      <p:grpSp>
        <p:nvGrpSpPr>
          <p:cNvPr id="63" name="Group 62"/>
          <p:cNvGrpSpPr/>
          <p:nvPr/>
        </p:nvGrpSpPr>
        <p:grpSpPr>
          <a:xfrm>
            <a:off x="6793870" y="3377368"/>
            <a:ext cx="1976448" cy="568344"/>
            <a:chOff x="6171248" y="2439606"/>
            <a:chExt cx="1976448" cy="568344"/>
          </a:xfrm>
        </p:grpSpPr>
        <p:sp>
          <p:nvSpPr>
            <p:cNvPr id="64" name="Rectangle 63"/>
            <p:cNvSpPr/>
            <p:nvPr/>
          </p:nvSpPr>
          <p:spPr>
            <a:xfrm>
              <a:off x="6171248" y="2638618"/>
              <a:ext cx="197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0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is simply dummy text of the printing and typesetting industry.</a:t>
              </a:r>
              <a:endParaRPr lang="en-US" sz="900" dirty="0"/>
            </a:p>
          </p:txBody>
        </p:sp>
        <p:sp>
          <p:nvSpPr>
            <p:cNvPr id="65" name="Rectangle 64"/>
            <p:cNvSpPr/>
            <p:nvPr/>
          </p:nvSpPr>
          <p:spPr>
            <a:xfrm>
              <a:off x="6171248" y="2439606"/>
              <a:ext cx="111120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Lorem Ipsum</a:t>
              </a:r>
              <a:endParaRPr lang="en-US" sz="1100" dirty="0"/>
            </a:p>
          </p:txBody>
        </p:sp>
      </p:grpSp>
      <p:grpSp>
        <p:nvGrpSpPr>
          <p:cNvPr id="70" name="Group 69"/>
          <p:cNvGrpSpPr/>
          <p:nvPr/>
        </p:nvGrpSpPr>
        <p:grpSpPr>
          <a:xfrm>
            <a:off x="7652204" y="4281549"/>
            <a:ext cx="1976448" cy="568344"/>
            <a:chOff x="6171248" y="2439606"/>
            <a:chExt cx="1976448" cy="568344"/>
          </a:xfrm>
        </p:grpSpPr>
        <p:sp>
          <p:nvSpPr>
            <p:cNvPr id="71" name="Rectangle 70"/>
            <p:cNvSpPr/>
            <p:nvPr/>
          </p:nvSpPr>
          <p:spPr>
            <a:xfrm>
              <a:off x="6171248" y="2638618"/>
              <a:ext cx="197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0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is simply dummy text of the printing and typesetting industry.</a:t>
              </a:r>
              <a:endParaRPr lang="en-US" sz="900" dirty="0"/>
            </a:p>
          </p:txBody>
        </p:sp>
        <p:sp>
          <p:nvSpPr>
            <p:cNvPr id="72" name="Rectangle 71"/>
            <p:cNvSpPr/>
            <p:nvPr/>
          </p:nvSpPr>
          <p:spPr>
            <a:xfrm>
              <a:off x="6171248" y="2439606"/>
              <a:ext cx="1111202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Lorem Ipsum</a:t>
              </a:r>
              <a:endParaRPr lang="en-US" sz="1100" dirty="0"/>
            </a:p>
          </p:txBody>
        </p:sp>
      </p:grpSp>
      <p:sp>
        <p:nvSpPr>
          <p:cNvPr id="73" name="Rectangle 72"/>
          <p:cNvSpPr/>
          <p:nvPr/>
        </p:nvSpPr>
        <p:spPr>
          <a:xfrm>
            <a:off x="5028306" y="4910298"/>
            <a:ext cx="601447" cy="738664"/>
          </a:xfrm>
          <a:prstGeom prst="rect">
            <a:avLst/>
          </a:prstGeom>
          <a:scene3d>
            <a:camera prst="isometricOffAxis2Left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Open Sans" panose="020B0606030504020204" pitchFamily="34" charset="0"/>
              </a:rPr>
              <a:t>01</a:t>
            </a:r>
          </a:p>
          <a:p>
            <a:r>
              <a:rPr lang="en-US" sz="1400" b="1" dirty="0" smtClean="0">
                <a:solidFill>
                  <a:srgbClr val="15A494"/>
                </a:solidFill>
                <a:latin typeface="Open Sans" panose="020B0606030504020204" pitchFamily="34" charset="0"/>
              </a:rPr>
              <a:t>STEP</a:t>
            </a:r>
            <a:endParaRPr lang="en-US" sz="1400" b="1" dirty="0">
              <a:solidFill>
                <a:srgbClr val="15A494"/>
              </a:solidFill>
            </a:endParaRPr>
          </a:p>
        </p:txBody>
      </p:sp>
      <p:sp>
        <p:nvSpPr>
          <p:cNvPr id="74" name="Rectangle 73"/>
          <p:cNvSpPr/>
          <p:nvPr/>
        </p:nvSpPr>
        <p:spPr>
          <a:xfrm>
            <a:off x="4055003" y="4031052"/>
            <a:ext cx="601447" cy="738664"/>
          </a:xfrm>
          <a:prstGeom prst="rect">
            <a:avLst/>
          </a:prstGeom>
          <a:scene3d>
            <a:camera prst="isometricOffAxis2Left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Open Sans" panose="020B0606030504020204" pitchFamily="34" charset="0"/>
              </a:rPr>
              <a:t>02</a:t>
            </a:r>
          </a:p>
          <a:p>
            <a:r>
              <a:rPr lang="en-US" sz="1400" b="1" dirty="0" smtClean="0">
                <a:solidFill>
                  <a:srgbClr val="404956"/>
                </a:solidFill>
                <a:latin typeface="Open Sans" panose="020B0606030504020204" pitchFamily="34" charset="0"/>
              </a:rPr>
              <a:t>STEP</a:t>
            </a:r>
            <a:endParaRPr lang="en-US" sz="1400" b="1" dirty="0">
              <a:solidFill>
                <a:srgbClr val="404956"/>
              </a:solidFill>
            </a:endParaRPr>
          </a:p>
        </p:txBody>
      </p:sp>
      <p:sp>
        <p:nvSpPr>
          <p:cNvPr id="75" name="Rectangle 74"/>
          <p:cNvSpPr/>
          <p:nvPr/>
        </p:nvSpPr>
        <p:spPr>
          <a:xfrm>
            <a:off x="3131047" y="3155563"/>
            <a:ext cx="601447" cy="738664"/>
          </a:xfrm>
          <a:prstGeom prst="rect">
            <a:avLst/>
          </a:prstGeom>
          <a:scene3d>
            <a:camera prst="isometricOffAxis2Left"/>
            <a:lightRig rig="threePt" dir="t"/>
          </a:scene3d>
        </p:spPr>
        <p:txBody>
          <a:bodyPr wrap="none">
            <a:spAutoFit/>
          </a:bodyPr>
          <a:lstStyle/>
          <a:p>
            <a:r>
              <a:rPr lang="en-US" sz="2800" dirty="0" smtClean="0">
                <a:solidFill>
                  <a:srgbClr val="000000"/>
                </a:solidFill>
                <a:latin typeface="Open Sans" panose="020B0606030504020204" pitchFamily="34" charset="0"/>
              </a:rPr>
              <a:t>03</a:t>
            </a:r>
          </a:p>
          <a:p>
            <a:r>
              <a:rPr lang="en-US" sz="1400" b="1" dirty="0" smtClean="0">
                <a:solidFill>
                  <a:srgbClr val="FF5F71"/>
                </a:solidFill>
                <a:latin typeface="Open Sans" panose="020B0606030504020204" pitchFamily="34" charset="0"/>
              </a:rPr>
              <a:t>STEP</a:t>
            </a:r>
            <a:endParaRPr lang="en-US" sz="1400" b="1" dirty="0">
              <a:solidFill>
                <a:srgbClr val="FF5F71"/>
              </a:solidFill>
            </a:endParaRPr>
          </a:p>
        </p:txBody>
      </p:sp>
      <p:grpSp>
        <p:nvGrpSpPr>
          <p:cNvPr id="81" name="Group 80"/>
          <p:cNvGrpSpPr/>
          <p:nvPr/>
        </p:nvGrpSpPr>
        <p:grpSpPr>
          <a:xfrm>
            <a:off x="3322660" y="4438404"/>
            <a:ext cx="524529" cy="414344"/>
            <a:chOff x="1943143" y="4175491"/>
            <a:chExt cx="524529" cy="414344"/>
          </a:xfrm>
          <a:scene3d>
            <a:camera prst="isometricOffAxis2Left"/>
            <a:lightRig rig="threePt" dir="t"/>
          </a:scene3d>
        </p:grpSpPr>
        <p:sp>
          <p:nvSpPr>
            <p:cNvPr id="77" name="Up Arrow 76"/>
            <p:cNvSpPr/>
            <p:nvPr/>
          </p:nvSpPr>
          <p:spPr>
            <a:xfrm>
              <a:off x="2153330" y="4241792"/>
              <a:ext cx="209986" cy="345525"/>
            </a:xfrm>
            <a:prstGeom prst="upArrow">
              <a:avLst>
                <a:gd name="adj1" fmla="val 53050"/>
                <a:gd name="adj2" fmla="val 48490"/>
              </a:avLst>
            </a:prstGeom>
            <a:solidFill>
              <a:srgbClr val="FF5F7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8" name="Up Arrow 77"/>
            <p:cNvSpPr/>
            <p:nvPr/>
          </p:nvSpPr>
          <p:spPr>
            <a:xfrm>
              <a:off x="2257686" y="4348671"/>
              <a:ext cx="209986" cy="241163"/>
            </a:xfrm>
            <a:prstGeom prst="upArrow">
              <a:avLst>
                <a:gd name="adj1" fmla="val 53050"/>
                <a:gd name="adj2" fmla="val 48490"/>
              </a:avLst>
            </a:prstGeom>
            <a:solidFill>
              <a:srgbClr val="00B39E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9" name="Up Arrow 78"/>
            <p:cNvSpPr/>
            <p:nvPr/>
          </p:nvSpPr>
          <p:spPr>
            <a:xfrm>
              <a:off x="2039934" y="4175491"/>
              <a:ext cx="209986" cy="414344"/>
            </a:xfrm>
            <a:prstGeom prst="upArrow">
              <a:avLst>
                <a:gd name="adj1" fmla="val 53050"/>
                <a:gd name="adj2" fmla="val 48490"/>
              </a:avLst>
            </a:prstGeom>
            <a:solidFill>
              <a:srgbClr val="333F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0" name="Up Arrow 79"/>
            <p:cNvSpPr/>
            <p:nvPr/>
          </p:nvSpPr>
          <p:spPr>
            <a:xfrm>
              <a:off x="1943143" y="4348671"/>
              <a:ext cx="209986" cy="241163"/>
            </a:xfrm>
            <a:prstGeom prst="upArrow">
              <a:avLst>
                <a:gd name="adj1" fmla="val 53050"/>
                <a:gd name="adj2" fmla="val 4849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2" name="Group 81"/>
          <p:cNvGrpSpPr/>
          <p:nvPr/>
        </p:nvGrpSpPr>
        <p:grpSpPr>
          <a:xfrm>
            <a:off x="3008313" y="4854959"/>
            <a:ext cx="1193084" cy="445233"/>
            <a:chOff x="6171248" y="2439606"/>
            <a:chExt cx="1444688" cy="445233"/>
          </a:xfrm>
          <a:scene3d>
            <a:camera prst="isometricOffAxis2Left"/>
            <a:lightRig rig="threePt" dir="t"/>
          </a:scene3d>
        </p:grpSpPr>
        <p:sp>
          <p:nvSpPr>
            <p:cNvPr id="83" name="Rectangle 82"/>
            <p:cNvSpPr/>
            <p:nvPr/>
          </p:nvSpPr>
          <p:spPr>
            <a:xfrm>
              <a:off x="6171248" y="2638618"/>
              <a:ext cx="1288810" cy="24622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endParaRPr lang="en-US" sz="1000" dirty="0"/>
            </a:p>
          </p:txBody>
        </p:sp>
        <p:sp>
          <p:nvSpPr>
            <p:cNvPr id="84" name="Rectangle 83"/>
            <p:cNvSpPr/>
            <p:nvPr/>
          </p:nvSpPr>
          <p:spPr>
            <a:xfrm>
              <a:off x="6171248" y="2439606"/>
              <a:ext cx="1444688" cy="276999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200" b="1" i="0" dirty="0" smtClean="0">
                  <a:solidFill>
                    <a:srgbClr val="000000"/>
                  </a:solidFill>
                  <a:effectLst/>
                  <a:latin typeface="Open Sans" panose="020B0606030504020204" pitchFamily="34" charset="0"/>
                </a:rPr>
                <a:t>Lorem Ipsum</a:t>
              </a:r>
              <a:endParaRPr lang="en-US" sz="1200" dirty="0"/>
            </a:p>
          </p:txBody>
        </p:sp>
      </p:grpSp>
      <p:grpSp>
        <p:nvGrpSpPr>
          <p:cNvPr id="85" name="Group 84"/>
          <p:cNvGrpSpPr/>
          <p:nvPr/>
        </p:nvGrpSpPr>
        <p:grpSpPr>
          <a:xfrm>
            <a:off x="5204409" y="1342521"/>
            <a:ext cx="3450182" cy="568344"/>
            <a:chOff x="6171248" y="2439606"/>
            <a:chExt cx="1976448" cy="568344"/>
          </a:xfrm>
        </p:grpSpPr>
        <p:sp>
          <p:nvSpPr>
            <p:cNvPr id="86" name="Rectangle 85"/>
            <p:cNvSpPr/>
            <p:nvPr/>
          </p:nvSpPr>
          <p:spPr>
            <a:xfrm>
              <a:off x="6171248" y="2638618"/>
              <a:ext cx="1976448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900" b="0" i="0" dirty="0" smtClean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is simply dummy text of the printing and typesetting industry. </a:t>
              </a:r>
              <a:r>
                <a:rPr lang="en-US" sz="900" b="0" i="0" dirty="0" smtClean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simply dummy text of the printing and typesetting industry.</a:t>
              </a:r>
              <a:endParaRPr lang="en-US" sz="900" dirty="0" smtClean="0">
                <a:solidFill>
                  <a:schemeClr val="bg1"/>
                </a:solidFill>
              </a:endParaRPr>
            </a:p>
          </p:txBody>
        </p:sp>
        <p:sp>
          <p:nvSpPr>
            <p:cNvPr id="87" name="Rectangle 86"/>
            <p:cNvSpPr/>
            <p:nvPr/>
          </p:nvSpPr>
          <p:spPr>
            <a:xfrm>
              <a:off x="6171248" y="2439606"/>
              <a:ext cx="636556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sz="1100" b="1" i="0" dirty="0" smtClean="0">
                  <a:solidFill>
                    <a:schemeClr val="bg1"/>
                  </a:solidFill>
                  <a:effectLst/>
                  <a:latin typeface="Open Sans" panose="020B0606030504020204" pitchFamily="34" charset="0"/>
                </a:rPr>
                <a:t>Lorem Ipsum</a:t>
              </a:r>
              <a:endParaRPr lang="en-US" sz="1100" dirty="0">
                <a:solidFill>
                  <a:schemeClr val="bg1"/>
                </a:solidFill>
              </a:endParaRPr>
            </a:p>
          </p:txBody>
        </p:sp>
      </p:grpSp>
      <p:sp>
        <p:nvSpPr>
          <p:cNvPr id="88" name="Arc 87"/>
          <p:cNvSpPr/>
          <p:nvPr/>
        </p:nvSpPr>
        <p:spPr>
          <a:xfrm rot="16200000">
            <a:off x="3894112" y="1828670"/>
            <a:ext cx="1310297" cy="1310297"/>
          </a:xfrm>
          <a:prstGeom prst="arc">
            <a:avLst>
              <a:gd name="adj1" fmla="val 18473663"/>
              <a:gd name="adj2" fmla="val 0"/>
            </a:avLst>
          </a:prstGeom>
          <a:ln>
            <a:solidFill>
              <a:schemeClr val="bg1"/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823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</TotalTime>
  <Words>70</Words>
  <Application>Microsoft Office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Open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gani</dc:creator>
  <cp:lastModifiedBy>gani</cp:lastModifiedBy>
  <cp:revision>12</cp:revision>
  <dcterms:created xsi:type="dcterms:W3CDTF">2020-07-09T13:39:04Z</dcterms:created>
  <dcterms:modified xsi:type="dcterms:W3CDTF">2020-07-09T15:33:11Z</dcterms:modified>
</cp:coreProperties>
</file>