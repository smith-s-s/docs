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4" r:id="rId2"/>
    <p:sldId id="265" r:id="rId3"/>
    <p:sldId id="259" r:id="rId4"/>
    <p:sldId id="261" r:id="rId5"/>
    <p:sldId id="262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3" r:id="rId21"/>
    <p:sldId id="282" r:id="rId22"/>
    <p:sldId id="284" r:id="rId23"/>
    <p:sldId id="285" r:id="rId24"/>
    <p:sldId id="286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6E6E"/>
    <a:srgbClr val="851022"/>
    <a:srgbClr val="EF3E22"/>
    <a:srgbClr val="FA9E28"/>
    <a:srgbClr val="869A14"/>
    <a:srgbClr val="1BB6B3"/>
    <a:srgbClr val="12525B"/>
    <a:srgbClr val="F589B4"/>
    <a:srgbClr val="F5715D"/>
    <a:srgbClr val="F5A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71" autoAdjust="0"/>
    <p:restoredTop sz="94660"/>
  </p:normalViewPr>
  <p:slideViewPr>
    <p:cSldViewPr snapToGrid="0">
      <p:cViewPr>
        <p:scale>
          <a:sx n="66" d="100"/>
          <a:sy n="66" d="100"/>
        </p:scale>
        <p:origin x="62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BFFBB-0E02-4A42-8747-40C9012BC817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F705F-EF5B-4800-BA1B-64B451FC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31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5398-81E6-4CA3-955C-B2B48BEE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582"/>
            <a:ext cx="10515600" cy="61838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lang="en-US" sz="4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ontserrat SemiBold" panose="00000700000000000000" pitchFamily="50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468B6-BDA9-4E02-B3DC-5EA73835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28243C-6621-4D29-B267-657D71286430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DE4ED-AA87-4719-A4DC-C188BEE4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C7619-D268-4F40-BA1D-826D3B42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FA9220-940B-4813-A195-894EEF29E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9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05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83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8.svg"/><Relationship Id="rId5" Type="http://schemas.openxmlformats.org/officeDocument/2006/relationships/image" Target="../media/image6.sv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4.sv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4.sv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4.sv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30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34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51.svg"/><Relationship Id="rId5" Type="http://schemas.openxmlformats.org/officeDocument/2006/relationships/image" Target="../media/image40.svg"/><Relationship Id="rId15" Type="http://schemas.openxmlformats.org/officeDocument/2006/relationships/image" Target="../media/image36.svg"/><Relationship Id="rId10" Type="http://schemas.openxmlformats.org/officeDocument/2006/relationships/image" Target="../media/image50.png"/><Relationship Id="rId4" Type="http://schemas.openxmlformats.org/officeDocument/2006/relationships/image" Target="../media/image39.png"/><Relationship Id="rId9" Type="http://schemas.openxmlformats.org/officeDocument/2006/relationships/image" Target="../media/image49.sv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C28D43-6F35-48CD-A7BB-D75D5636AA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13" name="Freeform: Shape 212">
            <a:extLst>
              <a:ext uri="{FF2B5EF4-FFF2-40B4-BE49-F238E27FC236}">
                <a16:creationId xmlns:a16="http://schemas.microsoft.com/office/drawing/2014/main" id="{E62BBE25-D6D2-4E22-AEFA-9B860AD7CE05}"/>
              </a:ext>
            </a:extLst>
          </p:cNvPr>
          <p:cNvSpPr/>
          <p:nvPr/>
        </p:nvSpPr>
        <p:spPr>
          <a:xfrm flipV="1">
            <a:off x="6758166" y="4026869"/>
            <a:ext cx="590550" cy="1419225"/>
          </a:xfrm>
          <a:custGeom>
            <a:avLst/>
            <a:gdLst>
              <a:gd name="connsiteX0" fmla="*/ 599027 w 590550"/>
              <a:gd name="connsiteY0" fmla="*/ 0 h 1419225"/>
              <a:gd name="connsiteX1" fmla="*/ 0 w 590550"/>
              <a:gd name="connsiteY1" fmla="*/ 0 h 1419225"/>
              <a:gd name="connsiteX2" fmla="*/ 0 w 590550"/>
              <a:gd name="connsiteY2" fmla="*/ 1421225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9027" y="0"/>
                </a:moveTo>
                <a:lnTo>
                  <a:pt x="0" y="0"/>
                </a:lnTo>
                <a:lnTo>
                  <a:pt x="0" y="1421225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631DFFDA-3BAD-4E26-8E32-00E74CCA1A84}"/>
              </a:ext>
            </a:extLst>
          </p:cNvPr>
          <p:cNvSpPr/>
          <p:nvPr/>
        </p:nvSpPr>
        <p:spPr>
          <a:xfrm flipV="1">
            <a:off x="6758166" y="4710192"/>
            <a:ext cx="1171575" cy="9525"/>
          </a:xfrm>
          <a:custGeom>
            <a:avLst/>
            <a:gdLst>
              <a:gd name="connsiteX0" fmla="*/ 0 w 1171575"/>
              <a:gd name="connsiteY0" fmla="*/ 0 h 0"/>
              <a:gd name="connsiteX1" fmla="*/ 1171575 w 11715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575">
                <a:moveTo>
                  <a:pt x="0" y="0"/>
                </a:moveTo>
                <a:lnTo>
                  <a:pt x="1171575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929F106E-21B7-402B-BA32-420CB659A3B5}"/>
              </a:ext>
            </a:extLst>
          </p:cNvPr>
          <p:cNvGrpSpPr/>
          <p:nvPr/>
        </p:nvGrpSpPr>
        <p:grpSpPr>
          <a:xfrm>
            <a:off x="6871163" y="4960874"/>
            <a:ext cx="971550" cy="971550"/>
            <a:chOff x="6871163" y="4960874"/>
            <a:chExt cx="971550" cy="971550"/>
          </a:xfrm>
        </p:grpSpPr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ECE3A2B1-1A6B-42A7-BA3E-7F0F362DC3E8}"/>
                </a:ext>
              </a:extLst>
            </p:cNvPr>
            <p:cNvSpPr/>
            <p:nvPr/>
          </p:nvSpPr>
          <p:spPr>
            <a:xfrm flipV="1">
              <a:off x="6919710" y="5017088"/>
              <a:ext cx="866775" cy="866775"/>
            </a:xfrm>
            <a:custGeom>
              <a:avLst/>
              <a:gdLst>
                <a:gd name="connsiteX0" fmla="*/ 875538 w 866775"/>
                <a:gd name="connsiteY0" fmla="*/ 437769 h 866775"/>
                <a:gd name="connsiteX1" fmla="*/ 437769 w 866775"/>
                <a:gd name="connsiteY1" fmla="*/ 875538 h 866775"/>
                <a:gd name="connsiteX2" fmla="*/ 0 w 866775"/>
                <a:gd name="connsiteY2" fmla="*/ 437769 h 866775"/>
                <a:gd name="connsiteX3" fmla="*/ 437769 w 866775"/>
                <a:gd name="connsiteY3" fmla="*/ 0 h 866775"/>
                <a:gd name="connsiteX4" fmla="*/ 875538 w 866775"/>
                <a:gd name="connsiteY4" fmla="*/ 43776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866775">
                  <a:moveTo>
                    <a:pt x="875538" y="437769"/>
                  </a:moveTo>
                  <a:cubicBezTo>
                    <a:pt x="875538" y="679542"/>
                    <a:pt x="679542" y="875538"/>
                    <a:pt x="437769" y="875538"/>
                  </a:cubicBezTo>
                  <a:cubicBezTo>
                    <a:pt x="195996" y="875538"/>
                    <a:pt x="0" y="679542"/>
                    <a:pt x="0" y="437769"/>
                  </a:cubicBezTo>
                  <a:cubicBezTo>
                    <a:pt x="0" y="195996"/>
                    <a:pt x="195996" y="0"/>
                    <a:pt x="437769" y="0"/>
                  </a:cubicBezTo>
                  <a:cubicBezTo>
                    <a:pt x="679542" y="0"/>
                    <a:pt x="875538" y="195996"/>
                    <a:pt x="875538" y="437769"/>
                  </a:cubicBezTo>
                  <a:close/>
                </a:path>
              </a:pathLst>
            </a:custGeom>
            <a:solidFill>
              <a:srgbClr val="FFD9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9268B033-E459-401B-A941-FB4C59EAFEE9}"/>
                </a:ext>
              </a:extLst>
            </p:cNvPr>
            <p:cNvSpPr/>
            <p:nvPr/>
          </p:nvSpPr>
          <p:spPr>
            <a:xfrm flipV="1">
              <a:off x="6871163" y="4960874"/>
              <a:ext cx="971550" cy="971550"/>
            </a:xfrm>
            <a:custGeom>
              <a:avLst/>
              <a:gdLst>
                <a:gd name="connsiteX0" fmla="*/ 599388 w 971550"/>
                <a:gd name="connsiteY0" fmla="*/ 113036 h 971550"/>
                <a:gd name="connsiteX1" fmla="*/ 859667 w 971550"/>
                <a:gd name="connsiteY1" fmla="*/ 599388 h 971550"/>
                <a:gd name="connsiteX2" fmla="*/ 373316 w 971550"/>
                <a:gd name="connsiteY2" fmla="*/ 859667 h 971550"/>
                <a:gd name="connsiteX3" fmla="*/ 113036 w 971550"/>
                <a:gd name="connsiteY3" fmla="*/ 373316 h 971550"/>
                <a:gd name="connsiteX4" fmla="*/ 599388 w 971550"/>
                <a:gd name="connsiteY4" fmla="*/ 113036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550" h="971550">
                  <a:moveTo>
                    <a:pt x="599388" y="113036"/>
                  </a:moveTo>
                  <a:cubicBezTo>
                    <a:pt x="805564" y="175464"/>
                    <a:pt x="922096" y="393211"/>
                    <a:pt x="859667" y="599388"/>
                  </a:cubicBezTo>
                  <a:cubicBezTo>
                    <a:pt x="797239" y="805564"/>
                    <a:pt x="579492" y="922096"/>
                    <a:pt x="373316" y="859667"/>
                  </a:cubicBezTo>
                  <a:cubicBezTo>
                    <a:pt x="167139" y="797239"/>
                    <a:pt x="50608" y="579492"/>
                    <a:pt x="113036" y="373316"/>
                  </a:cubicBezTo>
                  <a:cubicBezTo>
                    <a:pt x="175464" y="167139"/>
                    <a:pt x="393211" y="50608"/>
                    <a:pt x="599388" y="113036"/>
                  </a:cubicBezTo>
                  <a:close/>
                </a:path>
              </a:pathLst>
            </a:custGeom>
            <a:noFill/>
            <a:ln w="13581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28CAEEC-B9EA-42A8-9B94-D2CF63FC9ADE}"/>
                </a:ext>
              </a:extLst>
            </p:cNvPr>
            <p:cNvSpPr/>
            <p:nvPr/>
          </p:nvSpPr>
          <p:spPr>
            <a:xfrm flipV="1">
              <a:off x="6919554" y="5017210"/>
              <a:ext cx="866775" cy="866775"/>
            </a:xfrm>
            <a:custGeom>
              <a:avLst/>
              <a:gdLst>
                <a:gd name="connsiteX0" fmla="*/ 572811 w 866775"/>
                <a:gd name="connsiteY0" fmla="*/ 134920 h 866775"/>
                <a:gd name="connsiteX1" fmla="*/ 740863 w 866775"/>
                <a:gd name="connsiteY1" fmla="*/ 572811 h 866775"/>
                <a:gd name="connsiteX2" fmla="*/ 302972 w 866775"/>
                <a:gd name="connsiteY2" fmla="*/ 740863 h 866775"/>
                <a:gd name="connsiteX3" fmla="*/ 134919 w 866775"/>
                <a:gd name="connsiteY3" fmla="*/ 302972 h 866775"/>
                <a:gd name="connsiteX4" fmla="*/ 572811 w 866775"/>
                <a:gd name="connsiteY4" fmla="*/ 134920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866775">
                  <a:moveTo>
                    <a:pt x="572811" y="134920"/>
                  </a:moveTo>
                  <a:cubicBezTo>
                    <a:pt x="740138" y="209433"/>
                    <a:pt x="815377" y="405484"/>
                    <a:pt x="740863" y="572811"/>
                  </a:cubicBezTo>
                  <a:cubicBezTo>
                    <a:pt x="666349" y="740138"/>
                    <a:pt x="470299" y="815377"/>
                    <a:pt x="302972" y="740863"/>
                  </a:cubicBezTo>
                  <a:cubicBezTo>
                    <a:pt x="135645" y="666349"/>
                    <a:pt x="60406" y="470299"/>
                    <a:pt x="134919" y="302972"/>
                  </a:cubicBezTo>
                  <a:cubicBezTo>
                    <a:pt x="209433" y="135645"/>
                    <a:pt x="405484" y="60406"/>
                    <a:pt x="572811" y="13492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8A75EDF2-9E7F-4037-89CC-C879C2CBA0CA}"/>
              </a:ext>
            </a:extLst>
          </p:cNvPr>
          <p:cNvSpPr/>
          <p:nvPr/>
        </p:nvSpPr>
        <p:spPr>
          <a:xfrm flipV="1">
            <a:off x="9190089" y="4026869"/>
            <a:ext cx="590550" cy="1419225"/>
          </a:xfrm>
          <a:custGeom>
            <a:avLst/>
            <a:gdLst>
              <a:gd name="connsiteX0" fmla="*/ 598932 w 590550"/>
              <a:gd name="connsiteY0" fmla="*/ 0 h 1419225"/>
              <a:gd name="connsiteX1" fmla="*/ 0 w 590550"/>
              <a:gd name="connsiteY1" fmla="*/ 0 h 1419225"/>
              <a:gd name="connsiteX2" fmla="*/ 0 w 590550"/>
              <a:gd name="connsiteY2" fmla="*/ 1421225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8932" y="0"/>
                </a:moveTo>
                <a:lnTo>
                  <a:pt x="0" y="0"/>
                </a:lnTo>
                <a:lnTo>
                  <a:pt x="0" y="1421225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E942DD57-9BF9-4D6D-A4AF-42798E8CFDE6}"/>
              </a:ext>
            </a:extLst>
          </p:cNvPr>
          <p:cNvSpPr/>
          <p:nvPr/>
        </p:nvSpPr>
        <p:spPr>
          <a:xfrm flipV="1">
            <a:off x="9281148" y="4287732"/>
            <a:ext cx="1057275" cy="438150"/>
          </a:xfrm>
          <a:custGeom>
            <a:avLst/>
            <a:gdLst>
              <a:gd name="connsiteX0" fmla="*/ 0 w 1057275"/>
              <a:gd name="connsiteY0" fmla="*/ 0 h 438150"/>
              <a:gd name="connsiteX1" fmla="*/ 1062323 w 1057275"/>
              <a:gd name="connsiteY1" fmla="*/ 0 h 438150"/>
              <a:gd name="connsiteX2" fmla="*/ 1062323 w 1057275"/>
              <a:gd name="connsiteY2" fmla="*/ 443865 h 438150"/>
              <a:gd name="connsiteX3" fmla="*/ 0 w 1057275"/>
              <a:gd name="connsiteY3" fmla="*/ 443865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438150">
                <a:moveTo>
                  <a:pt x="0" y="0"/>
                </a:moveTo>
                <a:lnTo>
                  <a:pt x="1062323" y="0"/>
                </a:lnTo>
                <a:lnTo>
                  <a:pt x="1062323" y="443865"/>
                </a:lnTo>
                <a:lnTo>
                  <a:pt x="0" y="443865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2CAE26AB-5418-4CF7-94CF-2A06F7B4362C}"/>
              </a:ext>
            </a:extLst>
          </p:cNvPr>
          <p:cNvSpPr/>
          <p:nvPr/>
        </p:nvSpPr>
        <p:spPr>
          <a:xfrm flipV="1">
            <a:off x="9190089" y="4710192"/>
            <a:ext cx="1162050" cy="9525"/>
          </a:xfrm>
          <a:custGeom>
            <a:avLst/>
            <a:gdLst>
              <a:gd name="connsiteX0" fmla="*/ 0 w 1162050"/>
              <a:gd name="connsiteY0" fmla="*/ 0 h 0"/>
              <a:gd name="connsiteX1" fmla="*/ 1171480 w 1162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2050">
                <a:moveTo>
                  <a:pt x="0" y="0"/>
                </a:moveTo>
                <a:lnTo>
                  <a:pt x="1171480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7C6C773-BE84-499A-A885-096930F997B7}"/>
              </a:ext>
            </a:extLst>
          </p:cNvPr>
          <p:cNvGrpSpPr/>
          <p:nvPr/>
        </p:nvGrpSpPr>
        <p:grpSpPr>
          <a:xfrm>
            <a:off x="9320339" y="4980776"/>
            <a:ext cx="934499" cy="934333"/>
            <a:chOff x="9320339" y="4980776"/>
            <a:chExt cx="934499" cy="934333"/>
          </a:xfrm>
        </p:grpSpPr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1E7CB91E-4C8E-4BCD-B7C2-53A3FAF5C8B8}"/>
                </a:ext>
              </a:extLst>
            </p:cNvPr>
            <p:cNvSpPr/>
            <p:nvPr/>
          </p:nvSpPr>
          <p:spPr>
            <a:xfrm flipV="1">
              <a:off x="9351633" y="5017088"/>
              <a:ext cx="866775" cy="866775"/>
            </a:xfrm>
            <a:custGeom>
              <a:avLst/>
              <a:gdLst>
                <a:gd name="connsiteX0" fmla="*/ 875538 w 866775"/>
                <a:gd name="connsiteY0" fmla="*/ 437769 h 866775"/>
                <a:gd name="connsiteX1" fmla="*/ 437769 w 866775"/>
                <a:gd name="connsiteY1" fmla="*/ 875538 h 866775"/>
                <a:gd name="connsiteX2" fmla="*/ 0 w 866775"/>
                <a:gd name="connsiteY2" fmla="*/ 437769 h 866775"/>
                <a:gd name="connsiteX3" fmla="*/ 437769 w 866775"/>
                <a:gd name="connsiteY3" fmla="*/ 0 h 866775"/>
                <a:gd name="connsiteX4" fmla="*/ 875538 w 866775"/>
                <a:gd name="connsiteY4" fmla="*/ 43776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866775">
                  <a:moveTo>
                    <a:pt x="875538" y="437769"/>
                  </a:moveTo>
                  <a:cubicBezTo>
                    <a:pt x="875538" y="679542"/>
                    <a:pt x="679542" y="875538"/>
                    <a:pt x="437769" y="875538"/>
                  </a:cubicBezTo>
                  <a:cubicBezTo>
                    <a:pt x="195996" y="875538"/>
                    <a:pt x="0" y="679542"/>
                    <a:pt x="0" y="437769"/>
                  </a:cubicBezTo>
                  <a:cubicBezTo>
                    <a:pt x="0" y="195996"/>
                    <a:pt x="195996" y="0"/>
                    <a:pt x="437769" y="0"/>
                  </a:cubicBezTo>
                  <a:cubicBezTo>
                    <a:pt x="679542" y="0"/>
                    <a:pt x="875538" y="195996"/>
                    <a:pt x="875538" y="437769"/>
                  </a:cubicBezTo>
                  <a:close/>
                </a:path>
              </a:pathLst>
            </a:custGeom>
            <a:solidFill>
              <a:srgbClr val="F571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7C65E8D8-115C-459E-AB0B-81AC065CE3B5}"/>
                </a:ext>
              </a:extLst>
            </p:cNvPr>
            <p:cNvSpPr/>
            <p:nvPr/>
          </p:nvSpPr>
          <p:spPr>
            <a:xfrm flipV="1">
              <a:off x="9321388" y="4980776"/>
              <a:ext cx="933450" cy="933450"/>
            </a:xfrm>
            <a:custGeom>
              <a:avLst/>
              <a:gdLst>
                <a:gd name="connsiteX0" fmla="*/ 556132 w 933450"/>
                <a:gd name="connsiteY0" fmla="*/ 88073 h 933450"/>
                <a:gd name="connsiteX1" fmla="*/ 848044 w 933450"/>
                <a:gd name="connsiteY1" fmla="*/ 556132 h 933450"/>
                <a:gd name="connsiteX2" fmla="*/ 379985 w 933450"/>
                <a:gd name="connsiteY2" fmla="*/ 848044 h 933450"/>
                <a:gd name="connsiteX3" fmla="*/ 88073 w 933450"/>
                <a:gd name="connsiteY3" fmla="*/ 379986 h 933450"/>
                <a:gd name="connsiteX4" fmla="*/ 556132 w 933450"/>
                <a:gd name="connsiteY4" fmla="*/ 88073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3450" h="933450">
                  <a:moveTo>
                    <a:pt x="556132" y="88073"/>
                  </a:moveTo>
                  <a:cubicBezTo>
                    <a:pt x="765992" y="136714"/>
                    <a:pt x="896685" y="346272"/>
                    <a:pt x="848044" y="556132"/>
                  </a:cubicBezTo>
                  <a:cubicBezTo>
                    <a:pt x="799403" y="765992"/>
                    <a:pt x="589846" y="896686"/>
                    <a:pt x="379985" y="848044"/>
                  </a:cubicBezTo>
                  <a:cubicBezTo>
                    <a:pt x="170125" y="799403"/>
                    <a:pt x="39432" y="589846"/>
                    <a:pt x="88073" y="379986"/>
                  </a:cubicBezTo>
                  <a:cubicBezTo>
                    <a:pt x="136714" y="170125"/>
                    <a:pt x="346271" y="39432"/>
                    <a:pt x="556132" y="88073"/>
                  </a:cubicBezTo>
                  <a:close/>
                </a:path>
              </a:pathLst>
            </a:custGeom>
            <a:noFill/>
            <a:ln w="13581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2773A94A-CB11-48F5-812A-2ACF5CD075CF}"/>
                </a:ext>
              </a:extLst>
            </p:cNvPr>
            <p:cNvSpPr/>
            <p:nvPr/>
          </p:nvSpPr>
          <p:spPr>
            <a:xfrm flipV="1">
              <a:off x="9320339" y="4981659"/>
              <a:ext cx="933450" cy="933450"/>
            </a:xfrm>
            <a:custGeom>
              <a:avLst/>
              <a:gdLst>
                <a:gd name="connsiteX0" fmla="*/ 703551 w 933450"/>
                <a:gd name="connsiteY0" fmla="*/ 234517 h 933450"/>
                <a:gd name="connsiteX1" fmla="*/ 703551 w 933450"/>
                <a:gd name="connsiteY1" fmla="*/ 703552 h 933450"/>
                <a:gd name="connsiteX2" fmla="*/ 234517 w 933450"/>
                <a:gd name="connsiteY2" fmla="*/ 703552 h 933450"/>
                <a:gd name="connsiteX3" fmla="*/ 234517 w 933450"/>
                <a:gd name="connsiteY3" fmla="*/ 234517 h 933450"/>
                <a:gd name="connsiteX4" fmla="*/ 703551 w 933450"/>
                <a:gd name="connsiteY4" fmla="*/ 234517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3450" h="933450">
                  <a:moveTo>
                    <a:pt x="703551" y="234517"/>
                  </a:moveTo>
                  <a:cubicBezTo>
                    <a:pt x="833072" y="364037"/>
                    <a:pt x="833072" y="574031"/>
                    <a:pt x="703551" y="703552"/>
                  </a:cubicBezTo>
                  <a:cubicBezTo>
                    <a:pt x="574031" y="833072"/>
                    <a:pt x="364037" y="833072"/>
                    <a:pt x="234517" y="703552"/>
                  </a:cubicBezTo>
                  <a:cubicBezTo>
                    <a:pt x="104997" y="574031"/>
                    <a:pt x="104997" y="364038"/>
                    <a:pt x="234517" y="234517"/>
                  </a:cubicBezTo>
                  <a:cubicBezTo>
                    <a:pt x="364037" y="104997"/>
                    <a:pt x="574031" y="104997"/>
                    <a:pt x="703551" y="23451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A2E8BF0C-492E-45CE-B042-DBEA142367D1}"/>
              </a:ext>
            </a:extLst>
          </p:cNvPr>
          <p:cNvSpPr/>
          <p:nvPr/>
        </p:nvSpPr>
        <p:spPr>
          <a:xfrm flipV="1">
            <a:off x="7973937" y="2587231"/>
            <a:ext cx="590550" cy="1419225"/>
          </a:xfrm>
          <a:custGeom>
            <a:avLst/>
            <a:gdLst>
              <a:gd name="connsiteX0" fmla="*/ 599027 w 590550"/>
              <a:gd name="connsiteY0" fmla="*/ 1421225 h 1419225"/>
              <a:gd name="connsiteX1" fmla="*/ 0 w 590550"/>
              <a:gd name="connsiteY1" fmla="*/ 1421225 h 1419225"/>
              <a:gd name="connsiteX2" fmla="*/ 0 w 590550"/>
              <a:gd name="connsiteY2" fmla="*/ 0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9027" y="1421225"/>
                </a:moveTo>
                <a:lnTo>
                  <a:pt x="0" y="1421225"/>
                </a:lnTo>
                <a:lnTo>
                  <a:pt x="0" y="0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BD6579D3-B73C-46D9-8089-780247B2F152}"/>
              </a:ext>
            </a:extLst>
          </p:cNvPr>
          <p:cNvSpPr/>
          <p:nvPr/>
        </p:nvSpPr>
        <p:spPr>
          <a:xfrm flipV="1">
            <a:off x="8064996" y="3488871"/>
            <a:ext cx="1057275" cy="438150"/>
          </a:xfrm>
          <a:custGeom>
            <a:avLst/>
            <a:gdLst>
              <a:gd name="connsiteX0" fmla="*/ 0 w 1057275"/>
              <a:gd name="connsiteY0" fmla="*/ 0 h 438150"/>
              <a:gd name="connsiteX1" fmla="*/ 1062323 w 1057275"/>
              <a:gd name="connsiteY1" fmla="*/ 0 h 438150"/>
              <a:gd name="connsiteX2" fmla="*/ 1062323 w 1057275"/>
              <a:gd name="connsiteY2" fmla="*/ 443865 h 438150"/>
              <a:gd name="connsiteX3" fmla="*/ 0 w 1057275"/>
              <a:gd name="connsiteY3" fmla="*/ 443865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438150">
                <a:moveTo>
                  <a:pt x="0" y="0"/>
                </a:moveTo>
                <a:lnTo>
                  <a:pt x="1062323" y="0"/>
                </a:lnTo>
                <a:lnTo>
                  <a:pt x="1062323" y="443865"/>
                </a:lnTo>
                <a:lnTo>
                  <a:pt x="0" y="443865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7" name="Freeform: Shape 256">
            <a:extLst>
              <a:ext uri="{FF2B5EF4-FFF2-40B4-BE49-F238E27FC236}">
                <a16:creationId xmlns:a16="http://schemas.microsoft.com/office/drawing/2014/main" id="{C03437CA-AF3A-425D-877D-8C73FF6FC5DF}"/>
              </a:ext>
            </a:extLst>
          </p:cNvPr>
          <p:cNvSpPr/>
          <p:nvPr/>
        </p:nvSpPr>
        <p:spPr>
          <a:xfrm flipV="1">
            <a:off x="7973937" y="3302082"/>
            <a:ext cx="1162050" cy="9525"/>
          </a:xfrm>
          <a:custGeom>
            <a:avLst/>
            <a:gdLst>
              <a:gd name="connsiteX0" fmla="*/ 0 w 1162050"/>
              <a:gd name="connsiteY0" fmla="*/ 0 h 0"/>
              <a:gd name="connsiteX1" fmla="*/ 1171480 w 1162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2050">
                <a:moveTo>
                  <a:pt x="0" y="0"/>
                </a:moveTo>
                <a:lnTo>
                  <a:pt x="1171480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31F0009-1728-4669-9E5C-B7C1CEB3636C}"/>
              </a:ext>
            </a:extLst>
          </p:cNvPr>
          <p:cNvGrpSpPr/>
          <p:nvPr/>
        </p:nvGrpSpPr>
        <p:grpSpPr>
          <a:xfrm>
            <a:off x="7998497" y="2017141"/>
            <a:ext cx="1143000" cy="1143000"/>
            <a:chOff x="7998497" y="2017141"/>
            <a:chExt cx="1143000" cy="1143000"/>
          </a:xfrm>
        </p:grpSpPr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2D1CAF8D-35EA-4FD8-B383-DE71F91D758A}"/>
                </a:ext>
              </a:extLst>
            </p:cNvPr>
            <p:cNvSpPr/>
            <p:nvPr/>
          </p:nvSpPr>
          <p:spPr>
            <a:xfrm flipV="1">
              <a:off x="7998497" y="2017141"/>
              <a:ext cx="1143000" cy="1143000"/>
            </a:xfrm>
            <a:custGeom>
              <a:avLst/>
              <a:gdLst>
                <a:gd name="connsiteX0" fmla="*/ 747053 w 1143000"/>
                <a:gd name="connsiteY0" fmla="*/ 172306 h 1143000"/>
                <a:gd name="connsiteX1" fmla="*/ 977188 w 1143000"/>
                <a:gd name="connsiteY1" fmla="*/ 747053 h 1143000"/>
                <a:gd name="connsiteX2" fmla="*/ 402441 w 1143000"/>
                <a:gd name="connsiteY2" fmla="*/ 977188 h 1143000"/>
                <a:gd name="connsiteX3" fmla="*/ 172306 w 1143000"/>
                <a:gd name="connsiteY3" fmla="*/ 402441 h 1143000"/>
                <a:gd name="connsiteX4" fmla="*/ 747053 w 1143000"/>
                <a:gd name="connsiteY4" fmla="*/ 172306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0" h="1143000">
                  <a:moveTo>
                    <a:pt x="747053" y="172306"/>
                  </a:moveTo>
                  <a:cubicBezTo>
                    <a:pt x="969315" y="267468"/>
                    <a:pt x="1072350" y="524791"/>
                    <a:pt x="977188" y="747053"/>
                  </a:cubicBezTo>
                  <a:cubicBezTo>
                    <a:pt x="882026" y="969315"/>
                    <a:pt x="624703" y="1072350"/>
                    <a:pt x="402441" y="977188"/>
                  </a:cubicBezTo>
                  <a:cubicBezTo>
                    <a:pt x="180179" y="882026"/>
                    <a:pt x="77144" y="624703"/>
                    <a:pt x="172306" y="402441"/>
                  </a:cubicBezTo>
                  <a:cubicBezTo>
                    <a:pt x="267468" y="180179"/>
                    <a:pt x="524791" y="77144"/>
                    <a:pt x="747053" y="172306"/>
                  </a:cubicBezTo>
                  <a:close/>
                </a:path>
              </a:pathLst>
            </a:custGeom>
            <a:solidFill>
              <a:srgbClr val="F5AA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51FB8A83-C04A-48E7-B904-8951A149B965}"/>
                </a:ext>
              </a:extLst>
            </p:cNvPr>
            <p:cNvGrpSpPr/>
            <p:nvPr/>
          </p:nvGrpSpPr>
          <p:grpSpPr>
            <a:xfrm>
              <a:off x="8126275" y="2146514"/>
              <a:ext cx="885825" cy="885825"/>
              <a:chOff x="8126275" y="2146514"/>
              <a:chExt cx="885825" cy="885825"/>
            </a:xfrm>
          </p:grpSpPr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4367CFD2-784D-4D67-8009-596B110758A5}"/>
                  </a:ext>
                </a:extLst>
              </p:cNvPr>
              <p:cNvSpPr/>
              <p:nvPr/>
            </p:nvSpPr>
            <p:spPr>
              <a:xfrm flipV="1">
                <a:off x="8126275" y="2146514"/>
                <a:ext cx="885825" cy="885825"/>
              </a:xfrm>
              <a:custGeom>
                <a:avLst/>
                <a:gdLst>
                  <a:gd name="connsiteX0" fmla="*/ 832286 w 885825"/>
                  <a:gd name="connsiteY0" fmla="*/ 385095 h 885825"/>
                  <a:gd name="connsiteX1" fmla="*/ 509287 w 885825"/>
                  <a:gd name="connsiteY1" fmla="*/ 832286 h 885825"/>
                  <a:gd name="connsiteX2" fmla="*/ 62096 w 885825"/>
                  <a:gd name="connsiteY2" fmla="*/ 509287 h 885825"/>
                  <a:gd name="connsiteX3" fmla="*/ 385095 w 885825"/>
                  <a:gd name="connsiteY3" fmla="*/ 62096 h 885825"/>
                  <a:gd name="connsiteX4" fmla="*/ 832286 w 885825"/>
                  <a:gd name="connsiteY4" fmla="*/ 385095 h 88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825" h="885825">
                    <a:moveTo>
                      <a:pt x="832286" y="385095"/>
                    </a:moveTo>
                    <a:cubicBezTo>
                      <a:pt x="866581" y="597777"/>
                      <a:pt x="721969" y="797992"/>
                      <a:pt x="509287" y="832286"/>
                    </a:cubicBezTo>
                    <a:cubicBezTo>
                      <a:pt x="296605" y="866581"/>
                      <a:pt x="96390" y="721969"/>
                      <a:pt x="62096" y="509287"/>
                    </a:cubicBezTo>
                    <a:cubicBezTo>
                      <a:pt x="27801" y="296605"/>
                      <a:pt x="172413" y="96390"/>
                      <a:pt x="385095" y="62096"/>
                    </a:cubicBezTo>
                    <a:cubicBezTo>
                      <a:pt x="597777" y="27801"/>
                      <a:pt x="797992" y="172413"/>
                      <a:pt x="832286" y="385095"/>
                    </a:cubicBezTo>
                    <a:close/>
                  </a:path>
                </a:pathLst>
              </a:custGeom>
              <a:noFill/>
              <a:ln w="13581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B23C0A5C-17BC-4530-882F-ED1EDC1B2FCE}"/>
                  </a:ext>
                </a:extLst>
              </p:cNvPr>
              <p:cNvSpPr/>
              <p:nvPr/>
            </p:nvSpPr>
            <p:spPr>
              <a:xfrm flipV="1">
                <a:off x="8175103" y="2192971"/>
                <a:ext cx="790575" cy="790575"/>
              </a:xfrm>
              <a:custGeom>
                <a:avLst/>
                <a:gdLst>
                  <a:gd name="connsiteX0" fmla="*/ 721163 w 790575"/>
                  <a:gd name="connsiteY0" fmla="*/ 323037 h 790575"/>
                  <a:gd name="connsiteX1" fmla="*/ 473213 w 790575"/>
                  <a:gd name="connsiteY1" fmla="*/ 721163 h 790575"/>
                  <a:gd name="connsiteX2" fmla="*/ 75088 w 790575"/>
                  <a:gd name="connsiteY2" fmla="*/ 473213 h 790575"/>
                  <a:gd name="connsiteX3" fmla="*/ 323037 w 790575"/>
                  <a:gd name="connsiteY3" fmla="*/ 75088 h 790575"/>
                  <a:gd name="connsiteX4" fmla="*/ 721163 w 790575"/>
                  <a:gd name="connsiteY4" fmla="*/ 323037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575" h="790575">
                    <a:moveTo>
                      <a:pt x="721163" y="323037"/>
                    </a:moveTo>
                    <a:cubicBezTo>
                      <a:pt x="762633" y="501446"/>
                      <a:pt x="651622" y="679693"/>
                      <a:pt x="473213" y="721163"/>
                    </a:cubicBezTo>
                    <a:cubicBezTo>
                      <a:pt x="294804" y="762633"/>
                      <a:pt x="116558" y="651622"/>
                      <a:pt x="75088" y="473213"/>
                    </a:cubicBezTo>
                    <a:cubicBezTo>
                      <a:pt x="33618" y="294805"/>
                      <a:pt x="144629" y="116558"/>
                      <a:pt x="323037" y="75088"/>
                    </a:cubicBezTo>
                    <a:cubicBezTo>
                      <a:pt x="501446" y="33618"/>
                      <a:pt x="679693" y="144629"/>
                      <a:pt x="721163" y="3230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69" name="Freeform: Shape 268">
            <a:extLst>
              <a:ext uri="{FF2B5EF4-FFF2-40B4-BE49-F238E27FC236}">
                <a16:creationId xmlns:a16="http://schemas.microsoft.com/office/drawing/2014/main" id="{7EA40930-0615-4F25-BC1D-7D3F5B99EB59}"/>
              </a:ext>
            </a:extLst>
          </p:cNvPr>
          <p:cNvSpPr/>
          <p:nvPr/>
        </p:nvSpPr>
        <p:spPr>
          <a:xfrm flipV="1">
            <a:off x="10405860" y="2587231"/>
            <a:ext cx="590550" cy="1419225"/>
          </a:xfrm>
          <a:custGeom>
            <a:avLst/>
            <a:gdLst>
              <a:gd name="connsiteX0" fmla="*/ 599027 w 590550"/>
              <a:gd name="connsiteY0" fmla="*/ 1421225 h 1419225"/>
              <a:gd name="connsiteX1" fmla="*/ 0 w 590550"/>
              <a:gd name="connsiteY1" fmla="*/ 1421225 h 1419225"/>
              <a:gd name="connsiteX2" fmla="*/ 0 w 590550"/>
              <a:gd name="connsiteY2" fmla="*/ 0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9027" y="1421225"/>
                </a:moveTo>
                <a:lnTo>
                  <a:pt x="0" y="1421225"/>
                </a:lnTo>
                <a:lnTo>
                  <a:pt x="0" y="0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185E1D66-0226-4F17-9463-82D44140B743}"/>
              </a:ext>
            </a:extLst>
          </p:cNvPr>
          <p:cNvSpPr/>
          <p:nvPr/>
        </p:nvSpPr>
        <p:spPr>
          <a:xfrm flipV="1">
            <a:off x="10496919" y="3488871"/>
            <a:ext cx="1057275" cy="438150"/>
          </a:xfrm>
          <a:custGeom>
            <a:avLst/>
            <a:gdLst>
              <a:gd name="connsiteX0" fmla="*/ 0 w 1057275"/>
              <a:gd name="connsiteY0" fmla="*/ 0 h 438150"/>
              <a:gd name="connsiteX1" fmla="*/ 1062323 w 1057275"/>
              <a:gd name="connsiteY1" fmla="*/ 0 h 438150"/>
              <a:gd name="connsiteX2" fmla="*/ 1062323 w 1057275"/>
              <a:gd name="connsiteY2" fmla="*/ 443865 h 438150"/>
              <a:gd name="connsiteX3" fmla="*/ 0 w 1057275"/>
              <a:gd name="connsiteY3" fmla="*/ 443865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438150">
                <a:moveTo>
                  <a:pt x="0" y="0"/>
                </a:moveTo>
                <a:lnTo>
                  <a:pt x="1062323" y="0"/>
                </a:lnTo>
                <a:lnTo>
                  <a:pt x="1062323" y="443865"/>
                </a:lnTo>
                <a:lnTo>
                  <a:pt x="0" y="443865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1" name="Freeform: Shape 270">
            <a:extLst>
              <a:ext uri="{FF2B5EF4-FFF2-40B4-BE49-F238E27FC236}">
                <a16:creationId xmlns:a16="http://schemas.microsoft.com/office/drawing/2014/main" id="{C25FA51B-92B5-402B-B399-893F0D8AAF99}"/>
              </a:ext>
            </a:extLst>
          </p:cNvPr>
          <p:cNvSpPr/>
          <p:nvPr/>
        </p:nvSpPr>
        <p:spPr>
          <a:xfrm flipV="1">
            <a:off x="10405860" y="3302082"/>
            <a:ext cx="1162050" cy="9525"/>
          </a:xfrm>
          <a:custGeom>
            <a:avLst/>
            <a:gdLst>
              <a:gd name="connsiteX0" fmla="*/ 0 w 1162050"/>
              <a:gd name="connsiteY0" fmla="*/ 0 h 0"/>
              <a:gd name="connsiteX1" fmla="*/ 1171575 w 1162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2050">
                <a:moveTo>
                  <a:pt x="0" y="0"/>
                </a:moveTo>
                <a:lnTo>
                  <a:pt x="1171575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9BEAB149-05F0-46C4-AFC9-50B721508973}"/>
              </a:ext>
            </a:extLst>
          </p:cNvPr>
          <p:cNvGrpSpPr/>
          <p:nvPr/>
        </p:nvGrpSpPr>
        <p:grpSpPr>
          <a:xfrm>
            <a:off x="10437095" y="2019371"/>
            <a:ext cx="1133475" cy="1133475"/>
            <a:chOff x="10437095" y="2019371"/>
            <a:chExt cx="1133475" cy="1133475"/>
          </a:xfrm>
        </p:grpSpPr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2DC1C6D-2F82-43C2-8FB2-CBE3613460E1}"/>
                </a:ext>
              </a:extLst>
            </p:cNvPr>
            <p:cNvSpPr/>
            <p:nvPr/>
          </p:nvSpPr>
          <p:spPr>
            <a:xfrm flipV="1">
              <a:off x="10437095" y="2019371"/>
              <a:ext cx="1133475" cy="1133475"/>
            </a:xfrm>
            <a:custGeom>
              <a:avLst/>
              <a:gdLst>
                <a:gd name="connsiteX0" fmla="*/ 728097 w 1133475"/>
                <a:gd name="connsiteY0" fmla="*/ 160399 h 1133475"/>
                <a:gd name="connsiteX1" fmla="*/ 974999 w 1133475"/>
                <a:gd name="connsiteY1" fmla="*/ 728097 h 1133475"/>
                <a:gd name="connsiteX2" fmla="*/ 407300 w 1133475"/>
                <a:gd name="connsiteY2" fmla="*/ 974999 h 1133475"/>
                <a:gd name="connsiteX3" fmla="*/ 160399 w 1133475"/>
                <a:gd name="connsiteY3" fmla="*/ 407300 h 1133475"/>
                <a:gd name="connsiteX4" fmla="*/ 728097 w 1133475"/>
                <a:gd name="connsiteY4" fmla="*/ 160399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475" h="1133475">
                  <a:moveTo>
                    <a:pt x="728097" y="160399"/>
                  </a:moveTo>
                  <a:cubicBezTo>
                    <a:pt x="953043" y="248984"/>
                    <a:pt x="1063585" y="503152"/>
                    <a:pt x="974999" y="728097"/>
                  </a:cubicBezTo>
                  <a:cubicBezTo>
                    <a:pt x="886413" y="953043"/>
                    <a:pt x="632246" y="1063585"/>
                    <a:pt x="407300" y="974999"/>
                  </a:cubicBezTo>
                  <a:cubicBezTo>
                    <a:pt x="182355" y="886413"/>
                    <a:pt x="71813" y="632246"/>
                    <a:pt x="160399" y="407300"/>
                  </a:cubicBezTo>
                  <a:cubicBezTo>
                    <a:pt x="248984" y="182354"/>
                    <a:pt x="503152" y="71813"/>
                    <a:pt x="728097" y="160399"/>
                  </a:cubicBezTo>
                  <a:close/>
                </a:path>
              </a:pathLst>
            </a:custGeom>
            <a:solidFill>
              <a:srgbClr val="F589B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531380AC-6885-4F32-99B7-490D5CB8AABA}"/>
                </a:ext>
              </a:extLst>
            </p:cNvPr>
            <p:cNvGrpSpPr/>
            <p:nvPr/>
          </p:nvGrpSpPr>
          <p:grpSpPr>
            <a:xfrm>
              <a:off x="10548683" y="2136668"/>
              <a:ext cx="904875" cy="904875"/>
              <a:chOff x="10548683" y="2136668"/>
              <a:chExt cx="904875" cy="904875"/>
            </a:xfrm>
          </p:grpSpPr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A9192335-2286-48D7-8AF9-29A97BAA1572}"/>
                  </a:ext>
                </a:extLst>
              </p:cNvPr>
              <p:cNvSpPr/>
              <p:nvPr/>
            </p:nvSpPr>
            <p:spPr>
              <a:xfrm flipV="1">
                <a:off x="10548683" y="2136668"/>
                <a:ext cx="904875" cy="904875"/>
              </a:xfrm>
              <a:custGeom>
                <a:avLst/>
                <a:gdLst>
                  <a:gd name="connsiteX0" fmla="*/ 839424 w 904875"/>
                  <a:gd name="connsiteY0" fmla="*/ 383106 h 904875"/>
                  <a:gd name="connsiteX1" fmla="*/ 529530 w 904875"/>
                  <a:gd name="connsiteY1" fmla="*/ 839424 h 904875"/>
                  <a:gd name="connsiteX2" fmla="*/ 73212 w 904875"/>
                  <a:gd name="connsiteY2" fmla="*/ 529530 h 904875"/>
                  <a:gd name="connsiteX3" fmla="*/ 383106 w 904875"/>
                  <a:gd name="connsiteY3" fmla="*/ 73212 h 904875"/>
                  <a:gd name="connsiteX4" fmla="*/ 839424 w 904875"/>
                  <a:gd name="connsiteY4" fmla="*/ 383106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4875" h="904875">
                    <a:moveTo>
                      <a:pt x="839424" y="383106"/>
                    </a:moveTo>
                    <a:cubicBezTo>
                      <a:pt x="879858" y="594689"/>
                      <a:pt x="741114" y="798990"/>
                      <a:pt x="529530" y="839424"/>
                    </a:cubicBezTo>
                    <a:cubicBezTo>
                      <a:pt x="317946" y="879858"/>
                      <a:pt x="113646" y="741114"/>
                      <a:pt x="73212" y="529530"/>
                    </a:cubicBezTo>
                    <a:cubicBezTo>
                      <a:pt x="32778" y="317947"/>
                      <a:pt x="171522" y="113646"/>
                      <a:pt x="383106" y="73212"/>
                    </a:cubicBezTo>
                    <a:cubicBezTo>
                      <a:pt x="594689" y="32778"/>
                      <a:pt x="798990" y="171522"/>
                      <a:pt x="839424" y="383106"/>
                    </a:cubicBezTo>
                    <a:close/>
                  </a:path>
                </a:pathLst>
              </a:custGeom>
              <a:noFill/>
              <a:ln w="13581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33C46A77-E6F3-4074-9B39-8BE0BD4DD0A1}"/>
                  </a:ext>
                </a:extLst>
              </p:cNvPr>
              <p:cNvSpPr/>
              <p:nvPr/>
            </p:nvSpPr>
            <p:spPr>
              <a:xfrm flipV="1">
                <a:off x="10606929" y="2193028"/>
                <a:ext cx="790575" cy="790575"/>
              </a:xfrm>
              <a:custGeom>
                <a:avLst/>
                <a:gdLst>
                  <a:gd name="connsiteX0" fmla="*/ 721162 w 790575"/>
                  <a:gd name="connsiteY0" fmla="*/ 323037 h 790575"/>
                  <a:gd name="connsiteX1" fmla="*/ 473213 w 790575"/>
                  <a:gd name="connsiteY1" fmla="*/ 721163 h 790575"/>
                  <a:gd name="connsiteX2" fmla="*/ 75088 w 790575"/>
                  <a:gd name="connsiteY2" fmla="*/ 473213 h 790575"/>
                  <a:gd name="connsiteX3" fmla="*/ 323037 w 790575"/>
                  <a:gd name="connsiteY3" fmla="*/ 75088 h 790575"/>
                  <a:gd name="connsiteX4" fmla="*/ 721162 w 790575"/>
                  <a:gd name="connsiteY4" fmla="*/ 323037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575" h="790575">
                    <a:moveTo>
                      <a:pt x="721162" y="323037"/>
                    </a:moveTo>
                    <a:cubicBezTo>
                      <a:pt x="762632" y="501446"/>
                      <a:pt x="651622" y="679693"/>
                      <a:pt x="473213" y="721163"/>
                    </a:cubicBezTo>
                    <a:cubicBezTo>
                      <a:pt x="294804" y="762633"/>
                      <a:pt x="116557" y="651622"/>
                      <a:pt x="75088" y="473213"/>
                    </a:cubicBezTo>
                    <a:cubicBezTo>
                      <a:pt x="33618" y="294805"/>
                      <a:pt x="144628" y="116558"/>
                      <a:pt x="323037" y="75088"/>
                    </a:cubicBezTo>
                    <a:cubicBezTo>
                      <a:pt x="501445" y="33618"/>
                      <a:pt x="679692" y="144629"/>
                      <a:pt x="721162" y="3230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080B18D-E3F4-43F6-8119-42A3CB726EF9}"/>
              </a:ext>
            </a:extLst>
          </p:cNvPr>
          <p:cNvSpPr/>
          <p:nvPr/>
        </p:nvSpPr>
        <p:spPr>
          <a:xfrm>
            <a:off x="8954" y="3896982"/>
            <a:ext cx="12183046" cy="238125"/>
          </a:xfrm>
          <a:custGeom>
            <a:avLst/>
            <a:gdLst>
              <a:gd name="connsiteX0" fmla="*/ 0 w 7143750"/>
              <a:gd name="connsiteY0" fmla="*/ 0 h 238125"/>
              <a:gd name="connsiteX1" fmla="*/ 7143941 w 7143750"/>
              <a:gd name="connsiteY1" fmla="*/ 0 h 238125"/>
              <a:gd name="connsiteX2" fmla="*/ 7143941 w 7143750"/>
              <a:gd name="connsiteY2" fmla="*/ 240983 h 238125"/>
              <a:gd name="connsiteX3" fmla="*/ 0 w 7143750"/>
              <a:gd name="connsiteY3" fmla="*/ 240983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750" h="238125">
                <a:moveTo>
                  <a:pt x="0" y="0"/>
                </a:moveTo>
                <a:lnTo>
                  <a:pt x="7143941" y="0"/>
                </a:lnTo>
                <a:lnTo>
                  <a:pt x="7143941" y="240983"/>
                </a:lnTo>
                <a:lnTo>
                  <a:pt x="0" y="240983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5DFDF4-C538-4545-961D-5E8155A02DF0}"/>
              </a:ext>
            </a:extLst>
          </p:cNvPr>
          <p:cNvSpPr/>
          <p:nvPr/>
        </p:nvSpPr>
        <p:spPr>
          <a:xfrm>
            <a:off x="686456" y="2596534"/>
            <a:ext cx="590550" cy="1419225"/>
          </a:xfrm>
          <a:custGeom>
            <a:avLst/>
            <a:gdLst>
              <a:gd name="connsiteX0" fmla="*/ 599027 w 590550"/>
              <a:gd name="connsiteY0" fmla="*/ 0 h 1419225"/>
              <a:gd name="connsiteX1" fmla="*/ 0 w 590550"/>
              <a:gd name="connsiteY1" fmla="*/ 0 h 1419225"/>
              <a:gd name="connsiteX2" fmla="*/ 0 w 590550"/>
              <a:gd name="connsiteY2" fmla="*/ 1421225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9027" y="0"/>
                </a:moveTo>
                <a:lnTo>
                  <a:pt x="0" y="0"/>
                </a:lnTo>
                <a:lnTo>
                  <a:pt x="0" y="1421225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9C6C5CD-0527-44E4-A6CD-7461EDC089DF}"/>
              </a:ext>
            </a:extLst>
          </p:cNvPr>
          <p:cNvSpPr/>
          <p:nvPr/>
        </p:nvSpPr>
        <p:spPr>
          <a:xfrm>
            <a:off x="686456" y="3322911"/>
            <a:ext cx="1171575" cy="9525"/>
          </a:xfrm>
          <a:custGeom>
            <a:avLst/>
            <a:gdLst>
              <a:gd name="connsiteX0" fmla="*/ 0 w 1171575"/>
              <a:gd name="connsiteY0" fmla="*/ 0 h 0"/>
              <a:gd name="connsiteX1" fmla="*/ 1171575 w 11715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575">
                <a:moveTo>
                  <a:pt x="0" y="0"/>
                </a:moveTo>
                <a:lnTo>
                  <a:pt x="1171575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4DB133-E578-4E05-8F7E-CE95E724B06E}"/>
              </a:ext>
            </a:extLst>
          </p:cNvPr>
          <p:cNvGrpSpPr/>
          <p:nvPr/>
        </p:nvGrpSpPr>
        <p:grpSpPr>
          <a:xfrm>
            <a:off x="799453" y="2110204"/>
            <a:ext cx="971550" cy="971550"/>
            <a:chOff x="799453" y="2110204"/>
            <a:chExt cx="971550" cy="97155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F52DAB9-0354-4762-B7AB-50E9CC498F3D}"/>
                </a:ext>
              </a:extLst>
            </p:cNvPr>
            <p:cNvSpPr/>
            <p:nvPr/>
          </p:nvSpPr>
          <p:spPr>
            <a:xfrm>
              <a:off x="848000" y="2158765"/>
              <a:ext cx="866775" cy="866775"/>
            </a:xfrm>
            <a:custGeom>
              <a:avLst/>
              <a:gdLst>
                <a:gd name="connsiteX0" fmla="*/ 875538 w 866775"/>
                <a:gd name="connsiteY0" fmla="*/ 437769 h 866775"/>
                <a:gd name="connsiteX1" fmla="*/ 437769 w 866775"/>
                <a:gd name="connsiteY1" fmla="*/ 875538 h 866775"/>
                <a:gd name="connsiteX2" fmla="*/ 0 w 866775"/>
                <a:gd name="connsiteY2" fmla="*/ 437769 h 866775"/>
                <a:gd name="connsiteX3" fmla="*/ 437769 w 866775"/>
                <a:gd name="connsiteY3" fmla="*/ 0 h 866775"/>
                <a:gd name="connsiteX4" fmla="*/ 875538 w 866775"/>
                <a:gd name="connsiteY4" fmla="*/ 43776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866775">
                  <a:moveTo>
                    <a:pt x="875538" y="437769"/>
                  </a:moveTo>
                  <a:cubicBezTo>
                    <a:pt x="875538" y="679542"/>
                    <a:pt x="679542" y="875538"/>
                    <a:pt x="437769" y="875538"/>
                  </a:cubicBezTo>
                  <a:cubicBezTo>
                    <a:pt x="195996" y="875538"/>
                    <a:pt x="0" y="679542"/>
                    <a:pt x="0" y="437769"/>
                  </a:cubicBezTo>
                  <a:cubicBezTo>
                    <a:pt x="0" y="195996"/>
                    <a:pt x="195996" y="0"/>
                    <a:pt x="437769" y="0"/>
                  </a:cubicBezTo>
                  <a:cubicBezTo>
                    <a:pt x="679542" y="0"/>
                    <a:pt x="875538" y="195996"/>
                    <a:pt x="875538" y="437769"/>
                  </a:cubicBezTo>
                  <a:close/>
                </a:path>
              </a:pathLst>
            </a:custGeom>
            <a:solidFill>
              <a:srgbClr val="F57F2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C715F4-25C5-4F9B-BACE-E53AF90C9CDD}"/>
                </a:ext>
              </a:extLst>
            </p:cNvPr>
            <p:cNvSpPr/>
            <p:nvPr/>
          </p:nvSpPr>
          <p:spPr>
            <a:xfrm>
              <a:off x="799453" y="2110204"/>
              <a:ext cx="971550" cy="971550"/>
            </a:xfrm>
            <a:custGeom>
              <a:avLst/>
              <a:gdLst>
                <a:gd name="connsiteX0" fmla="*/ 599388 w 971550"/>
                <a:gd name="connsiteY0" fmla="*/ 113036 h 971550"/>
                <a:gd name="connsiteX1" fmla="*/ 859667 w 971550"/>
                <a:gd name="connsiteY1" fmla="*/ 599388 h 971550"/>
                <a:gd name="connsiteX2" fmla="*/ 373316 w 971550"/>
                <a:gd name="connsiteY2" fmla="*/ 859667 h 971550"/>
                <a:gd name="connsiteX3" fmla="*/ 113036 w 971550"/>
                <a:gd name="connsiteY3" fmla="*/ 373316 h 971550"/>
                <a:gd name="connsiteX4" fmla="*/ 599388 w 971550"/>
                <a:gd name="connsiteY4" fmla="*/ 113036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1550" h="971550">
                  <a:moveTo>
                    <a:pt x="599388" y="113036"/>
                  </a:moveTo>
                  <a:cubicBezTo>
                    <a:pt x="805564" y="175464"/>
                    <a:pt x="922096" y="393211"/>
                    <a:pt x="859667" y="599388"/>
                  </a:cubicBezTo>
                  <a:cubicBezTo>
                    <a:pt x="797239" y="805564"/>
                    <a:pt x="579492" y="922096"/>
                    <a:pt x="373316" y="859667"/>
                  </a:cubicBezTo>
                  <a:cubicBezTo>
                    <a:pt x="167139" y="797239"/>
                    <a:pt x="50608" y="579492"/>
                    <a:pt x="113036" y="373316"/>
                  </a:cubicBezTo>
                  <a:cubicBezTo>
                    <a:pt x="175464" y="167139"/>
                    <a:pt x="393211" y="50608"/>
                    <a:pt x="599388" y="113036"/>
                  </a:cubicBezTo>
                  <a:close/>
                </a:path>
              </a:pathLst>
            </a:custGeom>
            <a:noFill/>
            <a:ln w="13581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06A4E6F-E6DA-40F5-99AD-FD8ADD786F8A}"/>
                </a:ext>
              </a:extLst>
            </p:cNvPr>
            <p:cNvSpPr/>
            <p:nvPr/>
          </p:nvSpPr>
          <p:spPr>
            <a:xfrm>
              <a:off x="847844" y="2158643"/>
              <a:ext cx="866775" cy="866775"/>
            </a:xfrm>
            <a:custGeom>
              <a:avLst/>
              <a:gdLst>
                <a:gd name="connsiteX0" fmla="*/ 572811 w 866775"/>
                <a:gd name="connsiteY0" fmla="*/ 134920 h 866775"/>
                <a:gd name="connsiteX1" fmla="*/ 740863 w 866775"/>
                <a:gd name="connsiteY1" fmla="*/ 572811 h 866775"/>
                <a:gd name="connsiteX2" fmla="*/ 302972 w 866775"/>
                <a:gd name="connsiteY2" fmla="*/ 740863 h 866775"/>
                <a:gd name="connsiteX3" fmla="*/ 134919 w 866775"/>
                <a:gd name="connsiteY3" fmla="*/ 302972 h 866775"/>
                <a:gd name="connsiteX4" fmla="*/ 572811 w 866775"/>
                <a:gd name="connsiteY4" fmla="*/ 134920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866775">
                  <a:moveTo>
                    <a:pt x="572811" y="134920"/>
                  </a:moveTo>
                  <a:cubicBezTo>
                    <a:pt x="740138" y="209433"/>
                    <a:pt x="815377" y="405484"/>
                    <a:pt x="740863" y="572811"/>
                  </a:cubicBezTo>
                  <a:cubicBezTo>
                    <a:pt x="666349" y="740138"/>
                    <a:pt x="470299" y="815377"/>
                    <a:pt x="302972" y="740863"/>
                  </a:cubicBezTo>
                  <a:cubicBezTo>
                    <a:pt x="135645" y="666349"/>
                    <a:pt x="60406" y="470299"/>
                    <a:pt x="134919" y="302972"/>
                  </a:cubicBezTo>
                  <a:cubicBezTo>
                    <a:pt x="209433" y="135645"/>
                    <a:pt x="405484" y="60406"/>
                    <a:pt x="572811" y="13492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967C586-07E3-4039-9DA4-37CEB20A8344}"/>
              </a:ext>
            </a:extLst>
          </p:cNvPr>
          <p:cNvSpPr/>
          <p:nvPr/>
        </p:nvSpPr>
        <p:spPr>
          <a:xfrm>
            <a:off x="3118379" y="2596534"/>
            <a:ext cx="590550" cy="1419225"/>
          </a:xfrm>
          <a:custGeom>
            <a:avLst/>
            <a:gdLst>
              <a:gd name="connsiteX0" fmla="*/ 598932 w 590550"/>
              <a:gd name="connsiteY0" fmla="*/ 0 h 1419225"/>
              <a:gd name="connsiteX1" fmla="*/ 0 w 590550"/>
              <a:gd name="connsiteY1" fmla="*/ 0 h 1419225"/>
              <a:gd name="connsiteX2" fmla="*/ 0 w 590550"/>
              <a:gd name="connsiteY2" fmla="*/ 1421225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8932" y="0"/>
                </a:moveTo>
                <a:lnTo>
                  <a:pt x="0" y="0"/>
                </a:lnTo>
                <a:lnTo>
                  <a:pt x="0" y="1421225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5BF605D-A438-4475-9199-2AE7360CA928}"/>
              </a:ext>
            </a:extLst>
          </p:cNvPr>
          <p:cNvSpPr/>
          <p:nvPr/>
        </p:nvSpPr>
        <p:spPr>
          <a:xfrm>
            <a:off x="3209438" y="3401397"/>
            <a:ext cx="1057275" cy="438150"/>
          </a:xfrm>
          <a:custGeom>
            <a:avLst/>
            <a:gdLst>
              <a:gd name="connsiteX0" fmla="*/ 0 w 1057275"/>
              <a:gd name="connsiteY0" fmla="*/ 0 h 438150"/>
              <a:gd name="connsiteX1" fmla="*/ 1062323 w 1057275"/>
              <a:gd name="connsiteY1" fmla="*/ 0 h 438150"/>
              <a:gd name="connsiteX2" fmla="*/ 1062323 w 1057275"/>
              <a:gd name="connsiteY2" fmla="*/ 443865 h 438150"/>
              <a:gd name="connsiteX3" fmla="*/ 0 w 1057275"/>
              <a:gd name="connsiteY3" fmla="*/ 443865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438150">
                <a:moveTo>
                  <a:pt x="0" y="0"/>
                </a:moveTo>
                <a:lnTo>
                  <a:pt x="1062323" y="0"/>
                </a:lnTo>
                <a:lnTo>
                  <a:pt x="1062323" y="443865"/>
                </a:lnTo>
                <a:lnTo>
                  <a:pt x="0" y="443865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4CB866D-43E3-4E91-83B4-26D1C2B1128F}"/>
              </a:ext>
            </a:extLst>
          </p:cNvPr>
          <p:cNvSpPr/>
          <p:nvPr/>
        </p:nvSpPr>
        <p:spPr>
          <a:xfrm>
            <a:off x="3118379" y="3322911"/>
            <a:ext cx="1162050" cy="9525"/>
          </a:xfrm>
          <a:custGeom>
            <a:avLst/>
            <a:gdLst>
              <a:gd name="connsiteX0" fmla="*/ 0 w 1162050"/>
              <a:gd name="connsiteY0" fmla="*/ 0 h 0"/>
              <a:gd name="connsiteX1" fmla="*/ 1171480 w 1162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2050">
                <a:moveTo>
                  <a:pt x="0" y="0"/>
                </a:moveTo>
                <a:lnTo>
                  <a:pt x="1171480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5A0441B4-EAD3-4785-8413-74AB74FE4DDE}"/>
              </a:ext>
            </a:extLst>
          </p:cNvPr>
          <p:cNvGrpSpPr/>
          <p:nvPr/>
        </p:nvGrpSpPr>
        <p:grpSpPr>
          <a:xfrm>
            <a:off x="3248629" y="2127519"/>
            <a:ext cx="934499" cy="934333"/>
            <a:chOff x="3248629" y="2127519"/>
            <a:chExt cx="934499" cy="93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0F8F10C-DE32-4B71-9113-BFD6DAC0BFCF}"/>
                </a:ext>
              </a:extLst>
            </p:cNvPr>
            <p:cNvSpPr/>
            <p:nvPr/>
          </p:nvSpPr>
          <p:spPr>
            <a:xfrm>
              <a:off x="3279923" y="2158765"/>
              <a:ext cx="866775" cy="866775"/>
            </a:xfrm>
            <a:custGeom>
              <a:avLst/>
              <a:gdLst>
                <a:gd name="connsiteX0" fmla="*/ 875538 w 866775"/>
                <a:gd name="connsiteY0" fmla="*/ 437769 h 866775"/>
                <a:gd name="connsiteX1" fmla="*/ 437769 w 866775"/>
                <a:gd name="connsiteY1" fmla="*/ 875538 h 866775"/>
                <a:gd name="connsiteX2" fmla="*/ 0 w 866775"/>
                <a:gd name="connsiteY2" fmla="*/ 437769 h 866775"/>
                <a:gd name="connsiteX3" fmla="*/ 437769 w 866775"/>
                <a:gd name="connsiteY3" fmla="*/ 0 h 866775"/>
                <a:gd name="connsiteX4" fmla="*/ 875538 w 866775"/>
                <a:gd name="connsiteY4" fmla="*/ 43776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866775">
                  <a:moveTo>
                    <a:pt x="875538" y="437769"/>
                  </a:moveTo>
                  <a:cubicBezTo>
                    <a:pt x="875538" y="679542"/>
                    <a:pt x="679542" y="875538"/>
                    <a:pt x="437769" y="875538"/>
                  </a:cubicBezTo>
                  <a:cubicBezTo>
                    <a:pt x="195996" y="875538"/>
                    <a:pt x="0" y="679542"/>
                    <a:pt x="0" y="437769"/>
                  </a:cubicBezTo>
                  <a:cubicBezTo>
                    <a:pt x="0" y="195996"/>
                    <a:pt x="195996" y="0"/>
                    <a:pt x="437769" y="0"/>
                  </a:cubicBezTo>
                  <a:cubicBezTo>
                    <a:pt x="679542" y="0"/>
                    <a:pt x="875538" y="195996"/>
                    <a:pt x="875538" y="437769"/>
                  </a:cubicBezTo>
                  <a:close/>
                </a:path>
              </a:pathLst>
            </a:custGeom>
            <a:solidFill>
              <a:srgbClr val="69B7D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2602E5D-12FC-4E10-98DE-BD2354D3DA94}"/>
                </a:ext>
              </a:extLst>
            </p:cNvPr>
            <p:cNvSpPr/>
            <p:nvPr/>
          </p:nvSpPr>
          <p:spPr>
            <a:xfrm>
              <a:off x="3249678" y="2128402"/>
              <a:ext cx="933450" cy="933450"/>
            </a:xfrm>
            <a:custGeom>
              <a:avLst/>
              <a:gdLst>
                <a:gd name="connsiteX0" fmla="*/ 556132 w 933450"/>
                <a:gd name="connsiteY0" fmla="*/ 88073 h 933450"/>
                <a:gd name="connsiteX1" fmla="*/ 848044 w 933450"/>
                <a:gd name="connsiteY1" fmla="*/ 556132 h 933450"/>
                <a:gd name="connsiteX2" fmla="*/ 379985 w 933450"/>
                <a:gd name="connsiteY2" fmla="*/ 848044 h 933450"/>
                <a:gd name="connsiteX3" fmla="*/ 88073 w 933450"/>
                <a:gd name="connsiteY3" fmla="*/ 379986 h 933450"/>
                <a:gd name="connsiteX4" fmla="*/ 556132 w 933450"/>
                <a:gd name="connsiteY4" fmla="*/ 88073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3450" h="933450">
                  <a:moveTo>
                    <a:pt x="556132" y="88073"/>
                  </a:moveTo>
                  <a:cubicBezTo>
                    <a:pt x="765992" y="136714"/>
                    <a:pt x="896685" y="346272"/>
                    <a:pt x="848044" y="556132"/>
                  </a:cubicBezTo>
                  <a:cubicBezTo>
                    <a:pt x="799403" y="765992"/>
                    <a:pt x="589846" y="896686"/>
                    <a:pt x="379985" y="848044"/>
                  </a:cubicBezTo>
                  <a:cubicBezTo>
                    <a:pt x="170125" y="799403"/>
                    <a:pt x="39432" y="589846"/>
                    <a:pt x="88073" y="379986"/>
                  </a:cubicBezTo>
                  <a:cubicBezTo>
                    <a:pt x="136714" y="170125"/>
                    <a:pt x="346271" y="39432"/>
                    <a:pt x="556132" y="88073"/>
                  </a:cubicBezTo>
                  <a:close/>
                </a:path>
              </a:pathLst>
            </a:custGeom>
            <a:noFill/>
            <a:ln w="13581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C15E48-8698-43B2-8605-A0D1333F91D1}"/>
                </a:ext>
              </a:extLst>
            </p:cNvPr>
            <p:cNvSpPr/>
            <p:nvPr/>
          </p:nvSpPr>
          <p:spPr>
            <a:xfrm>
              <a:off x="3248629" y="2127519"/>
              <a:ext cx="933450" cy="933450"/>
            </a:xfrm>
            <a:custGeom>
              <a:avLst/>
              <a:gdLst>
                <a:gd name="connsiteX0" fmla="*/ 703551 w 933450"/>
                <a:gd name="connsiteY0" fmla="*/ 234517 h 933450"/>
                <a:gd name="connsiteX1" fmla="*/ 703551 w 933450"/>
                <a:gd name="connsiteY1" fmla="*/ 703552 h 933450"/>
                <a:gd name="connsiteX2" fmla="*/ 234517 w 933450"/>
                <a:gd name="connsiteY2" fmla="*/ 703552 h 933450"/>
                <a:gd name="connsiteX3" fmla="*/ 234517 w 933450"/>
                <a:gd name="connsiteY3" fmla="*/ 234517 h 933450"/>
                <a:gd name="connsiteX4" fmla="*/ 703551 w 933450"/>
                <a:gd name="connsiteY4" fmla="*/ 234517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3450" h="933450">
                  <a:moveTo>
                    <a:pt x="703551" y="234517"/>
                  </a:moveTo>
                  <a:cubicBezTo>
                    <a:pt x="833072" y="364037"/>
                    <a:pt x="833072" y="574031"/>
                    <a:pt x="703551" y="703552"/>
                  </a:cubicBezTo>
                  <a:cubicBezTo>
                    <a:pt x="574031" y="833072"/>
                    <a:pt x="364037" y="833072"/>
                    <a:pt x="234517" y="703552"/>
                  </a:cubicBezTo>
                  <a:cubicBezTo>
                    <a:pt x="104997" y="574031"/>
                    <a:pt x="104997" y="364038"/>
                    <a:pt x="234517" y="234517"/>
                  </a:cubicBezTo>
                  <a:cubicBezTo>
                    <a:pt x="364037" y="104997"/>
                    <a:pt x="574031" y="104997"/>
                    <a:pt x="703551" y="23451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6E38576-DF09-4E36-9344-47B81282990C}"/>
              </a:ext>
            </a:extLst>
          </p:cNvPr>
          <p:cNvSpPr/>
          <p:nvPr/>
        </p:nvSpPr>
        <p:spPr>
          <a:xfrm>
            <a:off x="5550302" y="2596534"/>
            <a:ext cx="590550" cy="1419225"/>
          </a:xfrm>
          <a:custGeom>
            <a:avLst/>
            <a:gdLst>
              <a:gd name="connsiteX0" fmla="*/ 598932 w 590550"/>
              <a:gd name="connsiteY0" fmla="*/ 0 h 1419225"/>
              <a:gd name="connsiteX1" fmla="*/ 0 w 590550"/>
              <a:gd name="connsiteY1" fmla="*/ 0 h 1419225"/>
              <a:gd name="connsiteX2" fmla="*/ 0 w 590550"/>
              <a:gd name="connsiteY2" fmla="*/ 1421225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8932" y="0"/>
                </a:moveTo>
                <a:lnTo>
                  <a:pt x="0" y="0"/>
                </a:lnTo>
                <a:lnTo>
                  <a:pt x="0" y="1421225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06079BA-8A35-45E7-87CC-072C4CD7C1DD}"/>
              </a:ext>
            </a:extLst>
          </p:cNvPr>
          <p:cNvSpPr/>
          <p:nvPr/>
        </p:nvSpPr>
        <p:spPr>
          <a:xfrm>
            <a:off x="5641361" y="3401397"/>
            <a:ext cx="1057275" cy="438150"/>
          </a:xfrm>
          <a:custGeom>
            <a:avLst/>
            <a:gdLst>
              <a:gd name="connsiteX0" fmla="*/ 0 w 1057275"/>
              <a:gd name="connsiteY0" fmla="*/ 0 h 438150"/>
              <a:gd name="connsiteX1" fmla="*/ 1062323 w 1057275"/>
              <a:gd name="connsiteY1" fmla="*/ 0 h 438150"/>
              <a:gd name="connsiteX2" fmla="*/ 1062323 w 1057275"/>
              <a:gd name="connsiteY2" fmla="*/ 443865 h 438150"/>
              <a:gd name="connsiteX3" fmla="*/ 0 w 1057275"/>
              <a:gd name="connsiteY3" fmla="*/ 443865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438150">
                <a:moveTo>
                  <a:pt x="0" y="0"/>
                </a:moveTo>
                <a:lnTo>
                  <a:pt x="1062323" y="0"/>
                </a:lnTo>
                <a:lnTo>
                  <a:pt x="1062323" y="443865"/>
                </a:lnTo>
                <a:lnTo>
                  <a:pt x="0" y="443865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55C5D13-6566-4B21-A452-C784BB7532BB}"/>
              </a:ext>
            </a:extLst>
          </p:cNvPr>
          <p:cNvSpPr/>
          <p:nvPr/>
        </p:nvSpPr>
        <p:spPr>
          <a:xfrm>
            <a:off x="5550302" y="3322911"/>
            <a:ext cx="1162050" cy="9525"/>
          </a:xfrm>
          <a:custGeom>
            <a:avLst/>
            <a:gdLst>
              <a:gd name="connsiteX0" fmla="*/ 0 w 1162050"/>
              <a:gd name="connsiteY0" fmla="*/ 0 h 0"/>
              <a:gd name="connsiteX1" fmla="*/ 1171480 w 1162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2050">
                <a:moveTo>
                  <a:pt x="0" y="0"/>
                </a:moveTo>
                <a:lnTo>
                  <a:pt x="1171480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B2F35741-BCE0-46A3-8C2F-80F99F159FAF}"/>
              </a:ext>
            </a:extLst>
          </p:cNvPr>
          <p:cNvGrpSpPr/>
          <p:nvPr/>
        </p:nvGrpSpPr>
        <p:grpSpPr>
          <a:xfrm>
            <a:off x="5702964" y="2149769"/>
            <a:ext cx="885825" cy="885825"/>
            <a:chOff x="5702964" y="2149769"/>
            <a:chExt cx="885825" cy="885825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F0E1A01-44FC-4884-967B-D5508BE5FB69}"/>
                </a:ext>
              </a:extLst>
            </p:cNvPr>
            <p:cNvSpPr/>
            <p:nvPr/>
          </p:nvSpPr>
          <p:spPr>
            <a:xfrm>
              <a:off x="5711846" y="2158765"/>
              <a:ext cx="866775" cy="866775"/>
            </a:xfrm>
            <a:custGeom>
              <a:avLst/>
              <a:gdLst>
                <a:gd name="connsiteX0" fmla="*/ 875538 w 866775"/>
                <a:gd name="connsiteY0" fmla="*/ 437769 h 866775"/>
                <a:gd name="connsiteX1" fmla="*/ 437769 w 866775"/>
                <a:gd name="connsiteY1" fmla="*/ 875538 h 866775"/>
                <a:gd name="connsiteX2" fmla="*/ -1 w 866775"/>
                <a:gd name="connsiteY2" fmla="*/ 437769 h 866775"/>
                <a:gd name="connsiteX3" fmla="*/ 437769 w 866775"/>
                <a:gd name="connsiteY3" fmla="*/ 0 h 866775"/>
                <a:gd name="connsiteX4" fmla="*/ 875538 w 866775"/>
                <a:gd name="connsiteY4" fmla="*/ 43776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775" h="866775">
                  <a:moveTo>
                    <a:pt x="875538" y="437769"/>
                  </a:moveTo>
                  <a:cubicBezTo>
                    <a:pt x="875538" y="679542"/>
                    <a:pt x="679542" y="875538"/>
                    <a:pt x="437769" y="875538"/>
                  </a:cubicBezTo>
                  <a:cubicBezTo>
                    <a:pt x="195996" y="875538"/>
                    <a:pt x="-1" y="679542"/>
                    <a:pt x="-1" y="437769"/>
                  </a:cubicBezTo>
                  <a:cubicBezTo>
                    <a:pt x="-1" y="195996"/>
                    <a:pt x="195995" y="0"/>
                    <a:pt x="437769" y="0"/>
                  </a:cubicBezTo>
                  <a:cubicBezTo>
                    <a:pt x="679542" y="0"/>
                    <a:pt x="875538" y="195996"/>
                    <a:pt x="875538" y="437769"/>
                  </a:cubicBezTo>
                  <a:close/>
                </a:path>
              </a:pathLst>
            </a:custGeom>
            <a:solidFill>
              <a:srgbClr val="A16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ADF7136-0E25-468C-9DEE-6584DD0FA66B}"/>
                </a:ext>
              </a:extLst>
            </p:cNvPr>
            <p:cNvSpPr/>
            <p:nvPr/>
          </p:nvSpPr>
          <p:spPr>
            <a:xfrm>
              <a:off x="5702964" y="2149769"/>
              <a:ext cx="885825" cy="885825"/>
            </a:xfrm>
            <a:custGeom>
              <a:avLst/>
              <a:gdLst>
                <a:gd name="connsiteX0" fmla="*/ 508546 w 885825"/>
                <a:gd name="connsiteY0" fmla="*/ 61706 h 885825"/>
                <a:gd name="connsiteX1" fmla="*/ 831974 w 885825"/>
                <a:gd name="connsiteY1" fmla="*/ 508546 h 885825"/>
                <a:gd name="connsiteX2" fmla="*/ 385134 w 885825"/>
                <a:gd name="connsiteY2" fmla="*/ 831975 h 885825"/>
                <a:gd name="connsiteX3" fmla="*/ 61706 w 885825"/>
                <a:gd name="connsiteY3" fmla="*/ 385135 h 885825"/>
                <a:gd name="connsiteX4" fmla="*/ 508546 w 885825"/>
                <a:gd name="connsiteY4" fmla="*/ 61706 h 88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885825">
                  <a:moveTo>
                    <a:pt x="508546" y="61706"/>
                  </a:moveTo>
                  <a:cubicBezTo>
                    <a:pt x="721249" y="95785"/>
                    <a:pt x="866053" y="295842"/>
                    <a:pt x="831974" y="508546"/>
                  </a:cubicBezTo>
                  <a:cubicBezTo>
                    <a:pt x="797895" y="721250"/>
                    <a:pt x="597838" y="866054"/>
                    <a:pt x="385134" y="831975"/>
                  </a:cubicBezTo>
                  <a:cubicBezTo>
                    <a:pt x="172430" y="797895"/>
                    <a:pt x="27626" y="597839"/>
                    <a:pt x="61706" y="385135"/>
                  </a:cubicBezTo>
                  <a:cubicBezTo>
                    <a:pt x="95785" y="172431"/>
                    <a:pt x="295842" y="27627"/>
                    <a:pt x="508546" y="61706"/>
                  </a:cubicBezTo>
                  <a:close/>
                </a:path>
              </a:pathLst>
            </a:custGeom>
            <a:noFill/>
            <a:ln w="13581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4B12B47-89FE-4328-886F-E3B16D26A58B}"/>
                </a:ext>
              </a:extLst>
            </p:cNvPr>
            <p:cNvSpPr/>
            <p:nvPr/>
          </p:nvSpPr>
          <p:spPr>
            <a:xfrm>
              <a:off x="5751609" y="2198641"/>
              <a:ext cx="790575" cy="790575"/>
            </a:xfrm>
            <a:custGeom>
              <a:avLst/>
              <a:gdLst>
                <a:gd name="connsiteX0" fmla="*/ 473213 w 790575"/>
                <a:gd name="connsiteY0" fmla="*/ 75088 h 790575"/>
                <a:gd name="connsiteX1" fmla="*/ 721163 w 790575"/>
                <a:gd name="connsiteY1" fmla="*/ 473213 h 790575"/>
                <a:gd name="connsiteX2" fmla="*/ 323037 w 790575"/>
                <a:gd name="connsiteY2" fmla="*/ 721163 h 790575"/>
                <a:gd name="connsiteX3" fmla="*/ 75088 w 790575"/>
                <a:gd name="connsiteY3" fmla="*/ 323037 h 790575"/>
                <a:gd name="connsiteX4" fmla="*/ 473213 w 790575"/>
                <a:gd name="connsiteY4" fmla="*/ 75088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575" h="790575">
                  <a:moveTo>
                    <a:pt x="473213" y="75088"/>
                  </a:moveTo>
                  <a:cubicBezTo>
                    <a:pt x="651622" y="116558"/>
                    <a:pt x="762633" y="294804"/>
                    <a:pt x="721163" y="473213"/>
                  </a:cubicBezTo>
                  <a:cubicBezTo>
                    <a:pt x="679693" y="651621"/>
                    <a:pt x="501446" y="762632"/>
                    <a:pt x="323037" y="721163"/>
                  </a:cubicBezTo>
                  <a:cubicBezTo>
                    <a:pt x="144629" y="679693"/>
                    <a:pt x="33618" y="501446"/>
                    <a:pt x="75088" y="323037"/>
                  </a:cubicBezTo>
                  <a:cubicBezTo>
                    <a:pt x="116558" y="144629"/>
                    <a:pt x="294805" y="33618"/>
                    <a:pt x="473213" y="7508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4FCEFC1-2600-4FC5-9BF7-519E2F88BCCA}"/>
              </a:ext>
            </a:extLst>
          </p:cNvPr>
          <p:cNvSpPr/>
          <p:nvPr/>
        </p:nvSpPr>
        <p:spPr>
          <a:xfrm>
            <a:off x="1902227" y="4018616"/>
            <a:ext cx="590550" cy="1419225"/>
          </a:xfrm>
          <a:custGeom>
            <a:avLst/>
            <a:gdLst>
              <a:gd name="connsiteX0" fmla="*/ 599027 w 590550"/>
              <a:gd name="connsiteY0" fmla="*/ 1421225 h 1419225"/>
              <a:gd name="connsiteX1" fmla="*/ 0 w 590550"/>
              <a:gd name="connsiteY1" fmla="*/ 1421225 h 1419225"/>
              <a:gd name="connsiteX2" fmla="*/ 0 w 590550"/>
              <a:gd name="connsiteY2" fmla="*/ 0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9027" y="1421225"/>
                </a:moveTo>
                <a:lnTo>
                  <a:pt x="0" y="1421225"/>
                </a:lnTo>
                <a:lnTo>
                  <a:pt x="0" y="0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E006C11-3B57-4571-9BEC-3D669EF40766}"/>
              </a:ext>
            </a:extLst>
          </p:cNvPr>
          <p:cNvSpPr/>
          <p:nvPr/>
        </p:nvSpPr>
        <p:spPr>
          <a:xfrm>
            <a:off x="1993286" y="4200258"/>
            <a:ext cx="1057275" cy="438150"/>
          </a:xfrm>
          <a:custGeom>
            <a:avLst/>
            <a:gdLst>
              <a:gd name="connsiteX0" fmla="*/ 0 w 1057275"/>
              <a:gd name="connsiteY0" fmla="*/ 0 h 438150"/>
              <a:gd name="connsiteX1" fmla="*/ 1062323 w 1057275"/>
              <a:gd name="connsiteY1" fmla="*/ 0 h 438150"/>
              <a:gd name="connsiteX2" fmla="*/ 1062323 w 1057275"/>
              <a:gd name="connsiteY2" fmla="*/ 443865 h 438150"/>
              <a:gd name="connsiteX3" fmla="*/ 0 w 1057275"/>
              <a:gd name="connsiteY3" fmla="*/ 443865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438150">
                <a:moveTo>
                  <a:pt x="0" y="0"/>
                </a:moveTo>
                <a:lnTo>
                  <a:pt x="1062323" y="0"/>
                </a:lnTo>
                <a:lnTo>
                  <a:pt x="1062323" y="443865"/>
                </a:lnTo>
                <a:lnTo>
                  <a:pt x="0" y="443865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E43E7A6-6A10-4AE0-ABE9-7E8C03FA95EA}"/>
              </a:ext>
            </a:extLst>
          </p:cNvPr>
          <p:cNvSpPr/>
          <p:nvPr/>
        </p:nvSpPr>
        <p:spPr>
          <a:xfrm>
            <a:off x="1902227" y="4713465"/>
            <a:ext cx="1162050" cy="9525"/>
          </a:xfrm>
          <a:custGeom>
            <a:avLst/>
            <a:gdLst>
              <a:gd name="connsiteX0" fmla="*/ 0 w 1162050"/>
              <a:gd name="connsiteY0" fmla="*/ 0 h 0"/>
              <a:gd name="connsiteX1" fmla="*/ 1171480 w 1162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2050">
                <a:moveTo>
                  <a:pt x="0" y="0"/>
                </a:moveTo>
                <a:lnTo>
                  <a:pt x="1171480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A90DA32-EFF3-4ACF-980D-A67F0F864575}"/>
              </a:ext>
            </a:extLst>
          </p:cNvPr>
          <p:cNvGrpSpPr/>
          <p:nvPr/>
        </p:nvGrpSpPr>
        <p:grpSpPr>
          <a:xfrm>
            <a:off x="1926787" y="4864931"/>
            <a:ext cx="1143000" cy="1143000"/>
            <a:chOff x="1926787" y="4864931"/>
            <a:chExt cx="1143000" cy="1143000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35689A4-C590-44A9-903B-F9AC0EE25B35}"/>
                </a:ext>
              </a:extLst>
            </p:cNvPr>
            <p:cNvSpPr/>
            <p:nvPr/>
          </p:nvSpPr>
          <p:spPr>
            <a:xfrm>
              <a:off x="1926787" y="4864931"/>
              <a:ext cx="1143000" cy="1143000"/>
            </a:xfrm>
            <a:custGeom>
              <a:avLst/>
              <a:gdLst>
                <a:gd name="connsiteX0" fmla="*/ 747053 w 1143000"/>
                <a:gd name="connsiteY0" fmla="*/ 172306 h 1143000"/>
                <a:gd name="connsiteX1" fmla="*/ 977188 w 1143000"/>
                <a:gd name="connsiteY1" fmla="*/ 747053 h 1143000"/>
                <a:gd name="connsiteX2" fmla="*/ 402441 w 1143000"/>
                <a:gd name="connsiteY2" fmla="*/ 977188 h 1143000"/>
                <a:gd name="connsiteX3" fmla="*/ 172306 w 1143000"/>
                <a:gd name="connsiteY3" fmla="*/ 402441 h 1143000"/>
                <a:gd name="connsiteX4" fmla="*/ 747053 w 1143000"/>
                <a:gd name="connsiteY4" fmla="*/ 172306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0" h="1143000">
                  <a:moveTo>
                    <a:pt x="747053" y="172306"/>
                  </a:moveTo>
                  <a:cubicBezTo>
                    <a:pt x="969315" y="267468"/>
                    <a:pt x="1072350" y="524791"/>
                    <a:pt x="977188" y="747053"/>
                  </a:cubicBezTo>
                  <a:cubicBezTo>
                    <a:pt x="882026" y="969315"/>
                    <a:pt x="624703" y="1072350"/>
                    <a:pt x="402441" y="977188"/>
                  </a:cubicBezTo>
                  <a:cubicBezTo>
                    <a:pt x="180179" y="882026"/>
                    <a:pt x="77144" y="624703"/>
                    <a:pt x="172306" y="402441"/>
                  </a:cubicBezTo>
                  <a:cubicBezTo>
                    <a:pt x="267468" y="180179"/>
                    <a:pt x="524791" y="77144"/>
                    <a:pt x="747053" y="172306"/>
                  </a:cubicBezTo>
                  <a:close/>
                </a:path>
              </a:pathLst>
            </a:custGeom>
            <a:solidFill>
              <a:srgbClr val="FFC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158761-3331-4E2F-922F-F3AC92D10C0E}"/>
                </a:ext>
              </a:extLst>
            </p:cNvPr>
            <p:cNvGrpSpPr/>
            <p:nvPr/>
          </p:nvGrpSpPr>
          <p:grpSpPr>
            <a:xfrm>
              <a:off x="2054565" y="4992733"/>
              <a:ext cx="885825" cy="885825"/>
              <a:chOff x="2054565" y="4992733"/>
              <a:chExt cx="885825" cy="885825"/>
            </a:xfrm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76AED97-98FF-4C29-8746-B41AEF970F94}"/>
                  </a:ext>
                </a:extLst>
              </p:cNvPr>
              <p:cNvSpPr/>
              <p:nvPr/>
            </p:nvSpPr>
            <p:spPr>
              <a:xfrm>
                <a:off x="2054565" y="4992733"/>
                <a:ext cx="885825" cy="885825"/>
              </a:xfrm>
              <a:custGeom>
                <a:avLst/>
                <a:gdLst>
                  <a:gd name="connsiteX0" fmla="*/ 832286 w 885825"/>
                  <a:gd name="connsiteY0" fmla="*/ 385095 h 885825"/>
                  <a:gd name="connsiteX1" fmla="*/ 509287 w 885825"/>
                  <a:gd name="connsiteY1" fmla="*/ 832286 h 885825"/>
                  <a:gd name="connsiteX2" fmla="*/ 62096 w 885825"/>
                  <a:gd name="connsiteY2" fmla="*/ 509287 h 885825"/>
                  <a:gd name="connsiteX3" fmla="*/ 385095 w 885825"/>
                  <a:gd name="connsiteY3" fmla="*/ 62096 h 885825"/>
                  <a:gd name="connsiteX4" fmla="*/ 832286 w 885825"/>
                  <a:gd name="connsiteY4" fmla="*/ 385095 h 88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825" h="885825">
                    <a:moveTo>
                      <a:pt x="832286" y="385095"/>
                    </a:moveTo>
                    <a:cubicBezTo>
                      <a:pt x="866581" y="597777"/>
                      <a:pt x="721969" y="797992"/>
                      <a:pt x="509287" y="832286"/>
                    </a:cubicBezTo>
                    <a:cubicBezTo>
                      <a:pt x="296605" y="866581"/>
                      <a:pt x="96390" y="721969"/>
                      <a:pt x="62096" y="509287"/>
                    </a:cubicBezTo>
                    <a:cubicBezTo>
                      <a:pt x="27801" y="296605"/>
                      <a:pt x="172413" y="96390"/>
                      <a:pt x="385095" y="62096"/>
                    </a:cubicBezTo>
                    <a:cubicBezTo>
                      <a:pt x="597777" y="27801"/>
                      <a:pt x="797992" y="172413"/>
                      <a:pt x="832286" y="385095"/>
                    </a:cubicBezTo>
                    <a:close/>
                  </a:path>
                </a:pathLst>
              </a:custGeom>
              <a:noFill/>
              <a:ln w="13581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3CD093B-609F-406E-A4F3-A84AC2F58E85}"/>
                  </a:ext>
                </a:extLst>
              </p:cNvPr>
              <p:cNvSpPr/>
              <p:nvPr/>
            </p:nvSpPr>
            <p:spPr>
              <a:xfrm>
                <a:off x="2103393" y="5041526"/>
                <a:ext cx="790575" cy="790575"/>
              </a:xfrm>
              <a:custGeom>
                <a:avLst/>
                <a:gdLst>
                  <a:gd name="connsiteX0" fmla="*/ 721163 w 790575"/>
                  <a:gd name="connsiteY0" fmla="*/ 323037 h 790575"/>
                  <a:gd name="connsiteX1" fmla="*/ 473213 w 790575"/>
                  <a:gd name="connsiteY1" fmla="*/ 721163 h 790575"/>
                  <a:gd name="connsiteX2" fmla="*/ 75088 w 790575"/>
                  <a:gd name="connsiteY2" fmla="*/ 473213 h 790575"/>
                  <a:gd name="connsiteX3" fmla="*/ 323037 w 790575"/>
                  <a:gd name="connsiteY3" fmla="*/ 75088 h 790575"/>
                  <a:gd name="connsiteX4" fmla="*/ 721163 w 790575"/>
                  <a:gd name="connsiteY4" fmla="*/ 323037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575" h="790575">
                    <a:moveTo>
                      <a:pt x="721163" y="323037"/>
                    </a:moveTo>
                    <a:cubicBezTo>
                      <a:pt x="762633" y="501446"/>
                      <a:pt x="651622" y="679693"/>
                      <a:pt x="473213" y="721163"/>
                    </a:cubicBezTo>
                    <a:cubicBezTo>
                      <a:pt x="294804" y="762633"/>
                      <a:pt x="116558" y="651622"/>
                      <a:pt x="75088" y="473213"/>
                    </a:cubicBezTo>
                    <a:cubicBezTo>
                      <a:pt x="33618" y="294805"/>
                      <a:pt x="144629" y="116558"/>
                      <a:pt x="323037" y="75088"/>
                    </a:cubicBezTo>
                    <a:cubicBezTo>
                      <a:pt x="501446" y="33618"/>
                      <a:pt x="679693" y="144629"/>
                      <a:pt x="721163" y="3230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626F73D-B884-42EA-961C-051E8DD3407C}"/>
              </a:ext>
            </a:extLst>
          </p:cNvPr>
          <p:cNvSpPr/>
          <p:nvPr/>
        </p:nvSpPr>
        <p:spPr>
          <a:xfrm>
            <a:off x="4334150" y="4018616"/>
            <a:ext cx="590550" cy="1419225"/>
          </a:xfrm>
          <a:custGeom>
            <a:avLst/>
            <a:gdLst>
              <a:gd name="connsiteX0" fmla="*/ 599027 w 590550"/>
              <a:gd name="connsiteY0" fmla="*/ 1421225 h 1419225"/>
              <a:gd name="connsiteX1" fmla="*/ 0 w 590550"/>
              <a:gd name="connsiteY1" fmla="*/ 1421225 h 1419225"/>
              <a:gd name="connsiteX2" fmla="*/ 0 w 590550"/>
              <a:gd name="connsiteY2" fmla="*/ 0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" h="1419225">
                <a:moveTo>
                  <a:pt x="599027" y="1421225"/>
                </a:moveTo>
                <a:lnTo>
                  <a:pt x="0" y="1421225"/>
                </a:lnTo>
                <a:lnTo>
                  <a:pt x="0" y="0"/>
                </a:lnTo>
              </a:path>
            </a:pathLst>
          </a:custGeom>
          <a:noFill/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6C0A3BB6-AE76-4578-A0DE-9A3FF5F092D8}"/>
              </a:ext>
            </a:extLst>
          </p:cNvPr>
          <p:cNvSpPr/>
          <p:nvPr/>
        </p:nvSpPr>
        <p:spPr>
          <a:xfrm>
            <a:off x="4425209" y="4200258"/>
            <a:ext cx="1057275" cy="438150"/>
          </a:xfrm>
          <a:custGeom>
            <a:avLst/>
            <a:gdLst>
              <a:gd name="connsiteX0" fmla="*/ 0 w 1057275"/>
              <a:gd name="connsiteY0" fmla="*/ 0 h 438150"/>
              <a:gd name="connsiteX1" fmla="*/ 1062323 w 1057275"/>
              <a:gd name="connsiteY1" fmla="*/ 0 h 438150"/>
              <a:gd name="connsiteX2" fmla="*/ 1062323 w 1057275"/>
              <a:gd name="connsiteY2" fmla="*/ 443865 h 438150"/>
              <a:gd name="connsiteX3" fmla="*/ 0 w 1057275"/>
              <a:gd name="connsiteY3" fmla="*/ 443865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438150">
                <a:moveTo>
                  <a:pt x="0" y="0"/>
                </a:moveTo>
                <a:lnTo>
                  <a:pt x="1062323" y="0"/>
                </a:lnTo>
                <a:lnTo>
                  <a:pt x="1062323" y="443865"/>
                </a:lnTo>
                <a:lnTo>
                  <a:pt x="0" y="443865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7C712736-563D-441F-BAC6-22A7D2199ABA}"/>
              </a:ext>
            </a:extLst>
          </p:cNvPr>
          <p:cNvSpPr/>
          <p:nvPr/>
        </p:nvSpPr>
        <p:spPr>
          <a:xfrm>
            <a:off x="4334150" y="4713465"/>
            <a:ext cx="1162050" cy="9525"/>
          </a:xfrm>
          <a:custGeom>
            <a:avLst/>
            <a:gdLst>
              <a:gd name="connsiteX0" fmla="*/ 0 w 1162050"/>
              <a:gd name="connsiteY0" fmla="*/ 0 h 0"/>
              <a:gd name="connsiteX1" fmla="*/ 1171575 w 1162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2050">
                <a:moveTo>
                  <a:pt x="0" y="0"/>
                </a:moveTo>
                <a:lnTo>
                  <a:pt x="1171575" y="0"/>
                </a:lnTo>
              </a:path>
            </a:pathLst>
          </a:custGeom>
          <a:ln w="13581" cap="rnd">
            <a:solidFill>
              <a:srgbClr val="9094A8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2E6BCE0-3CF9-4F9A-A2D9-CA4BD116F645}"/>
              </a:ext>
            </a:extLst>
          </p:cNvPr>
          <p:cNvGrpSpPr/>
          <p:nvPr/>
        </p:nvGrpSpPr>
        <p:grpSpPr>
          <a:xfrm>
            <a:off x="4365385" y="4872226"/>
            <a:ext cx="1133475" cy="1133475"/>
            <a:chOff x="4365385" y="4872226"/>
            <a:chExt cx="1133475" cy="1133475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FFC2A8-6462-4574-9E27-DCC27544E008}"/>
                </a:ext>
              </a:extLst>
            </p:cNvPr>
            <p:cNvSpPr/>
            <p:nvPr/>
          </p:nvSpPr>
          <p:spPr>
            <a:xfrm>
              <a:off x="4365385" y="4872226"/>
              <a:ext cx="1133475" cy="1133475"/>
            </a:xfrm>
            <a:custGeom>
              <a:avLst/>
              <a:gdLst>
                <a:gd name="connsiteX0" fmla="*/ 728097 w 1133475"/>
                <a:gd name="connsiteY0" fmla="*/ 160399 h 1133475"/>
                <a:gd name="connsiteX1" fmla="*/ 974999 w 1133475"/>
                <a:gd name="connsiteY1" fmla="*/ 728097 h 1133475"/>
                <a:gd name="connsiteX2" fmla="*/ 407300 w 1133475"/>
                <a:gd name="connsiteY2" fmla="*/ 974999 h 1133475"/>
                <a:gd name="connsiteX3" fmla="*/ 160399 w 1133475"/>
                <a:gd name="connsiteY3" fmla="*/ 407300 h 1133475"/>
                <a:gd name="connsiteX4" fmla="*/ 728097 w 1133475"/>
                <a:gd name="connsiteY4" fmla="*/ 160399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3475" h="1133475">
                  <a:moveTo>
                    <a:pt x="728097" y="160399"/>
                  </a:moveTo>
                  <a:cubicBezTo>
                    <a:pt x="953043" y="248984"/>
                    <a:pt x="1063585" y="503152"/>
                    <a:pt x="974999" y="728097"/>
                  </a:cubicBezTo>
                  <a:cubicBezTo>
                    <a:pt x="886413" y="953043"/>
                    <a:pt x="632246" y="1063585"/>
                    <a:pt x="407300" y="974999"/>
                  </a:cubicBezTo>
                  <a:cubicBezTo>
                    <a:pt x="182355" y="886413"/>
                    <a:pt x="71813" y="632246"/>
                    <a:pt x="160399" y="407300"/>
                  </a:cubicBezTo>
                  <a:cubicBezTo>
                    <a:pt x="248984" y="182354"/>
                    <a:pt x="503152" y="71813"/>
                    <a:pt x="728097" y="160399"/>
                  </a:cubicBezTo>
                  <a:close/>
                </a:path>
              </a:pathLst>
            </a:custGeom>
            <a:solidFill>
              <a:srgbClr val="BD63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B8E091E6-B703-4CB2-BA25-7335EB9B9506}"/>
                </a:ext>
              </a:extLst>
            </p:cNvPr>
            <p:cNvGrpSpPr/>
            <p:nvPr/>
          </p:nvGrpSpPr>
          <p:grpSpPr>
            <a:xfrm>
              <a:off x="4476973" y="4983529"/>
              <a:ext cx="904875" cy="904875"/>
              <a:chOff x="4476973" y="4983529"/>
              <a:chExt cx="904875" cy="904875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361E4BC-8DA1-4DB9-982B-D3773F327945}"/>
                  </a:ext>
                </a:extLst>
              </p:cNvPr>
              <p:cNvSpPr/>
              <p:nvPr/>
            </p:nvSpPr>
            <p:spPr>
              <a:xfrm>
                <a:off x="4476973" y="4983529"/>
                <a:ext cx="904875" cy="904875"/>
              </a:xfrm>
              <a:custGeom>
                <a:avLst/>
                <a:gdLst>
                  <a:gd name="connsiteX0" fmla="*/ 839424 w 904875"/>
                  <a:gd name="connsiteY0" fmla="*/ 383106 h 904875"/>
                  <a:gd name="connsiteX1" fmla="*/ 529530 w 904875"/>
                  <a:gd name="connsiteY1" fmla="*/ 839424 h 904875"/>
                  <a:gd name="connsiteX2" fmla="*/ 73212 w 904875"/>
                  <a:gd name="connsiteY2" fmla="*/ 529530 h 904875"/>
                  <a:gd name="connsiteX3" fmla="*/ 383106 w 904875"/>
                  <a:gd name="connsiteY3" fmla="*/ 73212 h 904875"/>
                  <a:gd name="connsiteX4" fmla="*/ 839424 w 904875"/>
                  <a:gd name="connsiteY4" fmla="*/ 383106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4875" h="904875">
                    <a:moveTo>
                      <a:pt x="839424" y="383106"/>
                    </a:moveTo>
                    <a:cubicBezTo>
                      <a:pt x="879858" y="594689"/>
                      <a:pt x="741114" y="798990"/>
                      <a:pt x="529530" y="839424"/>
                    </a:cubicBezTo>
                    <a:cubicBezTo>
                      <a:pt x="317946" y="879858"/>
                      <a:pt x="113646" y="741114"/>
                      <a:pt x="73212" y="529530"/>
                    </a:cubicBezTo>
                    <a:cubicBezTo>
                      <a:pt x="32778" y="317947"/>
                      <a:pt x="171522" y="113646"/>
                      <a:pt x="383106" y="73212"/>
                    </a:cubicBezTo>
                    <a:cubicBezTo>
                      <a:pt x="594689" y="32778"/>
                      <a:pt x="798990" y="171522"/>
                      <a:pt x="839424" y="383106"/>
                    </a:cubicBezTo>
                    <a:close/>
                  </a:path>
                </a:pathLst>
              </a:custGeom>
              <a:noFill/>
              <a:ln w="13581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B6B8B1E-5B2A-4AC9-9CD0-68EE74C8E149}"/>
                  </a:ext>
                </a:extLst>
              </p:cNvPr>
              <p:cNvSpPr/>
              <p:nvPr/>
            </p:nvSpPr>
            <p:spPr>
              <a:xfrm>
                <a:off x="4535219" y="5041469"/>
                <a:ext cx="790575" cy="790575"/>
              </a:xfrm>
              <a:custGeom>
                <a:avLst/>
                <a:gdLst>
                  <a:gd name="connsiteX0" fmla="*/ 721162 w 790575"/>
                  <a:gd name="connsiteY0" fmla="*/ 323037 h 790575"/>
                  <a:gd name="connsiteX1" fmla="*/ 473213 w 790575"/>
                  <a:gd name="connsiteY1" fmla="*/ 721163 h 790575"/>
                  <a:gd name="connsiteX2" fmla="*/ 75088 w 790575"/>
                  <a:gd name="connsiteY2" fmla="*/ 473213 h 790575"/>
                  <a:gd name="connsiteX3" fmla="*/ 323037 w 790575"/>
                  <a:gd name="connsiteY3" fmla="*/ 75088 h 790575"/>
                  <a:gd name="connsiteX4" fmla="*/ 721162 w 790575"/>
                  <a:gd name="connsiteY4" fmla="*/ 323037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575" h="790575">
                    <a:moveTo>
                      <a:pt x="721162" y="323037"/>
                    </a:moveTo>
                    <a:cubicBezTo>
                      <a:pt x="762632" y="501446"/>
                      <a:pt x="651622" y="679693"/>
                      <a:pt x="473213" y="721163"/>
                    </a:cubicBezTo>
                    <a:cubicBezTo>
                      <a:pt x="294804" y="762633"/>
                      <a:pt x="116557" y="651622"/>
                      <a:pt x="75088" y="473213"/>
                    </a:cubicBezTo>
                    <a:cubicBezTo>
                      <a:pt x="33618" y="294805"/>
                      <a:pt x="144628" y="116558"/>
                      <a:pt x="323037" y="75088"/>
                    </a:cubicBezTo>
                    <a:cubicBezTo>
                      <a:pt x="501445" y="33618"/>
                      <a:pt x="679692" y="144629"/>
                      <a:pt x="721162" y="3230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D8F01DC-74EF-4195-B0D6-1509608764EF}"/>
              </a:ext>
            </a:extLst>
          </p:cNvPr>
          <p:cNvGrpSpPr/>
          <p:nvPr/>
        </p:nvGrpSpPr>
        <p:grpSpPr>
          <a:xfrm>
            <a:off x="628744" y="3896982"/>
            <a:ext cx="10989618" cy="239649"/>
            <a:chOff x="491976" y="3983610"/>
            <a:chExt cx="10989618" cy="239649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A91B6A2E-9587-4D99-A261-7684F39DD4C1}"/>
                </a:ext>
              </a:extLst>
            </p:cNvPr>
            <p:cNvGrpSpPr/>
            <p:nvPr/>
          </p:nvGrpSpPr>
          <p:grpSpPr>
            <a:xfrm>
              <a:off x="541020" y="3983610"/>
              <a:ext cx="10940574" cy="239649"/>
              <a:chOff x="541020" y="3983610"/>
              <a:chExt cx="10940574" cy="239649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941F77B-4767-44DC-B950-143B3E84C00E}"/>
                  </a:ext>
                </a:extLst>
              </p:cNvPr>
              <p:cNvSpPr/>
              <p:nvPr/>
            </p:nvSpPr>
            <p:spPr>
              <a:xfrm>
                <a:off x="541020" y="3983610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3 h 238125"/>
                  <a:gd name="connsiteX3" fmla="*/ 0 w 1209675"/>
                  <a:gd name="connsiteY3" fmla="*/ 240983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3"/>
                    </a:lnTo>
                    <a:lnTo>
                      <a:pt x="0" y="240983"/>
                    </a:lnTo>
                    <a:close/>
                  </a:path>
                </a:pathLst>
              </a:custGeom>
              <a:solidFill>
                <a:srgbClr val="F57F2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7B58AC5-3BC0-461C-8EFB-ED273784BC5C}"/>
                  </a:ext>
                </a:extLst>
              </p:cNvPr>
              <p:cNvSpPr/>
              <p:nvPr/>
            </p:nvSpPr>
            <p:spPr>
              <a:xfrm>
                <a:off x="2972848" y="3983610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3 h 238125"/>
                  <a:gd name="connsiteX3" fmla="*/ 0 w 1209675"/>
                  <a:gd name="connsiteY3" fmla="*/ 240983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3"/>
                    </a:lnTo>
                    <a:lnTo>
                      <a:pt x="0" y="240983"/>
                    </a:lnTo>
                    <a:close/>
                  </a:path>
                </a:pathLst>
              </a:custGeom>
              <a:solidFill>
                <a:srgbClr val="69B7D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E416816-8852-42A6-A700-82C655C35505}"/>
                  </a:ext>
                </a:extLst>
              </p:cNvPr>
              <p:cNvSpPr/>
              <p:nvPr/>
            </p:nvSpPr>
            <p:spPr>
              <a:xfrm>
                <a:off x="5404771" y="3983610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3 h 238125"/>
                  <a:gd name="connsiteX3" fmla="*/ 0 w 1209675"/>
                  <a:gd name="connsiteY3" fmla="*/ 240983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3"/>
                    </a:lnTo>
                    <a:lnTo>
                      <a:pt x="0" y="240983"/>
                    </a:lnTo>
                    <a:close/>
                  </a:path>
                </a:pathLst>
              </a:custGeom>
              <a:solidFill>
                <a:srgbClr val="A16BD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16536EF-F7FC-447B-9A43-809B0D897461}"/>
                  </a:ext>
                </a:extLst>
              </p:cNvPr>
              <p:cNvSpPr/>
              <p:nvPr/>
            </p:nvSpPr>
            <p:spPr>
              <a:xfrm>
                <a:off x="1756696" y="3985134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2 h 238125"/>
                  <a:gd name="connsiteX3" fmla="*/ 0 w 1209675"/>
                  <a:gd name="connsiteY3" fmla="*/ 240982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2"/>
                    </a:lnTo>
                    <a:lnTo>
                      <a:pt x="0" y="240982"/>
                    </a:lnTo>
                    <a:close/>
                  </a:path>
                </a:pathLst>
              </a:custGeom>
              <a:solidFill>
                <a:srgbClr val="FFC93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158A1E8-E717-4C70-A35A-900BB114895E}"/>
                  </a:ext>
                </a:extLst>
              </p:cNvPr>
              <p:cNvSpPr/>
              <p:nvPr/>
            </p:nvSpPr>
            <p:spPr>
              <a:xfrm>
                <a:off x="4188714" y="3985134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2 h 238125"/>
                  <a:gd name="connsiteX3" fmla="*/ 0 w 1209675"/>
                  <a:gd name="connsiteY3" fmla="*/ 240982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2"/>
                    </a:lnTo>
                    <a:lnTo>
                      <a:pt x="0" y="240982"/>
                    </a:lnTo>
                    <a:close/>
                  </a:path>
                </a:pathLst>
              </a:custGeom>
              <a:solidFill>
                <a:srgbClr val="BD63B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43EF09CE-ABFF-4FB8-80FA-FBCC216D956A}"/>
                  </a:ext>
                </a:extLst>
              </p:cNvPr>
              <p:cNvSpPr/>
              <p:nvPr/>
            </p:nvSpPr>
            <p:spPr>
              <a:xfrm>
                <a:off x="6624225" y="3983610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3 h 238125"/>
                  <a:gd name="connsiteX3" fmla="*/ 0 w 1209675"/>
                  <a:gd name="connsiteY3" fmla="*/ 240983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3"/>
                    </a:lnTo>
                    <a:lnTo>
                      <a:pt x="0" y="240983"/>
                    </a:lnTo>
                    <a:close/>
                  </a:path>
                </a:pathLst>
              </a:custGeom>
              <a:solidFill>
                <a:srgbClr val="FFD91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49452B96-FBD8-49D2-AA93-A9A25D5B084C}"/>
                  </a:ext>
                </a:extLst>
              </p:cNvPr>
              <p:cNvSpPr/>
              <p:nvPr/>
            </p:nvSpPr>
            <p:spPr>
              <a:xfrm>
                <a:off x="9056053" y="3983610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3 h 238125"/>
                  <a:gd name="connsiteX3" fmla="*/ 0 w 1209675"/>
                  <a:gd name="connsiteY3" fmla="*/ 240983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3"/>
                    </a:lnTo>
                    <a:lnTo>
                      <a:pt x="0" y="240983"/>
                    </a:lnTo>
                    <a:close/>
                  </a:path>
                </a:pathLst>
              </a:custGeom>
              <a:solidFill>
                <a:srgbClr val="F5715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9F93CF4-0BFB-4942-94C9-AFB405F85492}"/>
                  </a:ext>
                </a:extLst>
              </p:cNvPr>
              <p:cNvSpPr/>
              <p:nvPr/>
            </p:nvSpPr>
            <p:spPr>
              <a:xfrm>
                <a:off x="7839901" y="3985134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2 h 238125"/>
                  <a:gd name="connsiteX3" fmla="*/ 0 w 1209675"/>
                  <a:gd name="connsiteY3" fmla="*/ 240982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2"/>
                    </a:lnTo>
                    <a:lnTo>
                      <a:pt x="0" y="240982"/>
                    </a:lnTo>
                    <a:close/>
                  </a:path>
                </a:pathLst>
              </a:custGeom>
              <a:solidFill>
                <a:srgbClr val="F5AA4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C529278-27DA-4D10-AF95-6AD612D6C4CA}"/>
                  </a:ext>
                </a:extLst>
              </p:cNvPr>
              <p:cNvSpPr/>
              <p:nvPr/>
            </p:nvSpPr>
            <p:spPr>
              <a:xfrm>
                <a:off x="10271919" y="3985134"/>
                <a:ext cx="1209675" cy="238125"/>
              </a:xfrm>
              <a:custGeom>
                <a:avLst/>
                <a:gdLst>
                  <a:gd name="connsiteX0" fmla="*/ 0 w 1209675"/>
                  <a:gd name="connsiteY0" fmla="*/ 0 h 238125"/>
                  <a:gd name="connsiteX1" fmla="*/ 1216057 w 1209675"/>
                  <a:gd name="connsiteY1" fmla="*/ 0 h 238125"/>
                  <a:gd name="connsiteX2" fmla="*/ 1216057 w 1209675"/>
                  <a:gd name="connsiteY2" fmla="*/ 240982 h 238125"/>
                  <a:gd name="connsiteX3" fmla="*/ 0 w 1209675"/>
                  <a:gd name="connsiteY3" fmla="*/ 240982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9675" h="238125">
                    <a:moveTo>
                      <a:pt x="0" y="0"/>
                    </a:moveTo>
                    <a:lnTo>
                      <a:pt x="1216057" y="0"/>
                    </a:lnTo>
                    <a:lnTo>
                      <a:pt x="1216057" y="240982"/>
                    </a:lnTo>
                    <a:lnTo>
                      <a:pt x="0" y="240982"/>
                    </a:lnTo>
                    <a:close/>
                  </a:path>
                </a:pathLst>
              </a:custGeom>
              <a:solidFill>
                <a:srgbClr val="F589B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1137A18-EB9E-4CD1-BBE2-947BAE5DEFE3}"/>
                </a:ext>
              </a:extLst>
            </p:cNvPr>
            <p:cNvSpPr/>
            <p:nvPr/>
          </p:nvSpPr>
          <p:spPr>
            <a:xfrm>
              <a:off x="491976" y="4066478"/>
              <a:ext cx="10989617" cy="68675"/>
            </a:xfrm>
            <a:custGeom>
              <a:avLst/>
              <a:gdLst>
                <a:gd name="connsiteX0" fmla="*/ 0 w 1209675"/>
                <a:gd name="connsiteY0" fmla="*/ 0 h 66675"/>
                <a:gd name="connsiteX1" fmla="*/ 1216057 w 1209675"/>
                <a:gd name="connsiteY1" fmla="*/ 0 h 66675"/>
                <a:gd name="connsiteX2" fmla="*/ 1216057 w 1209675"/>
                <a:gd name="connsiteY2" fmla="*/ 75247 h 66675"/>
                <a:gd name="connsiteX3" fmla="*/ 0 w 1209675"/>
                <a:gd name="connsiteY3" fmla="*/ 75247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9675" h="66675">
                  <a:moveTo>
                    <a:pt x="0" y="0"/>
                  </a:moveTo>
                  <a:lnTo>
                    <a:pt x="1216057" y="0"/>
                  </a:lnTo>
                  <a:lnTo>
                    <a:pt x="1216057" y="75247"/>
                  </a:lnTo>
                  <a:lnTo>
                    <a:pt x="0" y="75247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697807-5502-4290-8742-0554B64FC4B5}"/>
              </a:ext>
            </a:extLst>
          </p:cNvPr>
          <p:cNvGrpSpPr/>
          <p:nvPr/>
        </p:nvGrpSpPr>
        <p:grpSpPr>
          <a:xfrm>
            <a:off x="667301" y="3061502"/>
            <a:ext cx="1278836" cy="741118"/>
            <a:chOff x="667301" y="3061502"/>
            <a:chExt cx="1278836" cy="741118"/>
          </a:xfrm>
        </p:grpSpPr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CAB52611-FFED-4581-8BB7-1A747949C211}"/>
                </a:ext>
              </a:extLst>
            </p:cNvPr>
            <p:cNvSpPr/>
            <p:nvPr/>
          </p:nvSpPr>
          <p:spPr>
            <a:xfrm>
              <a:off x="822006" y="3061502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57F25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A9833923-167E-4820-9145-61738692F38A}"/>
                </a:ext>
              </a:extLst>
            </p:cNvPr>
            <p:cNvSpPr/>
            <p:nvPr/>
          </p:nvSpPr>
          <p:spPr>
            <a:xfrm>
              <a:off x="667301" y="3340955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9A0EE2-9CAC-4F01-81D6-4ACCD541B198}"/>
              </a:ext>
            </a:extLst>
          </p:cNvPr>
          <p:cNvGrpSpPr/>
          <p:nvPr/>
        </p:nvGrpSpPr>
        <p:grpSpPr>
          <a:xfrm>
            <a:off x="781515" y="4098903"/>
            <a:ext cx="1003554" cy="461665"/>
            <a:chOff x="781515" y="4098903"/>
            <a:chExt cx="1003554" cy="46166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894A248-D9CF-46FD-AB2D-96EF219E3AF0}"/>
                </a:ext>
              </a:extLst>
            </p:cNvPr>
            <p:cNvSpPr/>
            <p:nvPr/>
          </p:nvSpPr>
          <p:spPr>
            <a:xfrm>
              <a:off x="781515" y="4282935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57F2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B79B38-D15C-449F-9996-28FE31DDF24F}"/>
                </a:ext>
              </a:extLst>
            </p:cNvPr>
            <p:cNvSpPr/>
            <p:nvPr/>
          </p:nvSpPr>
          <p:spPr>
            <a:xfrm>
              <a:off x="1699344" y="4282935"/>
              <a:ext cx="85725" cy="85725"/>
            </a:xfrm>
            <a:custGeom>
              <a:avLst/>
              <a:gdLst>
                <a:gd name="connsiteX0" fmla="*/ 90678 w 85725"/>
                <a:gd name="connsiteY0" fmla="*/ 45339 h 85725"/>
                <a:gd name="connsiteX1" fmla="*/ 45339 w 85725"/>
                <a:gd name="connsiteY1" fmla="*/ 90678 h 85725"/>
                <a:gd name="connsiteX2" fmla="*/ 0 w 85725"/>
                <a:gd name="connsiteY2" fmla="*/ 45339 h 85725"/>
                <a:gd name="connsiteX3" fmla="*/ 45339 w 85725"/>
                <a:gd name="connsiteY3" fmla="*/ 0 h 85725"/>
                <a:gd name="connsiteX4" fmla="*/ 90678 w 85725"/>
                <a:gd name="connsiteY4" fmla="*/ 45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90678" y="45339"/>
                  </a:moveTo>
                  <a:cubicBezTo>
                    <a:pt x="90678" y="70379"/>
                    <a:pt x="70379" y="90678"/>
                    <a:pt x="45339" y="90678"/>
                  </a:cubicBezTo>
                  <a:cubicBezTo>
                    <a:pt x="20299" y="90678"/>
                    <a:pt x="0" y="70379"/>
                    <a:pt x="0" y="45339"/>
                  </a:cubicBezTo>
                  <a:cubicBezTo>
                    <a:pt x="0" y="20299"/>
                    <a:pt x="20299" y="0"/>
                    <a:pt x="45339" y="0"/>
                  </a:cubicBezTo>
                  <a:cubicBezTo>
                    <a:pt x="70379" y="0"/>
                    <a:pt x="90678" y="20299"/>
                    <a:pt x="90678" y="45339"/>
                  </a:cubicBezTo>
                  <a:close/>
                </a:path>
              </a:pathLst>
            </a:custGeom>
            <a:solidFill>
              <a:srgbClr val="F57F2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A0FCE2D2-EC50-45BC-BE60-C57530A969E2}"/>
                </a:ext>
              </a:extLst>
            </p:cNvPr>
            <p:cNvSpPr/>
            <p:nvPr/>
          </p:nvSpPr>
          <p:spPr>
            <a:xfrm>
              <a:off x="857626" y="4098903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2020</a:t>
              </a: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258DEF6C-0F05-4D2F-B460-33F916BEDCF8}"/>
              </a:ext>
            </a:extLst>
          </p:cNvPr>
          <p:cNvGrpSpPr/>
          <p:nvPr/>
        </p:nvGrpSpPr>
        <p:grpSpPr>
          <a:xfrm>
            <a:off x="3088355" y="3061502"/>
            <a:ext cx="1278836" cy="785031"/>
            <a:chOff x="3088355" y="3061502"/>
            <a:chExt cx="1278836" cy="785031"/>
          </a:xfrm>
        </p:grpSpPr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706A58F6-0BE8-4739-97F5-1D418ECB5D2C}"/>
                </a:ext>
              </a:extLst>
            </p:cNvPr>
            <p:cNvSpPr/>
            <p:nvPr/>
          </p:nvSpPr>
          <p:spPr>
            <a:xfrm>
              <a:off x="3243060" y="3061502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69B7D5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D03EFC0B-C01A-42BF-97B2-6E01745FEBF0}"/>
                </a:ext>
              </a:extLst>
            </p:cNvPr>
            <p:cNvSpPr/>
            <p:nvPr/>
          </p:nvSpPr>
          <p:spPr>
            <a:xfrm>
              <a:off x="3088355" y="3384868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83EC14-5E51-4027-8EDB-2CC8830A7E9C}"/>
              </a:ext>
            </a:extLst>
          </p:cNvPr>
          <p:cNvGrpSpPr/>
          <p:nvPr/>
        </p:nvGrpSpPr>
        <p:grpSpPr>
          <a:xfrm>
            <a:off x="3213438" y="4098903"/>
            <a:ext cx="1003554" cy="461665"/>
            <a:chOff x="3213438" y="4098903"/>
            <a:chExt cx="1003554" cy="46166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9C062D4-04FD-410D-8B54-24171697A8C9}"/>
                </a:ext>
              </a:extLst>
            </p:cNvPr>
            <p:cNvSpPr/>
            <p:nvPr/>
          </p:nvSpPr>
          <p:spPr>
            <a:xfrm>
              <a:off x="3213438" y="4282935"/>
              <a:ext cx="85725" cy="85725"/>
            </a:xfrm>
            <a:custGeom>
              <a:avLst/>
              <a:gdLst>
                <a:gd name="connsiteX0" fmla="*/ 90678 w 85725"/>
                <a:gd name="connsiteY0" fmla="*/ 45339 h 85725"/>
                <a:gd name="connsiteX1" fmla="*/ 45339 w 85725"/>
                <a:gd name="connsiteY1" fmla="*/ 90678 h 85725"/>
                <a:gd name="connsiteX2" fmla="*/ 0 w 85725"/>
                <a:gd name="connsiteY2" fmla="*/ 45339 h 85725"/>
                <a:gd name="connsiteX3" fmla="*/ 45339 w 85725"/>
                <a:gd name="connsiteY3" fmla="*/ 0 h 85725"/>
                <a:gd name="connsiteX4" fmla="*/ 90678 w 85725"/>
                <a:gd name="connsiteY4" fmla="*/ 45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90678" y="45339"/>
                  </a:moveTo>
                  <a:cubicBezTo>
                    <a:pt x="90678" y="70379"/>
                    <a:pt x="70379" y="90678"/>
                    <a:pt x="45339" y="90678"/>
                  </a:cubicBezTo>
                  <a:cubicBezTo>
                    <a:pt x="20299" y="90678"/>
                    <a:pt x="0" y="70379"/>
                    <a:pt x="0" y="45339"/>
                  </a:cubicBezTo>
                  <a:cubicBezTo>
                    <a:pt x="0" y="20299"/>
                    <a:pt x="20299" y="0"/>
                    <a:pt x="45339" y="0"/>
                  </a:cubicBezTo>
                  <a:cubicBezTo>
                    <a:pt x="70379" y="0"/>
                    <a:pt x="90678" y="20299"/>
                    <a:pt x="90678" y="45339"/>
                  </a:cubicBezTo>
                  <a:close/>
                </a:path>
              </a:pathLst>
            </a:custGeom>
            <a:solidFill>
              <a:srgbClr val="69B7D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4E130FA-3A45-405A-ADE5-52E130486188}"/>
                </a:ext>
              </a:extLst>
            </p:cNvPr>
            <p:cNvSpPr/>
            <p:nvPr/>
          </p:nvSpPr>
          <p:spPr>
            <a:xfrm>
              <a:off x="4131267" y="4282935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69B7D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37ED75AA-7AD9-411F-BA8E-EB59585C1C50}"/>
                </a:ext>
              </a:extLst>
            </p:cNvPr>
            <p:cNvSpPr/>
            <p:nvPr/>
          </p:nvSpPr>
          <p:spPr>
            <a:xfrm>
              <a:off x="3278680" y="4098903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2022</a:t>
              </a: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B5E3C201-67DF-49C9-B4D3-A3B67E073EDD}"/>
              </a:ext>
            </a:extLst>
          </p:cNvPr>
          <p:cNvGrpSpPr/>
          <p:nvPr/>
        </p:nvGrpSpPr>
        <p:grpSpPr>
          <a:xfrm>
            <a:off x="5645361" y="4098903"/>
            <a:ext cx="1003554" cy="461665"/>
            <a:chOff x="5645361" y="4098903"/>
            <a:chExt cx="1003554" cy="461665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A394559-3B19-49E7-A1C4-BA565BBF71FC}"/>
                </a:ext>
              </a:extLst>
            </p:cNvPr>
            <p:cNvSpPr/>
            <p:nvPr/>
          </p:nvSpPr>
          <p:spPr>
            <a:xfrm>
              <a:off x="5645361" y="4282935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89" y="90678"/>
                    <a:pt x="90678" y="70390"/>
                    <a:pt x="90678" y="45339"/>
                  </a:cubicBezTo>
                  <a:cubicBezTo>
                    <a:pt x="90678" y="20288"/>
                    <a:pt x="70389" y="0"/>
                    <a:pt x="45339" y="0"/>
                  </a:cubicBezTo>
                  <a:close/>
                </a:path>
              </a:pathLst>
            </a:custGeom>
            <a:solidFill>
              <a:srgbClr val="A16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4FBDA85-8197-452D-8442-CCFF4398BEF9}"/>
                </a:ext>
              </a:extLst>
            </p:cNvPr>
            <p:cNvSpPr/>
            <p:nvPr/>
          </p:nvSpPr>
          <p:spPr>
            <a:xfrm>
              <a:off x="6563190" y="4282935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295" y="0"/>
                    <a:pt x="45339" y="0"/>
                  </a:cubicBezTo>
                  <a:close/>
                </a:path>
              </a:pathLst>
            </a:custGeom>
            <a:solidFill>
              <a:srgbClr val="A16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C13B7BC3-4526-4C8A-8FEE-67918C044B49}"/>
                </a:ext>
              </a:extLst>
            </p:cNvPr>
            <p:cNvSpPr/>
            <p:nvPr/>
          </p:nvSpPr>
          <p:spPr>
            <a:xfrm>
              <a:off x="5709457" y="4098903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2024</a:t>
              </a: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DF939BB8-185E-4772-9FC7-94D6CCFD7A7E}"/>
              </a:ext>
            </a:extLst>
          </p:cNvPr>
          <p:cNvGrpSpPr/>
          <p:nvPr/>
        </p:nvGrpSpPr>
        <p:grpSpPr>
          <a:xfrm>
            <a:off x="8068996" y="4098903"/>
            <a:ext cx="1003554" cy="461665"/>
            <a:chOff x="8068996" y="4098903"/>
            <a:chExt cx="1003554" cy="461665"/>
          </a:xfrm>
        </p:grpSpPr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9EE16C62-7C1B-4B77-A8ED-C91137BFC8DC}"/>
                </a:ext>
              </a:extLst>
            </p:cNvPr>
            <p:cNvSpPr/>
            <p:nvPr/>
          </p:nvSpPr>
          <p:spPr>
            <a:xfrm flipV="1">
              <a:off x="8068996" y="4282160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5AA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495D4B39-67D3-4B4C-B17E-ACD7A0E499D0}"/>
                </a:ext>
              </a:extLst>
            </p:cNvPr>
            <p:cNvSpPr/>
            <p:nvPr/>
          </p:nvSpPr>
          <p:spPr>
            <a:xfrm flipV="1">
              <a:off x="8986825" y="4282160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5AA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E3759C2-FA65-414C-A6DD-AD4691F7D555}"/>
                </a:ext>
              </a:extLst>
            </p:cNvPr>
            <p:cNvSpPr/>
            <p:nvPr/>
          </p:nvSpPr>
          <p:spPr>
            <a:xfrm>
              <a:off x="8154721" y="4098903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2026</a:t>
              </a: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3970B0A2-C088-42BE-AE79-2C89C0948993}"/>
              </a:ext>
            </a:extLst>
          </p:cNvPr>
          <p:cNvGrpSpPr/>
          <p:nvPr/>
        </p:nvGrpSpPr>
        <p:grpSpPr>
          <a:xfrm>
            <a:off x="7981079" y="3061502"/>
            <a:ext cx="1278836" cy="741118"/>
            <a:chOff x="7981079" y="3061502"/>
            <a:chExt cx="1278836" cy="741118"/>
          </a:xfrm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862046BC-808C-4DA4-949D-D0ECF6C12F77}"/>
                </a:ext>
              </a:extLst>
            </p:cNvPr>
            <p:cNvSpPr/>
            <p:nvPr/>
          </p:nvSpPr>
          <p:spPr>
            <a:xfrm>
              <a:off x="8135784" y="3061502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5AA4F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8D75F2AA-55C5-400D-B257-F792D4349E33}"/>
                </a:ext>
              </a:extLst>
            </p:cNvPr>
            <p:cNvSpPr/>
            <p:nvPr/>
          </p:nvSpPr>
          <p:spPr>
            <a:xfrm>
              <a:off x="7981079" y="3340955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1311C389-ED24-4B45-B7CB-B842C9FD3E55}"/>
              </a:ext>
            </a:extLst>
          </p:cNvPr>
          <p:cNvGrpSpPr/>
          <p:nvPr/>
        </p:nvGrpSpPr>
        <p:grpSpPr>
          <a:xfrm>
            <a:off x="10501015" y="4098903"/>
            <a:ext cx="1003458" cy="461665"/>
            <a:chOff x="10501015" y="4098903"/>
            <a:chExt cx="1003458" cy="461665"/>
          </a:xfrm>
        </p:grpSpPr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D489117F-8C88-40EB-9E5B-409930ADC862}"/>
                </a:ext>
              </a:extLst>
            </p:cNvPr>
            <p:cNvSpPr/>
            <p:nvPr/>
          </p:nvSpPr>
          <p:spPr>
            <a:xfrm flipV="1">
              <a:off x="10501015" y="4282160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583" y="20288"/>
                    <a:pt x="70295" y="0"/>
                    <a:pt x="45339" y="0"/>
                  </a:cubicBezTo>
                  <a:close/>
                </a:path>
              </a:pathLst>
            </a:custGeom>
            <a:solidFill>
              <a:srgbClr val="F589B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D552F2A-CEE6-4AE2-9FEC-492CA8C8ACD1}"/>
                </a:ext>
              </a:extLst>
            </p:cNvPr>
            <p:cNvSpPr/>
            <p:nvPr/>
          </p:nvSpPr>
          <p:spPr>
            <a:xfrm flipV="1">
              <a:off x="11418748" y="4282160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589B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9BF3F08-D466-4862-B41A-8BC7962E65CC}"/>
                </a:ext>
              </a:extLst>
            </p:cNvPr>
            <p:cNvSpPr/>
            <p:nvPr/>
          </p:nvSpPr>
          <p:spPr>
            <a:xfrm>
              <a:off x="10560487" y="4098903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2028</a:t>
              </a:r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0E70A083-3C08-4123-973B-F454FF475FE5}"/>
              </a:ext>
            </a:extLst>
          </p:cNvPr>
          <p:cNvGrpSpPr/>
          <p:nvPr/>
        </p:nvGrpSpPr>
        <p:grpSpPr>
          <a:xfrm>
            <a:off x="10386845" y="3061502"/>
            <a:ext cx="1278836" cy="741118"/>
            <a:chOff x="10386845" y="3061502"/>
            <a:chExt cx="1278836" cy="741118"/>
          </a:xfrm>
        </p:grpSpPr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1C6FF528-404B-4F93-B4CF-844BB0742D56}"/>
                </a:ext>
              </a:extLst>
            </p:cNvPr>
            <p:cNvSpPr/>
            <p:nvPr/>
          </p:nvSpPr>
          <p:spPr>
            <a:xfrm>
              <a:off x="10541550" y="3061502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589B4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6632C422-9173-49CA-A6FA-5C007571314D}"/>
                </a:ext>
              </a:extLst>
            </p:cNvPr>
            <p:cNvSpPr/>
            <p:nvPr/>
          </p:nvSpPr>
          <p:spPr>
            <a:xfrm>
              <a:off x="10386845" y="3340955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8069978-9120-4770-9C38-227EED35AA96}"/>
              </a:ext>
            </a:extLst>
          </p:cNvPr>
          <p:cNvGrpSpPr/>
          <p:nvPr/>
        </p:nvGrpSpPr>
        <p:grpSpPr>
          <a:xfrm>
            <a:off x="1918548" y="4218774"/>
            <a:ext cx="1278836" cy="751781"/>
            <a:chOff x="1918548" y="4218774"/>
            <a:chExt cx="1278836" cy="751781"/>
          </a:xfrm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7BF88331-C44F-47AA-A5AE-7F18F1E15250}"/>
                </a:ext>
              </a:extLst>
            </p:cNvPr>
            <p:cNvSpPr/>
            <p:nvPr/>
          </p:nvSpPr>
          <p:spPr>
            <a:xfrm>
              <a:off x="2056056" y="4724334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FC93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B9392790-F7FB-4CB4-8393-394363B326B0}"/>
                </a:ext>
              </a:extLst>
            </p:cNvPr>
            <p:cNvSpPr/>
            <p:nvPr/>
          </p:nvSpPr>
          <p:spPr>
            <a:xfrm>
              <a:off x="1918548" y="421877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6E7C985-D12E-49DB-81F9-2E687B68E85F}"/>
              </a:ext>
            </a:extLst>
          </p:cNvPr>
          <p:cNvGrpSpPr/>
          <p:nvPr/>
        </p:nvGrpSpPr>
        <p:grpSpPr>
          <a:xfrm>
            <a:off x="4314713" y="4218774"/>
            <a:ext cx="1278836" cy="751781"/>
            <a:chOff x="4314713" y="4218774"/>
            <a:chExt cx="1278836" cy="751781"/>
          </a:xfrm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0F49249C-1077-42AC-A640-607EDDF52AE1}"/>
                </a:ext>
              </a:extLst>
            </p:cNvPr>
            <p:cNvSpPr/>
            <p:nvPr/>
          </p:nvSpPr>
          <p:spPr>
            <a:xfrm>
              <a:off x="4452221" y="4724334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BD63B0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677D432A-4C91-4484-BE52-EDAE943AEFA0}"/>
                </a:ext>
              </a:extLst>
            </p:cNvPr>
            <p:cNvSpPr/>
            <p:nvPr/>
          </p:nvSpPr>
          <p:spPr>
            <a:xfrm>
              <a:off x="4314713" y="421877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C0AD2A0-C36B-43EE-9140-5516A8834464}"/>
              </a:ext>
            </a:extLst>
          </p:cNvPr>
          <p:cNvGrpSpPr/>
          <p:nvPr/>
        </p:nvGrpSpPr>
        <p:grpSpPr>
          <a:xfrm>
            <a:off x="6758444" y="4218774"/>
            <a:ext cx="1278836" cy="751781"/>
            <a:chOff x="6758444" y="4218774"/>
            <a:chExt cx="1278836" cy="751781"/>
          </a:xfrm>
        </p:grpSpPr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E98C3457-6E21-46ED-99F0-EB2AF54D247E}"/>
                </a:ext>
              </a:extLst>
            </p:cNvPr>
            <p:cNvSpPr/>
            <p:nvPr/>
          </p:nvSpPr>
          <p:spPr>
            <a:xfrm>
              <a:off x="6895952" y="4724334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FD912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415BD2EC-ED08-4695-87E6-5D105FBA0D1F}"/>
                </a:ext>
              </a:extLst>
            </p:cNvPr>
            <p:cNvSpPr/>
            <p:nvPr/>
          </p:nvSpPr>
          <p:spPr>
            <a:xfrm>
              <a:off x="6758444" y="421877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6A013BF-98D4-4A7B-BAB0-3C944E735411}"/>
              </a:ext>
            </a:extLst>
          </p:cNvPr>
          <p:cNvGrpSpPr/>
          <p:nvPr/>
        </p:nvGrpSpPr>
        <p:grpSpPr>
          <a:xfrm>
            <a:off x="9179808" y="4218774"/>
            <a:ext cx="1278836" cy="751781"/>
            <a:chOff x="9179808" y="4218774"/>
            <a:chExt cx="1278836" cy="751781"/>
          </a:xfrm>
        </p:grpSpPr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70BDC539-716E-4DC7-8457-4A3E60CFC743}"/>
                </a:ext>
              </a:extLst>
            </p:cNvPr>
            <p:cNvSpPr/>
            <p:nvPr/>
          </p:nvSpPr>
          <p:spPr>
            <a:xfrm>
              <a:off x="9317316" y="4724334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5715D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C19E276D-CABA-4153-B560-647BB4779188}"/>
                </a:ext>
              </a:extLst>
            </p:cNvPr>
            <p:cNvSpPr/>
            <p:nvPr/>
          </p:nvSpPr>
          <p:spPr>
            <a:xfrm>
              <a:off x="9179808" y="421877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340774-5507-4CF0-8EED-8AECBE5A5980}"/>
              </a:ext>
            </a:extLst>
          </p:cNvPr>
          <p:cNvGrpSpPr/>
          <p:nvPr/>
        </p:nvGrpSpPr>
        <p:grpSpPr>
          <a:xfrm>
            <a:off x="1997286" y="3480281"/>
            <a:ext cx="1003554" cy="461665"/>
            <a:chOff x="1997286" y="3480281"/>
            <a:chExt cx="1003554" cy="461665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ADCF28C-2D04-41FC-AC0D-890FA307A87D}"/>
                </a:ext>
              </a:extLst>
            </p:cNvPr>
            <p:cNvSpPr/>
            <p:nvPr/>
          </p:nvSpPr>
          <p:spPr>
            <a:xfrm>
              <a:off x="1997286" y="3645808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FC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F8DF413-3907-488E-90FE-C79DC83FD0CB}"/>
                </a:ext>
              </a:extLst>
            </p:cNvPr>
            <p:cNvSpPr/>
            <p:nvPr/>
          </p:nvSpPr>
          <p:spPr>
            <a:xfrm>
              <a:off x="2915115" y="3645808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FC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7AADE347-615B-41A5-B5ED-04CEAF431AD2}"/>
                </a:ext>
              </a:extLst>
            </p:cNvPr>
            <p:cNvSpPr/>
            <p:nvPr/>
          </p:nvSpPr>
          <p:spPr>
            <a:xfrm>
              <a:off x="2058130" y="3480281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2021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8175E55-C626-42E4-9463-A56AB0C65712}"/>
              </a:ext>
            </a:extLst>
          </p:cNvPr>
          <p:cNvGrpSpPr/>
          <p:nvPr/>
        </p:nvGrpSpPr>
        <p:grpSpPr>
          <a:xfrm>
            <a:off x="4429305" y="3480281"/>
            <a:ext cx="1003458" cy="461665"/>
            <a:chOff x="4429305" y="3480281"/>
            <a:chExt cx="1003458" cy="461665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26E3940-949E-498C-B460-1F1FC6D70E52}"/>
                </a:ext>
              </a:extLst>
            </p:cNvPr>
            <p:cNvSpPr/>
            <p:nvPr/>
          </p:nvSpPr>
          <p:spPr>
            <a:xfrm>
              <a:off x="4429305" y="3645808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583" y="20288"/>
                    <a:pt x="70295" y="0"/>
                    <a:pt x="45339" y="0"/>
                  </a:cubicBezTo>
                  <a:close/>
                </a:path>
              </a:pathLst>
            </a:custGeom>
            <a:solidFill>
              <a:srgbClr val="BD63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F77DC2F-BACF-4FDD-92F2-859CE64C9DE6}"/>
                </a:ext>
              </a:extLst>
            </p:cNvPr>
            <p:cNvSpPr/>
            <p:nvPr/>
          </p:nvSpPr>
          <p:spPr>
            <a:xfrm>
              <a:off x="5347038" y="3645808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BD63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66C9A3F3-6C54-4E88-AB38-AB8B5F832CD7}"/>
                </a:ext>
              </a:extLst>
            </p:cNvPr>
            <p:cNvSpPr/>
            <p:nvPr/>
          </p:nvSpPr>
          <p:spPr>
            <a:xfrm>
              <a:off x="4488287" y="3480281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2023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BDCC887-24AC-47CF-9341-AC9C7BCA15E3}"/>
              </a:ext>
            </a:extLst>
          </p:cNvPr>
          <p:cNvGrpSpPr/>
          <p:nvPr/>
        </p:nvGrpSpPr>
        <p:grpSpPr>
          <a:xfrm>
            <a:off x="6853225" y="3480281"/>
            <a:ext cx="1003554" cy="461665"/>
            <a:chOff x="6853225" y="3480281"/>
            <a:chExt cx="1003554" cy="461665"/>
          </a:xfrm>
        </p:grpSpPr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FDB00E5D-21A9-49F6-B42B-CD406B945062}"/>
                </a:ext>
              </a:extLst>
            </p:cNvPr>
            <p:cNvSpPr/>
            <p:nvPr/>
          </p:nvSpPr>
          <p:spPr>
            <a:xfrm flipV="1">
              <a:off x="6853225" y="3651943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FD9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4872ABC2-CC40-42F9-AF62-7B2E3F2318A3}"/>
                </a:ext>
              </a:extLst>
            </p:cNvPr>
            <p:cNvSpPr/>
            <p:nvPr/>
          </p:nvSpPr>
          <p:spPr>
            <a:xfrm flipV="1">
              <a:off x="7771054" y="3651943"/>
              <a:ext cx="85725" cy="85725"/>
            </a:xfrm>
            <a:custGeom>
              <a:avLst/>
              <a:gdLst>
                <a:gd name="connsiteX0" fmla="*/ 90678 w 85725"/>
                <a:gd name="connsiteY0" fmla="*/ 45339 h 85725"/>
                <a:gd name="connsiteX1" fmla="*/ 45339 w 85725"/>
                <a:gd name="connsiteY1" fmla="*/ 90678 h 85725"/>
                <a:gd name="connsiteX2" fmla="*/ 0 w 85725"/>
                <a:gd name="connsiteY2" fmla="*/ 45339 h 85725"/>
                <a:gd name="connsiteX3" fmla="*/ 45339 w 85725"/>
                <a:gd name="connsiteY3" fmla="*/ 0 h 85725"/>
                <a:gd name="connsiteX4" fmla="*/ 90678 w 85725"/>
                <a:gd name="connsiteY4" fmla="*/ 45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90678" y="45339"/>
                  </a:moveTo>
                  <a:cubicBezTo>
                    <a:pt x="90678" y="70379"/>
                    <a:pt x="70379" y="90678"/>
                    <a:pt x="45339" y="90678"/>
                  </a:cubicBezTo>
                  <a:cubicBezTo>
                    <a:pt x="20299" y="90678"/>
                    <a:pt x="0" y="70379"/>
                    <a:pt x="0" y="45339"/>
                  </a:cubicBezTo>
                  <a:cubicBezTo>
                    <a:pt x="0" y="20299"/>
                    <a:pt x="20299" y="0"/>
                    <a:pt x="45339" y="0"/>
                  </a:cubicBezTo>
                  <a:cubicBezTo>
                    <a:pt x="70379" y="0"/>
                    <a:pt x="90678" y="20299"/>
                    <a:pt x="90678" y="45339"/>
                  </a:cubicBezTo>
                  <a:close/>
                </a:path>
              </a:pathLst>
            </a:custGeom>
            <a:solidFill>
              <a:srgbClr val="FFD91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3C22968A-B837-46E6-BC0B-1220CA50B159}"/>
                </a:ext>
              </a:extLst>
            </p:cNvPr>
            <p:cNvSpPr/>
            <p:nvPr/>
          </p:nvSpPr>
          <p:spPr>
            <a:xfrm>
              <a:off x="6918987" y="3480281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2025</a:t>
              </a: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615786F-A6E4-45CD-AFE6-C06C0400D96C}"/>
              </a:ext>
            </a:extLst>
          </p:cNvPr>
          <p:cNvGrpSpPr/>
          <p:nvPr/>
        </p:nvGrpSpPr>
        <p:grpSpPr>
          <a:xfrm>
            <a:off x="9285148" y="3480281"/>
            <a:ext cx="1003554" cy="461665"/>
            <a:chOff x="9285148" y="3480281"/>
            <a:chExt cx="1003554" cy="461665"/>
          </a:xfrm>
        </p:grpSpPr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DADDB336-670C-42A9-90FA-0C08D310EC30}"/>
                </a:ext>
              </a:extLst>
            </p:cNvPr>
            <p:cNvSpPr/>
            <p:nvPr/>
          </p:nvSpPr>
          <p:spPr>
            <a:xfrm flipV="1">
              <a:off x="9285148" y="3651943"/>
              <a:ext cx="85725" cy="85725"/>
            </a:xfrm>
            <a:custGeom>
              <a:avLst/>
              <a:gdLst>
                <a:gd name="connsiteX0" fmla="*/ 90678 w 85725"/>
                <a:gd name="connsiteY0" fmla="*/ 45339 h 85725"/>
                <a:gd name="connsiteX1" fmla="*/ 45339 w 85725"/>
                <a:gd name="connsiteY1" fmla="*/ 90678 h 85725"/>
                <a:gd name="connsiteX2" fmla="*/ 0 w 85725"/>
                <a:gd name="connsiteY2" fmla="*/ 45339 h 85725"/>
                <a:gd name="connsiteX3" fmla="*/ 45339 w 85725"/>
                <a:gd name="connsiteY3" fmla="*/ 0 h 85725"/>
                <a:gd name="connsiteX4" fmla="*/ 90678 w 85725"/>
                <a:gd name="connsiteY4" fmla="*/ 45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90678" y="45339"/>
                  </a:moveTo>
                  <a:cubicBezTo>
                    <a:pt x="90678" y="70379"/>
                    <a:pt x="70379" y="90678"/>
                    <a:pt x="45339" y="90678"/>
                  </a:cubicBezTo>
                  <a:cubicBezTo>
                    <a:pt x="20299" y="90678"/>
                    <a:pt x="0" y="70379"/>
                    <a:pt x="0" y="45339"/>
                  </a:cubicBezTo>
                  <a:cubicBezTo>
                    <a:pt x="0" y="20299"/>
                    <a:pt x="20299" y="0"/>
                    <a:pt x="45339" y="0"/>
                  </a:cubicBezTo>
                  <a:cubicBezTo>
                    <a:pt x="70379" y="0"/>
                    <a:pt x="90678" y="20299"/>
                    <a:pt x="90678" y="45339"/>
                  </a:cubicBezTo>
                  <a:close/>
                </a:path>
              </a:pathLst>
            </a:custGeom>
            <a:solidFill>
              <a:srgbClr val="F571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B2B12589-18A1-4AAF-92B2-5FCED8698752}"/>
                </a:ext>
              </a:extLst>
            </p:cNvPr>
            <p:cNvSpPr/>
            <p:nvPr/>
          </p:nvSpPr>
          <p:spPr>
            <a:xfrm flipV="1">
              <a:off x="10202977" y="3651943"/>
              <a:ext cx="85725" cy="85725"/>
            </a:xfrm>
            <a:custGeom>
              <a:avLst/>
              <a:gdLst>
                <a:gd name="connsiteX0" fmla="*/ 45339 w 85725"/>
                <a:gd name="connsiteY0" fmla="*/ 0 h 85725"/>
                <a:gd name="connsiteX1" fmla="*/ 0 w 85725"/>
                <a:gd name="connsiteY1" fmla="*/ 45339 h 85725"/>
                <a:gd name="connsiteX2" fmla="*/ 45339 w 85725"/>
                <a:gd name="connsiteY2" fmla="*/ 90678 h 85725"/>
                <a:gd name="connsiteX3" fmla="*/ 90678 w 85725"/>
                <a:gd name="connsiteY3" fmla="*/ 45339 h 85725"/>
                <a:gd name="connsiteX4" fmla="*/ 45339 w 85725"/>
                <a:gd name="connsiteY4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45339" y="0"/>
                  </a:moveTo>
                  <a:cubicBezTo>
                    <a:pt x="20288" y="0"/>
                    <a:pt x="0" y="20288"/>
                    <a:pt x="0" y="45339"/>
                  </a:cubicBezTo>
                  <a:cubicBezTo>
                    <a:pt x="0" y="70390"/>
                    <a:pt x="20288" y="90678"/>
                    <a:pt x="45339" y="90678"/>
                  </a:cubicBezTo>
                  <a:cubicBezTo>
                    <a:pt x="70390" y="90678"/>
                    <a:pt x="90678" y="70390"/>
                    <a:pt x="90678" y="45339"/>
                  </a:cubicBezTo>
                  <a:cubicBezTo>
                    <a:pt x="90678" y="20288"/>
                    <a:pt x="70390" y="0"/>
                    <a:pt x="45339" y="0"/>
                  </a:cubicBezTo>
                  <a:close/>
                </a:path>
              </a:pathLst>
            </a:custGeom>
            <a:solidFill>
              <a:srgbClr val="F571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4AE05437-2BC2-499D-8B8C-6275A8375AFC}"/>
                </a:ext>
              </a:extLst>
            </p:cNvPr>
            <p:cNvSpPr/>
            <p:nvPr/>
          </p:nvSpPr>
          <p:spPr>
            <a:xfrm>
              <a:off x="9366189" y="3480281"/>
              <a:ext cx="88998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2027</a:t>
              </a:r>
            </a:p>
          </p:txBody>
        </p:sp>
      </p:grpSp>
      <p:pic>
        <p:nvPicPr>
          <p:cNvPr id="24" name="Graphic 23" descr="Bar chart">
            <a:extLst>
              <a:ext uri="{FF2B5EF4-FFF2-40B4-BE49-F238E27FC236}">
                <a16:creationId xmlns:a16="http://schemas.microsoft.com/office/drawing/2014/main" id="{5DA547A4-2AC9-4ED5-A2AF-741D8114F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1387" y="5253721"/>
            <a:ext cx="352541" cy="352541"/>
          </a:xfrm>
          <a:prstGeom prst="rect">
            <a:avLst/>
          </a:prstGeom>
        </p:spPr>
      </p:pic>
      <p:pic>
        <p:nvPicPr>
          <p:cNvPr id="243" name="Graphic 242" descr="Bullseye">
            <a:extLst>
              <a:ext uri="{FF2B5EF4-FFF2-40B4-BE49-F238E27FC236}">
                <a16:creationId xmlns:a16="http://schemas.microsoft.com/office/drawing/2014/main" id="{D2216B80-99B1-474B-A2C9-AB93215F7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5825" y="5250625"/>
            <a:ext cx="387795" cy="387795"/>
          </a:xfrm>
          <a:prstGeom prst="rect">
            <a:avLst/>
          </a:prstGeom>
        </p:spPr>
      </p:pic>
      <p:pic>
        <p:nvPicPr>
          <p:cNvPr id="245" name="Graphic 244" descr="Lightbulb">
            <a:extLst>
              <a:ext uri="{FF2B5EF4-FFF2-40B4-BE49-F238E27FC236}">
                <a16:creationId xmlns:a16="http://schemas.microsoft.com/office/drawing/2014/main" id="{C1631B98-5CBB-43A5-9C03-D4372E6E17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8364" y="5231570"/>
            <a:ext cx="426575" cy="426575"/>
          </a:xfrm>
          <a:prstGeom prst="rect">
            <a:avLst/>
          </a:prstGeom>
        </p:spPr>
      </p:pic>
      <p:pic>
        <p:nvPicPr>
          <p:cNvPr id="247" name="Graphic 246" descr="Research">
            <a:extLst>
              <a:ext uri="{FF2B5EF4-FFF2-40B4-BE49-F238E27FC236}">
                <a16:creationId xmlns:a16="http://schemas.microsoft.com/office/drawing/2014/main" id="{804C6D8B-4174-4F58-924A-E5A8018860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13643" y="5243416"/>
            <a:ext cx="387795" cy="387795"/>
          </a:xfrm>
          <a:prstGeom prst="rect">
            <a:avLst/>
          </a:prstGeom>
        </p:spPr>
      </p:pic>
      <p:pic>
        <p:nvPicPr>
          <p:cNvPr id="249" name="Graphic 248" descr="Single gear">
            <a:extLst>
              <a:ext uri="{FF2B5EF4-FFF2-40B4-BE49-F238E27FC236}">
                <a16:creationId xmlns:a16="http://schemas.microsoft.com/office/drawing/2014/main" id="{D5B79515-72D5-4C98-9414-05AD78F4A2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86894" y="2358064"/>
            <a:ext cx="469232" cy="469232"/>
          </a:xfrm>
          <a:prstGeom prst="rect">
            <a:avLst/>
          </a:prstGeom>
        </p:spPr>
      </p:pic>
      <p:pic>
        <p:nvPicPr>
          <p:cNvPr id="251" name="Graphic 250" descr="Bank">
            <a:extLst>
              <a:ext uri="{FF2B5EF4-FFF2-40B4-BE49-F238E27FC236}">
                <a16:creationId xmlns:a16="http://schemas.microsoft.com/office/drawing/2014/main" id="{DF85754D-B0DD-4899-9B3D-B705B02CAD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95149" y="2397057"/>
            <a:ext cx="387795" cy="387795"/>
          </a:xfrm>
          <a:prstGeom prst="rect">
            <a:avLst/>
          </a:prstGeom>
        </p:spPr>
      </p:pic>
      <p:pic>
        <p:nvPicPr>
          <p:cNvPr id="253" name="Graphic 252" descr="User network">
            <a:extLst>
              <a:ext uri="{FF2B5EF4-FFF2-40B4-BE49-F238E27FC236}">
                <a16:creationId xmlns:a16="http://schemas.microsoft.com/office/drawing/2014/main" id="{9A68015C-2404-4E51-AA81-6668D44D84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4965" y="2386545"/>
            <a:ext cx="426575" cy="426575"/>
          </a:xfrm>
          <a:prstGeom prst="rect">
            <a:avLst/>
          </a:prstGeom>
        </p:spPr>
      </p:pic>
      <p:pic>
        <p:nvPicPr>
          <p:cNvPr id="284" name="Graphic 283" descr="Shopping cart">
            <a:extLst>
              <a:ext uri="{FF2B5EF4-FFF2-40B4-BE49-F238E27FC236}">
                <a16:creationId xmlns:a16="http://schemas.microsoft.com/office/drawing/2014/main" id="{EB554325-EC36-4422-AB60-52BFD981D5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39693" y="2432441"/>
            <a:ext cx="352541" cy="352541"/>
          </a:xfrm>
          <a:prstGeom prst="rect">
            <a:avLst/>
          </a:prstGeom>
        </p:spPr>
      </p:pic>
      <p:pic>
        <p:nvPicPr>
          <p:cNvPr id="59" name="Graphic 58" descr="Send">
            <a:extLst>
              <a:ext uri="{FF2B5EF4-FFF2-40B4-BE49-F238E27FC236}">
                <a16:creationId xmlns:a16="http://schemas.microsoft.com/office/drawing/2014/main" id="{9EBFA341-0A84-4174-8649-8C7A51E7A24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5837" y="2412112"/>
            <a:ext cx="352541" cy="352541"/>
          </a:xfrm>
          <a:prstGeom prst="rect">
            <a:avLst/>
          </a:prstGeom>
        </p:spPr>
      </p:pic>
      <p:grpSp>
        <p:nvGrpSpPr>
          <p:cNvPr id="241" name="Group 240">
            <a:extLst>
              <a:ext uri="{FF2B5EF4-FFF2-40B4-BE49-F238E27FC236}">
                <a16:creationId xmlns:a16="http://schemas.microsoft.com/office/drawing/2014/main" id="{70C46F74-1EE7-4A6C-AF67-3BF32D038875}"/>
              </a:ext>
            </a:extLst>
          </p:cNvPr>
          <p:cNvGrpSpPr/>
          <p:nvPr/>
        </p:nvGrpSpPr>
        <p:grpSpPr>
          <a:xfrm>
            <a:off x="5519132" y="3061502"/>
            <a:ext cx="1278836" cy="741118"/>
            <a:chOff x="5519132" y="3061502"/>
            <a:chExt cx="1278836" cy="741118"/>
          </a:xfrm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DB617E2E-7F07-48EA-90CD-AC582BB7D52B}"/>
                </a:ext>
              </a:extLst>
            </p:cNvPr>
            <p:cNvSpPr/>
            <p:nvPr/>
          </p:nvSpPr>
          <p:spPr>
            <a:xfrm>
              <a:off x="5519132" y="3340955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CAB42C2-531A-4607-8380-C437D2F39545}"/>
                </a:ext>
              </a:extLst>
            </p:cNvPr>
            <p:cNvSpPr/>
            <p:nvPr/>
          </p:nvSpPr>
          <p:spPr>
            <a:xfrm>
              <a:off x="5700393" y="3061502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A16BDB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0472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750"/>
                            </p:stCondLst>
                            <p:childTnLst>
                              <p:par>
                                <p:cTn id="3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75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2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75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75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50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25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750"/>
                            </p:stCondLst>
                            <p:childTnLst>
                              <p:par>
                                <p:cTn id="9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75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325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750"/>
                            </p:stCondLst>
                            <p:childTnLst>
                              <p:par>
                                <p:cTn id="1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475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6250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6750"/>
                            </p:stCondLst>
                            <p:childTnLst>
                              <p:par>
                                <p:cTn id="14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775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9250"/>
                            </p:stCondLst>
                            <p:childTnLst>
                              <p:par>
                                <p:cTn id="1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9750"/>
                            </p:stCondLst>
                            <p:childTnLst>
                              <p:par>
                                <p:cTn id="16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750"/>
                            </p:stCondLst>
                            <p:childTnLst>
                              <p:par>
                                <p:cTn id="1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225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2750"/>
                            </p:stCondLst>
                            <p:childTnLst>
                              <p:par>
                                <p:cTn id="19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3750"/>
                            </p:stCondLst>
                            <p:childTnLst>
                              <p:par>
                                <p:cTn id="2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4500"/>
                            </p:stCondLst>
                            <p:childTnLst>
                              <p:par>
                                <p:cTn id="20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5250"/>
                            </p:stCondLst>
                            <p:childTnLst>
                              <p:par>
                                <p:cTn id="2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5750"/>
                            </p:stCondLst>
                            <p:childTnLst>
                              <p:par>
                                <p:cTn id="2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6750"/>
                            </p:stCondLst>
                            <p:childTnLst>
                              <p:par>
                                <p:cTn id="2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7500"/>
                            </p:stCondLst>
                            <p:childTnLst>
                              <p:par>
                                <p:cTn id="2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8250"/>
                            </p:stCondLst>
                            <p:childTnLst>
                              <p:par>
                                <p:cTn id="2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  <p:bldP spid="214" grpId="0" animBg="1"/>
      <p:bldP spid="224" grpId="0" animBg="1"/>
      <p:bldP spid="226" grpId="0" animBg="1"/>
      <p:bldP spid="255" grpId="0" animBg="1"/>
      <p:bldP spid="257" grpId="0" animBg="1"/>
      <p:bldP spid="269" grpId="0" animBg="1"/>
      <p:bldP spid="271" grpId="0" animBg="1"/>
      <p:bldP spid="6" grpId="0" animBg="1"/>
      <p:bldP spid="7" grpId="0" animBg="1"/>
      <p:bldP spid="8" grpId="0" animBg="1"/>
      <p:bldP spid="20" grpId="0" animBg="1"/>
      <p:bldP spid="22" grpId="0" animBg="1"/>
      <p:bldP spid="40" grpId="0" animBg="1"/>
      <p:bldP spid="42" grpId="0" animBg="1"/>
      <p:bldP spid="55" grpId="0" animBg="1"/>
      <p:bldP spid="57" grpId="0" animBg="1"/>
      <p:bldP spid="71" grpId="0" animBg="1"/>
      <p:bldP spid="7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D93B6119-CFAF-4285-8E9C-068E958C5AC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1491BC1-F9C4-41E5-AD9A-9F6F0FD4F6BB}"/>
              </a:ext>
            </a:extLst>
          </p:cNvPr>
          <p:cNvGrpSpPr/>
          <p:nvPr/>
        </p:nvGrpSpPr>
        <p:grpSpPr>
          <a:xfrm>
            <a:off x="9121133" y="2883804"/>
            <a:ext cx="1419911" cy="1419912"/>
            <a:chOff x="9121133" y="2883804"/>
            <a:chExt cx="1419911" cy="1419912"/>
          </a:xfrm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35CA311-3578-4181-983F-436A7E41C3F6}"/>
                </a:ext>
              </a:extLst>
            </p:cNvPr>
            <p:cNvSpPr/>
            <p:nvPr/>
          </p:nvSpPr>
          <p:spPr>
            <a:xfrm>
              <a:off x="9134825" y="2897496"/>
              <a:ext cx="1394555" cy="1394556"/>
            </a:xfrm>
            <a:custGeom>
              <a:avLst/>
              <a:gdLst>
                <a:gd name="connsiteX0" fmla="*/ 1339407 w 1394555"/>
                <a:gd name="connsiteY0" fmla="*/ 1400895 h 1394556"/>
                <a:gd name="connsiteX1" fmla="*/ 61614 w 1394555"/>
                <a:gd name="connsiteY1" fmla="*/ 1400895 h 1394556"/>
                <a:gd name="connsiteX2" fmla="*/ 0 w 1394555"/>
                <a:gd name="connsiteY2" fmla="*/ 1339281 h 1394556"/>
                <a:gd name="connsiteX3" fmla="*/ 0 w 1394555"/>
                <a:gd name="connsiteY3" fmla="*/ 61614 h 1394556"/>
                <a:gd name="connsiteX4" fmla="*/ 61614 w 1394555"/>
                <a:gd name="connsiteY4" fmla="*/ 0 h 1394556"/>
                <a:gd name="connsiteX5" fmla="*/ 1339281 w 1394555"/>
                <a:gd name="connsiteY5" fmla="*/ 0 h 1394556"/>
                <a:gd name="connsiteX6" fmla="*/ 1400894 w 1394555"/>
                <a:gd name="connsiteY6" fmla="*/ 61614 h 1394556"/>
                <a:gd name="connsiteX7" fmla="*/ 1400894 w 1394555"/>
                <a:gd name="connsiteY7" fmla="*/ 1339281 h 1394556"/>
                <a:gd name="connsiteX8" fmla="*/ 1339407 w 1394555"/>
                <a:gd name="connsiteY8" fmla="*/ 1400895 h 139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4555" h="1394556">
                  <a:moveTo>
                    <a:pt x="1339407" y="1400895"/>
                  </a:moveTo>
                  <a:lnTo>
                    <a:pt x="61614" y="1400895"/>
                  </a:lnTo>
                  <a:cubicBezTo>
                    <a:pt x="27638" y="1400895"/>
                    <a:pt x="0" y="1373257"/>
                    <a:pt x="0" y="1339281"/>
                  </a:cubicBezTo>
                  <a:lnTo>
                    <a:pt x="0" y="61614"/>
                  </a:lnTo>
                  <a:cubicBezTo>
                    <a:pt x="0" y="27638"/>
                    <a:pt x="27638" y="0"/>
                    <a:pt x="61614" y="0"/>
                  </a:cubicBezTo>
                  <a:lnTo>
                    <a:pt x="1339281" y="0"/>
                  </a:lnTo>
                  <a:cubicBezTo>
                    <a:pt x="1373257" y="0"/>
                    <a:pt x="1400894" y="27638"/>
                    <a:pt x="1400894" y="61614"/>
                  </a:cubicBezTo>
                  <a:lnTo>
                    <a:pt x="1400894" y="1339281"/>
                  </a:lnTo>
                  <a:cubicBezTo>
                    <a:pt x="1401021" y="1373257"/>
                    <a:pt x="1373384" y="1400895"/>
                    <a:pt x="1339407" y="140089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A4682"/>
                </a:gs>
                <a:gs pos="100000">
                  <a:srgbClr val="7974B7"/>
                </a:gs>
              </a:gsLst>
              <a:lin ang="16200000" scaled="1"/>
              <a:tileRect/>
            </a:gradFill>
            <a:ln w="1265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CC67D96-02AB-4DF0-AF73-3D819A3EECD4}"/>
                </a:ext>
              </a:extLst>
            </p:cNvPr>
            <p:cNvSpPr/>
            <p:nvPr/>
          </p:nvSpPr>
          <p:spPr>
            <a:xfrm>
              <a:off x="9121133" y="2883804"/>
              <a:ext cx="1419911" cy="1419912"/>
            </a:xfrm>
            <a:custGeom>
              <a:avLst/>
              <a:gdLst>
                <a:gd name="connsiteX0" fmla="*/ 1353099 w 1419910"/>
                <a:gd name="connsiteY0" fmla="*/ 1428279 h 1419911"/>
                <a:gd name="connsiteX1" fmla="*/ 75306 w 1419910"/>
                <a:gd name="connsiteY1" fmla="*/ 1428279 h 1419911"/>
                <a:gd name="connsiteX2" fmla="*/ 0 w 1419910"/>
                <a:gd name="connsiteY2" fmla="*/ 1352973 h 1419911"/>
                <a:gd name="connsiteX3" fmla="*/ 0 w 1419910"/>
                <a:gd name="connsiteY3" fmla="*/ 75306 h 1419911"/>
                <a:gd name="connsiteX4" fmla="*/ 75306 w 1419910"/>
                <a:gd name="connsiteY4" fmla="*/ 0 h 1419911"/>
                <a:gd name="connsiteX5" fmla="*/ 1352972 w 1419910"/>
                <a:gd name="connsiteY5" fmla="*/ 0 h 1419911"/>
                <a:gd name="connsiteX6" fmla="*/ 1428278 w 1419910"/>
                <a:gd name="connsiteY6" fmla="*/ 75306 h 1419911"/>
                <a:gd name="connsiteX7" fmla="*/ 1428278 w 1419910"/>
                <a:gd name="connsiteY7" fmla="*/ 1353100 h 1419911"/>
                <a:gd name="connsiteX8" fmla="*/ 1353099 w 1419910"/>
                <a:gd name="connsiteY8" fmla="*/ 1428279 h 1419911"/>
                <a:gd name="connsiteX9" fmla="*/ 75306 w 1419910"/>
                <a:gd name="connsiteY9" fmla="*/ 27384 h 1419911"/>
                <a:gd name="connsiteX10" fmla="*/ 27384 w 1419910"/>
                <a:gd name="connsiteY10" fmla="*/ 75306 h 1419911"/>
                <a:gd name="connsiteX11" fmla="*/ 27384 w 1419910"/>
                <a:gd name="connsiteY11" fmla="*/ 1353100 h 1419911"/>
                <a:gd name="connsiteX12" fmla="*/ 75306 w 1419910"/>
                <a:gd name="connsiteY12" fmla="*/ 1401022 h 1419911"/>
                <a:gd name="connsiteX13" fmla="*/ 1352972 w 1419910"/>
                <a:gd name="connsiteY13" fmla="*/ 1401022 h 1419911"/>
                <a:gd name="connsiteX14" fmla="*/ 1400894 w 1419910"/>
                <a:gd name="connsiteY14" fmla="*/ 1353100 h 1419911"/>
                <a:gd name="connsiteX15" fmla="*/ 1400894 w 1419910"/>
                <a:gd name="connsiteY15" fmla="*/ 75306 h 1419911"/>
                <a:gd name="connsiteX16" fmla="*/ 1352972 w 1419910"/>
                <a:gd name="connsiteY16" fmla="*/ 27384 h 1419911"/>
                <a:gd name="connsiteX17" fmla="*/ 75306 w 1419910"/>
                <a:gd name="connsiteY17" fmla="*/ 27384 h 141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19910" h="1419911">
                  <a:moveTo>
                    <a:pt x="1353099" y="1428279"/>
                  </a:moveTo>
                  <a:lnTo>
                    <a:pt x="75306" y="1428279"/>
                  </a:lnTo>
                  <a:cubicBezTo>
                    <a:pt x="33723" y="1428279"/>
                    <a:pt x="0" y="1394429"/>
                    <a:pt x="0" y="1352973"/>
                  </a:cubicBezTo>
                  <a:lnTo>
                    <a:pt x="0" y="75306"/>
                  </a:lnTo>
                  <a:cubicBezTo>
                    <a:pt x="0" y="33723"/>
                    <a:pt x="33849" y="0"/>
                    <a:pt x="75306" y="0"/>
                  </a:cubicBezTo>
                  <a:lnTo>
                    <a:pt x="1352972" y="0"/>
                  </a:lnTo>
                  <a:cubicBezTo>
                    <a:pt x="1394555" y="0"/>
                    <a:pt x="1428278" y="33850"/>
                    <a:pt x="1428278" y="75306"/>
                  </a:cubicBezTo>
                  <a:lnTo>
                    <a:pt x="1428278" y="1353100"/>
                  </a:lnTo>
                  <a:cubicBezTo>
                    <a:pt x="1428405" y="1394556"/>
                    <a:pt x="1394682" y="1428279"/>
                    <a:pt x="1353099" y="1428279"/>
                  </a:cubicBezTo>
                  <a:close/>
                  <a:moveTo>
                    <a:pt x="75306" y="27384"/>
                  </a:moveTo>
                  <a:cubicBezTo>
                    <a:pt x="48936" y="27384"/>
                    <a:pt x="27384" y="48809"/>
                    <a:pt x="27384" y="75306"/>
                  </a:cubicBezTo>
                  <a:lnTo>
                    <a:pt x="27384" y="1353100"/>
                  </a:lnTo>
                  <a:cubicBezTo>
                    <a:pt x="27384" y="1379470"/>
                    <a:pt x="48810" y="1401022"/>
                    <a:pt x="75306" y="1401022"/>
                  </a:cubicBezTo>
                  <a:lnTo>
                    <a:pt x="1352972" y="1401022"/>
                  </a:lnTo>
                  <a:cubicBezTo>
                    <a:pt x="1379342" y="1401022"/>
                    <a:pt x="1400894" y="1379596"/>
                    <a:pt x="1400894" y="1353100"/>
                  </a:cubicBezTo>
                  <a:lnTo>
                    <a:pt x="1400894" y="75306"/>
                  </a:lnTo>
                  <a:cubicBezTo>
                    <a:pt x="1400894" y="48936"/>
                    <a:pt x="1379469" y="27384"/>
                    <a:pt x="1352972" y="27384"/>
                  </a:cubicBezTo>
                  <a:lnTo>
                    <a:pt x="75306" y="27384"/>
                  </a:lnTo>
                  <a:close/>
                </a:path>
              </a:pathLst>
            </a:custGeom>
            <a:solidFill>
              <a:srgbClr val="FFFFFF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0E1F3E-CCE5-4CE1-B86E-4719C5A9A7DD}"/>
              </a:ext>
            </a:extLst>
          </p:cNvPr>
          <p:cNvGrpSpPr/>
          <p:nvPr/>
        </p:nvGrpSpPr>
        <p:grpSpPr>
          <a:xfrm>
            <a:off x="7181307" y="2883804"/>
            <a:ext cx="1419911" cy="1419912"/>
            <a:chOff x="7181307" y="2883804"/>
            <a:chExt cx="1419911" cy="1419912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DEF54A7-646A-409D-B305-571021B07127}"/>
                </a:ext>
              </a:extLst>
            </p:cNvPr>
            <p:cNvSpPr/>
            <p:nvPr/>
          </p:nvSpPr>
          <p:spPr>
            <a:xfrm>
              <a:off x="7194999" y="2897496"/>
              <a:ext cx="1394555" cy="1394556"/>
            </a:xfrm>
            <a:custGeom>
              <a:avLst/>
              <a:gdLst>
                <a:gd name="connsiteX0" fmla="*/ 1339407 w 1394555"/>
                <a:gd name="connsiteY0" fmla="*/ 1400895 h 1394556"/>
                <a:gd name="connsiteX1" fmla="*/ 61614 w 1394555"/>
                <a:gd name="connsiteY1" fmla="*/ 1400895 h 1394556"/>
                <a:gd name="connsiteX2" fmla="*/ 0 w 1394555"/>
                <a:gd name="connsiteY2" fmla="*/ 1339281 h 1394556"/>
                <a:gd name="connsiteX3" fmla="*/ 0 w 1394555"/>
                <a:gd name="connsiteY3" fmla="*/ 61614 h 1394556"/>
                <a:gd name="connsiteX4" fmla="*/ 61614 w 1394555"/>
                <a:gd name="connsiteY4" fmla="*/ 0 h 1394556"/>
                <a:gd name="connsiteX5" fmla="*/ 1339280 w 1394555"/>
                <a:gd name="connsiteY5" fmla="*/ 0 h 1394556"/>
                <a:gd name="connsiteX6" fmla="*/ 1400895 w 1394555"/>
                <a:gd name="connsiteY6" fmla="*/ 61614 h 1394556"/>
                <a:gd name="connsiteX7" fmla="*/ 1400895 w 1394555"/>
                <a:gd name="connsiteY7" fmla="*/ 1339281 h 1394556"/>
                <a:gd name="connsiteX8" fmla="*/ 1339407 w 1394555"/>
                <a:gd name="connsiteY8" fmla="*/ 1400895 h 139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4555" h="1394556">
                  <a:moveTo>
                    <a:pt x="1339407" y="1400895"/>
                  </a:moveTo>
                  <a:lnTo>
                    <a:pt x="61614" y="1400895"/>
                  </a:lnTo>
                  <a:cubicBezTo>
                    <a:pt x="27638" y="1400895"/>
                    <a:pt x="0" y="1373257"/>
                    <a:pt x="0" y="1339281"/>
                  </a:cubicBezTo>
                  <a:lnTo>
                    <a:pt x="0" y="61614"/>
                  </a:lnTo>
                  <a:cubicBezTo>
                    <a:pt x="0" y="27638"/>
                    <a:pt x="27638" y="0"/>
                    <a:pt x="61614" y="0"/>
                  </a:cubicBezTo>
                  <a:lnTo>
                    <a:pt x="1339280" y="0"/>
                  </a:lnTo>
                  <a:cubicBezTo>
                    <a:pt x="1373257" y="0"/>
                    <a:pt x="1400895" y="27638"/>
                    <a:pt x="1400895" y="61614"/>
                  </a:cubicBezTo>
                  <a:lnTo>
                    <a:pt x="1400895" y="1339281"/>
                  </a:lnTo>
                  <a:cubicBezTo>
                    <a:pt x="1401021" y="1373257"/>
                    <a:pt x="1373384" y="1400895"/>
                    <a:pt x="1339407" y="140089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5629B"/>
                </a:gs>
                <a:gs pos="100000">
                  <a:srgbClr val="6091CC"/>
                </a:gs>
              </a:gsLst>
              <a:lin ang="16200000" scaled="1"/>
              <a:tileRect/>
            </a:gradFill>
            <a:ln w="1265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33F4EFA-E167-4F9B-AD20-D3DDCC147848}"/>
                </a:ext>
              </a:extLst>
            </p:cNvPr>
            <p:cNvSpPr/>
            <p:nvPr/>
          </p:nvSpPr>
          <p:spPr>
            <a:xfrm>
              <a:off x="7181307" y="2883804"/>
              <a:ext cx="1419911" cy="1419912"/>
            </a:xfrm>
            <a:custGeom>
              <a:avLst/>
              <a:gdLst>
                <a:gd name="connsiteX0" fmla="*/ 1353099 w 1419910"/>
                <a:gd name="connsiteY0" fmla="*/ 1428279 h 1419911"/>
                <a:gd name="connsiteX1" fmla="*/ 75306 w 1419910"/>
                <a:gd name="connsiteY1" fmla="*/ 1428279 h 1419911"/>
                <a:gd name="connsiteX2" fmla="*/ 0 w 1419910"/>
                <a:gd name="connsiteY2" fmla="*/ 1352973 h 1419911"/>
                <a:gd name="connsiteX3" fmla="*/ 0 w 1419910"/>
                <a:gd name="connsiteY3" fmla="*/ 75306 h 1419911"/>
                <a:gd name="connsiteX4" fmla="*/ 75306 w 1419910"/>
                <a:gd name="connsiteY4" fmla="*/ 0 h 1419911"/>
                <a:gd name="connsiteX5" fmla="*/ 1352972 w 1419910"/>
                <a:gd name="connsiteY5" fmla="*/ 0 h 1419911"/>
                <a:gd name="connsiteX6" fmla="*/ 1428278 w 1419910"/>
                <a:gd name="connsiteY6" fmla="*/ 75306 h 1419911"/>
                <a:gd name="connsiteX7" fmla="*/ 1428278 w 1419910"/>
                <a:gd name="connsiteY7" fmla="*/ 1353100 h 1419911"/>
                <a:gd name="connsiteX8" fmla="*/ 1353099 w 1419910"/>
                <a:gd name="connsiteY8" fmla="*/ 1428279 h 1419911"/>
                <a:gd name="connsiteX9" fmla="*/ 75306 w 1419910"/>
                <a:gd name="connsiteY9" fmla="*/ 27384 h 1419911"/>
                <a:gd name="connsiteX10" fmla="*/ 27384 w 1419910"/>
                <a:gd name="connsiteY10" fmla="*/ 75306 h 1419911"/>
                <a:gd name="connsiteX11" fmla="*/ 27384 w 1419910"/>
                <a:gd name="connsiteY11" fmla="*/ 1353100 h 1419911"/>
                <a:gd name="connsiteX12" fmla="*/ 75306 w 1419910"/>
                <a:gd name="connsiteY12" fmla="*/ 1401022 h 1419911"/>
                <a:gd name="connsiteX13" fmla="*/ 1352972 w 1419910"/>
                <a:gd name="connsiteY13" fmla="*/ 1401022 h 1419911"/>
                <a:gd name="connsiteX14" fmla="*/ 1400894 w 1419910"/>
                <a:gd name="connsiteY14" fmla="*/ 1353100 h 1419911"/>
                <a:gd name="connsiteX15" fmla="*/ 1400894 w 1419910"/>
                <a:gd name="connsiteY15" fmla="*/ 75306 h 1419911"/>
                <a:gd name="connsiteX16" fmla="*/ 1352972 w 1419910"/>
                <a:gd name="connsiteY16" fmla="*/ 27384 h 1419911"/>
                <a:gd name="connsiteX17" fmla="*/ 75306 w 1419910"/>
                <a:gd name="connsiteY17" fmla="*/ 27384 h 141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19910" h="1419911">
                  <a:moveTo>
                    <a:pt x="1353099" y="1428279"/>
                  </a:moveTo>
                  <a:lnTo>
                    <a:pt x="75306" y="1428279"/>
                  </a:lnTo>
                  <a:cubicBezTo>
                    <a:pt x="33723" y="1428279"/>
                    <a:pt x="0" y="1394429"/>
                    <a:pt x="0" y="1352973"/>
                  </a:cubicBezTo>
                  <a:lnTo>
                    <a:pt x="0" y="75306"/>
                  </a:lnTo>
                  <a:cubicBezTo>
                    <a:pt x="0" y="33723"/>
                    <a:pt x="33850" y="0"/>
                    <a:pt x="75306" y="0"/>
                  </a:cubicBezTo>
                  <a:lnTo>
                    <a:pt x="1352972" y="0"/>
                  </a:lnTo>
                  <a:cubicBezTo>
                    <a:pt x="1394555" y="0"/>
                    <a:pt x="1428278" y="33850"/>
                    <a:pt x="1428278" y="75306"/>
                  </a:cubicBezTo>
                  <a:lnTo>
                    <a:pt x="1428278" y="1353100"/>
                  </a:lnTo>
                  <a:cubicBezTo>
                    <a:pt x="1428405" y="1394556"/>
                    <a:pt x="1394555" y="1428279"/>
                    <a:pt x="1353099" y="1428279"/>
                  </a:cubicBezTo>
                  <a:close/>
                  <a:moveTo>
                    <a:pt x="75306" y="27384"/>
                  </a:moveTo>
                  <a:cubicBezTo>
                    <a:pt x="48936" y="27384"/>
                    <a:pt x="27384" y="48809"/>
                    <a:pt x="27384" y="75306"/>
                  </a:cubicBezTo>
                  <a:lnTo>
                    <a:pt x="27384" y="1353100"/>
                  </a:lnTo>
                  <a:cubicBezTo>
                    <a:pt x="27384" y="1379470"/>
                    <a:pt x="48810" y="1401022"/>
                    <a:pt x="75306" y="1401022"/>
                  </a:cubicBezTo>
                  <a:lnTo>
                    <a:pt x="1352972" y="1401022"/>
                  </a:lnTo>
                  <a:cubicBezTo>
                    <a:pt x="1379342" y="1401022"/>
                    <a:pt x="1400894" y="1379596"/>
                    <a:pt x="1400894" y="1353100"/>
                  </a:cubicBezTo>
                  <a:lnTo>
                    <a:pt x="1400894" y="75306"/>
                  </a:lnTo>
                  <a:cubicBezTo>
                    <a:pt x="1400894" y="48936"/>
                    <a:pt x="1379469" y="27384"/>
                    <a:pt x="1352972" y="27384"/>
                  </a:cubicBezTo>
                  <a:lnTo>
                    <a:pt x="75306" y="27384"/>
                  </a:lnTo>
                  <a:close/>
                </a:path>
              </a:pathLst>
            </a:custGeom>
            <a:solidFill>
              <a:srgbClr val="FFFFFF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03F2428-CF28-40F7-9A35-53678B0C5553}"/>
              </a:ext>
            </a:extLst>
          </p:cNvPr>
          <p:cNvGrpSpPr/>
          <p:nvPr/>
        </p:nvGrpSpPr>
        <p:grpSpPr>
          <a:xfrm>
            <a:off x="7056811" y="2759308"/>
            <a:ext cx="1962773" cy="1674354"/>
            <a:chOff x="7056811" y="2759308"/>
            <a:chExt cx="1962773" cy="1674354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274C2DA-D7B7-4254-96DE-10240C40D398}"/>
                </a:ext>
              </a:extLst>
            </p:cNvPr>
            <p:cNvSpPr/>
            <p:nvPr/>
          </p:nvSpPr>
          <p:spPr>
            <a:xfrm>
              <a:off x="7056811" y="2759308"/>
              <a:ext cx="1673466" cy="747989"/>
            </a:xfrm>
            <a:custGeom>
              <a:avLst/>
              <a:gdLst>
                <a:gd name="connsiteX0" fmla="*/ 1663705 w 1673466"/>
                <a:gd name="connsiteY0" fmla="*/ 756864 h 747989"/>
                <a:gd name="connsiteX1" fmla="*/ 1650013 w 1673466"/>
                <a:gd name="connsiteY1" fmla="*/ 743172 h 747989"/>
                <a:gd name="connsiteX2" fmla="*/ 1650013 w 1673466"/>
                <a:gd name="connsiteY2" fmla="*/ 688530 h 747989"/>
                <a:gd name="connsiteX3" fmla="*/ 1663705 w 1673466"/>
                <a:gd name="connsiteY3" fmla="*/ 674838 h 747989"/>
                <a:gd name="connsiteX4" fmla="*/ 1677397 w 1673466"/>
                <a:gd name="connsiteY4" fmla="*/ 688530 h 747989"/>
                <a:gd name="connsiteX5" fmla="*/ 1677397 w 1673466"/>
                <a:gd name="connsiteY5" fmla="*/ 743172 h 747989"/>
                <a:gd name="connsiteX6" fmla="*/ 1663705 w 1673466"/>
                <a:gd name="connsiteY6" fmla="*/ 756864 h 747989"/>
                <a:gd name="connsiteX7" fmla="*/ 13692 w 1673466"/>
                <a:gd name="connsiteY7" fmla="*/ 756610 h 747989"/>
                <a:gd name="connsiteX8" fmla="*/ 0 w 1673466"/>
                <a:gd name="connsiteY8" fmla="*/ 742918 h 747989"/>
                <a:gd name="connsiteX9" fmla="*/ 0 w 1673466"/>
                <a:gd name="connsiteY9" fmla="*/ 688277 h 747989"/>
                <a:gd name="connsiteX10" fmla="*/ 13692 w 1673466"/>
                <a:gd name="connsiteY10" fmla="*/ 674585 h 747989"/>
                <a:gd name="connsiteX11" fmla="*/ 27384 w 1673466"/>
                <a:gd name="connsiteY11" fmla="*/ 688277 h 747989"/>
                <a:gd name="connsiteX12" fmla="*/ 27384 w 1673466"/>
                <a:gd name="connsiteY12" fmla="*/ 742918 h 747989"/>
                <a:gd name="connsiteX13" fmla="*/ 13692 w 1673466"/>
                <a:gd name="connsiteY13" fmla="*/ 756610 h 747989"/>
                <a:gd name="connsiteX14" fmla="*/ 1663705 w 1673466"/>
                <a:gd name="connsiteY14" fmla="*/ 593067 h 747989"/>
                <a:gd name="connsiteX15" fmla="*/ 1650013 w 1673466"/>
                <a:gd name="connsiteY15" fmla="*/ 579375 h 747989"/>
                <a:gd name="connsiteX16" fmla="*/ 1650013 w 1673466"/>
                <a:gd name="connsiteY16" fmla="*/ 524733 h 747989"/>
                <a:gd name="connsiteX17" fmla="*/ 1663705 w 1673466"/>
                <a:gd name="connsiteY17" fmla="*/ 511041 h 747989"/>
                <a:gd name="connsiteX18" fmla="*/ 1677397 w 1673466"/>
                <a:gd name="connsiteY18" fmla="*/ 524733 h 747989"/>
                <a:gd name="connsiteX19" fmla="*/ 1677397 w 1673466"/>
                <a:gd name="connsiteY19" fmla="*/ 579375 h 747989"/>
                <a:gd name="connsiteX20" fmla="*/ 1663705 w 1673466"/>
                <a:gd name="connsiteY20" fmla="*/ 593067 h 747989"/>
                <a:gd name="connsiteX21" fmla="*/ 13692 w 1673466"/>
                <a:gd name="connsiteY21" fmla="*/ 592813 h 747989"/>
                <a:gd name="connsiteX22" fmla="*/ 0 w 1673466"/>
                <a:gd name="connsiteY22" fmla="*/ 579121 h 747989"/>
                <a:gd name="connsiteX23" fmla="*/ 0 w 1673466"/>
                <a:gd name="connsiteY23" fmla="*/ 524480 h 747989"/>
                <a:gd name="connsiteX24" fmla="*/ 13692 w 1673466"/>
                <a:gd name="connsiteY24" fmla="*/ 510788 h 747989"/>
                <a:gd name="connsiteX25" fmla="*/ 27384 w 1673466"/>
                <a:gd name="connsiteY25" fmla="*/ 524480 h 747989"/>
                <a:gd name="connsiteX26" fmla="*/ 27384 w 1673466"/>
                <a:gd name="connsiteY26" fmla="*/ 579121 h 747989"/>
                <a:gd name="connsiteX27" fmla="*/ 13692 w 1673466"/>
                <a:gd name="connsiteY27" fmla="*/ 592813 h 747989"/>
                <a:gd name="connsiteX28" fmla="*/ 1663705 w 1673466"/>
                <a:gd name="connsiteY28" fmla="*/ 429143 h 747989"/>
                <a:gd name="connsiteX29" fmla="*/ 1650013 w 1673466"/>
                <a:gd name="connsiteY29" fmla="*/ 415451 h 747989"/>
                <a:gd name="connsiteX30" fmla="*/ 1650013 w 1673466"/>
                <a:gd name="connsiteY30" fmla="*/ 360810 h 747989"/>
                <a:gd name="connsiteX31" fmla="*/ 1663705 w 1673466"/>
                <a:gd name="connsiteY31" fmla="*/ 347118 h 747989"/>
                <a:gd name="connsiteX32" fmla="*/ 1677397 w 1673466"/>
                <a:gd name="connsiteY32" fmla="*/ 360810 h 747989"/>
                <a:gd name="connsiteX33" fmla="*/ 1677397 w 1673466"/>
                <a:gd name="connsiteY33" fmla="*/ 415451 h 747989"/>
                <a:gd name="connsiteX34" fmla="*/ 1663705 w 1673466"/>
                <a:gd name="connsiteY34" fmla="*/ 429143 h 747989"/>
                <a:gd name="connsiteX35" fmla="*/ 13692 w 1673466"/>
                <a:gd name="connsiteY35" fmla="*/ 429016 h 747989"/>
                <a:gd name="connsiteX36" fmla="*/ 0 w 1673466"/>
                <a:gd name="connsiteY36" fmla="*/ 415324 h 747989"/>
                <a:gd name="connsiteX37" fmla="*/ 0 w 1673466"/>
                <a:gd name="connsiteY37" fmla="*/ 360683 h 747989"/>
                <a:gd name="connsiteX38" fmla="*/ 13692 w 1673466"/>
                <a:gd name="connsiteY38" fmla="*/ 346991 h 747989"/>
                <a:gd name="connsiteX39" fmla="*/ 27384 w 1673466"/>
                <a:gd name="connsiteY39" fmla="*/ 360683 h 747989"/>
                <a:gd name="connsiteX40" fmla="*/ 27384 w 1673466"/>
                <a:gd name="connsiteY40" fmla="*/ 415324 h 747989"/>
                <a:gd name="connsiteX41" fmla="*/ 13692 w 1673466"/>
                <a:gd name="connsiteY41" fmla="*/ 429016 h 747989"/>
                <a:gd name="connsiteX42" fmla="*/ 1663705 w 1673466"/>
                <a:gd name="connsiteY42" fmla="*/ 265346 h 747989"/>
                <a:gd name="connsiteX43" fmla="*/ 1650013 w 1673466"/>
                <a:gd name="connsiteY43" fmla="*/ 251654 h 747989"/>
                <a:gd name="connsiteX44" fmla="*/ 1650013 w 1673466"/>
                <a:gd name="connsiteY44" fmla="*/ 197013 h 747989"/>
                <a:gd name="connsiteX45" fmla="*/ 1663705 w 1673466"/>
                <a:gd name="connsiteY45" fmla="*/ 183321 h 747989"/>
                <a:gd name="connsiteX46" fmla="*/ 1677397 w 1673466"/>
                <a:gd name="connsiteY46" fmla="*/ 197013 h 747989"/>
                <a:gd name="connsiteX47" fmla="*/ 1677397 w 1673466"/>
                <a:gd name="connsiteY47" fmla="*/ 251654 h 747989"/>
                <a:gd name="connsiteX48" fmla="*/ 1663705 w 1673466"/>
                <a:gd name="connsiteY48" fmla="*/ 265346 h 747989"/>
                <a:gd name="connsiteX49" fmla="*/ 13692 w 1673466"/>
                <a:gd name="connsiteY49" fmla="*/ 265092 h 747989"/>
                <a:gd name="connsiteX50" fmla="*/ 0 w 1673466"/>
                <a:gd name="connsiteY50" fmla="*/ 251400 h 747989"/>
                <a:gd name="connsiteX51" fmla="*/ 0 w 1673466"/>
                <a:gd name="connsiteY51" fmla="*/ 196759 h 747989"/>
                <a:gd name="connsiteX52" fmla="*/ 13692 w 1673466"/>
                <a:gd name="connsiteY52" fmla="*/ 183067 h 747989"/>
                <a:gd name="connsiteX53" fmla="*/ 27384 w 1673466"/>
                <a:gd name="connsiteY53" fmla="*/ 196759 h 747989"/>
                <a:gd name="connsiteX54" fmla="*/ 27384 w 1673466"/>
                <a:gd name="connsiteY54" fmla="*/ 251400 h 747989"/>
                <a:gd name="connsiteX55" fmla="*/ 13692 w 1673466"/>
                <a:gd name="connsiteY55" fmla="*/ 265092 h 747989"/>
                <a:gd name="connsiteX56" fmla="*/ 1654323 w 1673466"/>
                <a:gd name="connsiteY56" fmla="*/ 102690 h 747989"/>
                <a:gd name="connsiteX57" fmla="*/ 1641645 w 1673466"/>
                <a:gd name="connsiteY57" fmla="*/ 94196 h 747989"/>
                <a:gd name="connsiteX58" fmla="*/ 1618065 w 1673466"/>
                <a:gd name="connsiteY58" fmla="*/ 59078 h 747989"/>
                <a:gd name="connsiteX59" fmla="*/ 1613754 w 1673466"/>
                <a:gd name="connsiteY59" fmla="*/ 55022 h 747989"/>
                <a:gd name="connsiteX60" fmla="*/ 1612740 w 1673466"/>
                <a:gd name="connsiteY60" fmla="*/ 35625 h 747989"/>
                <a:gd name="connsiteX61" fmla="*/ 1632137 w 1673466"/>
                <a:gd name="connsiteY61" fmla="*/ 34610 h 747989"/>
                <a:gd name="connsiteX62" fmla="*/ 1637588 w 1673466"/>
                <a:gd name="connsiteY62" fmla="*/ 39681 h 747989"/>
                <a:gd name="connsiteX63" fmla="*/ 1667127 w 1673466"/>
                <a:gd name="connsiteY63" fmla="*/ 83673 h 747989"/>
                <a:gd name="connsiteX64" fmla="*/ 1659775 w 1673466"/>
                <a:gd name="connsiteY64" fmla="*/ 101676 h 747989"/>
                <a:gd name="connsiteX65" fmla="*/ 1654323 w 1673466"/>
                <a:gd name="connsiteY65" fmla="*/ 102690 h 747989"/>
                <a:gd name="connsiteX66" fmla="*/ 23200 w 1673466"/>
                <a:gd name="connsiteY66" fmla="*/ 102563 h 747989"/>
                <a:gd name="connsiteX67" fmla="*/ 17876 w 1673466"/>
                <a:gd name="connsiteY67" fmla="*/ 101549 h 747989"/>
                <a:gd name="connsiteX68" fmla="*/ 10523 w 1673466"/>
                <a:gd name="connsiteY68" fmla="*/ 83547 h 747989"/>
                <a:gd name="connsiteX69" fmla="*/ 39935 w 1673466"/>
                <a:gd name="connsiteY69" fmla="*/ 39808 h 747989"/>
                <a:gd name="connsiteX70" fmla="*/ 45513 w 1673466"/>
                <a:gd name="connsiteY70" fmla="*/ 34484 h 747989"/>
                <a:gd name="connsiteX71" fmla="*/ 64910 w 1673466"/>
                <a:gd name="connsiteY71" fmla="*/ 35625 h 747989"/>
                <a:gd name="connsiteX72" fmla="*/ 63769 w 1673466"/>
                <a:gd name="connsiteY72" fmla="*/ 55022 h 747989"/>
                <a:gd name="connsiteX73" fmla="*/ 59332 w 1673466"/>
                <a:gd name="connsiteY73" fmla="*/ 59205 h 747989"/>
                <a:gd name="connsiteX74" fmla="*/ 35878 w 1673466"/>
                <a:gd name="connsiteY74" fmla="*/ 94069 h 747989"/>
                <a:gd name="connsiteX75" fmla="*/ 23200 w 1673466"/>
                <a:gd name="connsiteY75" fmla="*/ 102563 h 747989"/>
                <a:gd name="connsiteX76" fmla="*/ 1521460 w 1673466"/>
                <a:gd name="connsiteY76" fmla="*/ 27384 h 747989"/>
                <a:gd name="connsiteX77" fmla="*/ 1466819 w 1673466"/>
                <a:gd name="connsiteY77" fmla="*/ 27384 h 747989"/>
                <a:gd name="connsiteX78" fmla="*/ 1453127 w 1673466"/>
                <a:gd name="connsiteY78" fmla="*/ 13692 h 747989"/>
                <a:gd name="connsiteX79" fmla="*/ 1466819 w 1673466"/>
                <a:gd name="connsiteY79" fmla="*/ 0 h 747989"/>
                <a:gd name="connsiteX80" fmla="*/ 1521460 w 1673466"/>
                <a:gd name="connsiteY80" fmla="*/ 0 h 747989"/>
                <a:gd name="connsiteX81" fmla="*/ 1535152 w 1673466"/>
                <a:gd name="connsiteY81" fmla="*/ 13692 h 747989"/>
                <a:gd name="connsiteX82" fmla="*/ 1521460 w 1673466"/>
                <a:gd name="connsiteY82" fmla="*/ 27384 h 747989"/>
                <a:gd name="connsiteX83" fmla="*/ 1357663 w 1673466"/>
                <a:gd name="connsiteY83" fmla="*/ 27384 h 747989"/>
                <a:gd name="connsiteX84" fmla="*/ 1303022 w 1673466"/>
                <a:gd name="connsiteY84" fmla="*/ 27384 h 747989"/>
                <a:gd name="connsiteX85" fmla="*/ 1289330 w 1673466"/>
                <a:gd name="connsiteY85" fmla="*/ 13692 h 747989"/>
                <a:gd name="connsiteX86" fmla="*/ 1303022 w 1673466"/>
                <a:gd name="connsiteY86" fmla="*/ 0 h 747989"/>
                <a:gd name="connsiteX87" fmla="*/ 1357663 w 1673466"/>
                <a:gd name="connsiteY87" fmla="*/ 0 h 747989"/>
                <a:gd name="connsiteX88" fmla="*/ 1371355 w 1673466"/>
                <a:gd name="connsiteY88" fmla="*/ 13692 h 747989"/>
                <a:gd name="connsiteX89" fmla="*/ 1357663 w 1673466"/>
                <a:gd name="connsiteY89" fmla="*/ 27384 h 747989"/>
                <a:gd name="connsiteX90" fmla="*/ 1193740 w 1673466"/>
                <a:gd name="connsiteY90" fmla="*/ 27384 h 747989"/>
                <a:gd name="connsiteX91" fmla="*/ 1139098 w 1673466"/>
                <a:gd name="connsiteY91" fmla="*/ 27384 h 747989"/>
                <a:gd name="connsiteX92" fmla="*/ 1125406 w 1673466"/>
                <a:gd name="connsiteY92" fmla="*/ 13692 h 747989"/>
                <a:gd name="connsiteX93" fmla="*/ 1139098 w 1673466"/>
                <a:gd name="connsiteY93" fmla="*/ 0 h 747989"/>
                <a:gd name="connsiteX94" fmla="*/ 1193740 w 1673466"/>
                <a:gd name="connsiteY94" fmla="*/ 0 h 747989"/>
                <a:gd name="connsiteX95" fmla="*/ 1207432 w 1673466"/>
                <a:gd name="connsiteY95" fmla="*/ 13692 h 747989"/>
                <a:gd name="connsiteX96" fmla="*/ 1193740 w 1673466"/>
                <a:gd name="connsiteY96" fmla="*/ 27384 h 747989"/>
                <a:gd name="connsiteX97" fmla="*/ 1029943 w 1673466"/>
                <a:gd name="connsiteY97" fmla="*/ 27384 h 747989"/>
                <a:gd name="connsiteX98" fmla="*/ 975301 w 1673466"/>
                <a:gd name="connsiteY98" fmla="*/ 27384 h 747989"/>
                <a:gd name="connsiteX99" fmla="*/ 961609 w 1673466"/>
                <a:gd name="connsiteY99" fmla="*/ 13692 h 747989"/>
                <a:gd name="connsiteX100" fmla="*/ 975301 w 1673466"/>
                <a:gd name="connsiteY100" fmla="*/ 0 h 747989"/>
                <a:gd name="connsiteX101" fmla="*/ 1029943 w 1673466"/>
                <a:gd name="connsiteY101" fmla="*/ 0 h 747989"/>
                <a:gd name="connsiteX102" fmla="*/ 1043634 w 1673466"/>
                <a:gd name="connsiteY102" fmla="*/ 13692 h 747989"/>
                <a:gd name="connsiteX103" fmla="*/ 1029943 w 1673466"/>
                <a:gd name="connsiteY103" fmla="*/ 27384 h 747989"/>
                <a:gd name="connsiteX104" fmla="*/ 866146 w 1673466"/>
                <a:gd name="connsiteY104" fmla="*/ 27384 h 747989"/>
                <a:gd name="connsiteX105" fmla="*/ 811504 w 1673466"/>
                <a:gd name="connsiteY105" fmla="*/ 27384 h 747989"/>
                <a:gd name="connsiteX106" fmla="*/ 797812 w 1673466"/>
                <a:gd name="connsiteY106" fmla="*/ 13692 h 747989"/>
                <a:gd name="connsiteX107" fmla="*/ 811504 w 1673466"/>
                <a:gd name="connsiteY107" fmla="*/ 0 h 747989"/>
                <a:gd name="connsiteX108" fmla="*/ 866146 w 1673466"/>
                <a:gd name="connsiteY108" fmla="*/ 0 h 747989"/>
                <a:gd name="connsiteX109" fmla="*/ 879838 w 1673466"/>
                <a:gd name="connsiteY109" fmla="*/ 13692 h 747989"/>
                <a:gd name="connsiteX110" fmla="*/ 866146 w 1673466"/>
                <a:gd name="connsiteY110" fmla="*/ 27384 h 747989"/>
                <a:gd name="connsiteX111" fmla="*/ 702222 w 1673466"/>
                <a:gd name="connsiteY111" fmla="*/ 27384 h 747989"/>
                <a:gd name="connsiteX112" fmla="*/ 647581 w 1673466"/>
                <a:gd name="connsiteY112" fmla="*/ 27384 h 747989"/>
                <a:gd name="connsiteX113" fmla="*/ 633889 w 1673466"/>
                <a:gd name="connsiteY113" fmla="*/ 13692 h 747989"/>
                <a:gd name="connsiteX114" fmla="*/ 647581 w 1673466"/>
                <a:gd name="connsiteY114" fmla="*/ 0 h 747989"/>
                <a:gd name="connsiteX115" fmla="*/ 702222 w 1673466"/>
                <a:gd name="connsiteY115" fmla="*/ 0 h 747989"/>
                <a:gd name="connsiteX116" fmla="*/ 715914 w 1673466"/>
                <a:gd name="connsiteY116" fmla="*/ 13692 h 747989"/>
                <a:gd name="connsiteX117" fmla="*/ 702222 w 1673466"/>
                <a:gd name="connsiteY117" fmla="*/ 27384 h 747989"/>
                <a:gd name="connsiteX118" fmla="*/ 538425 w 1673466"/>
                <a:gd name="connsiteY118" fmla="*/ 27384 h 747989"/>
                <a:gd name="connsiteX119" fmla="*/ 483784 w 1673466"/>
                <a:gd name="connsiteY119" fmla="*/ 27384 h 747989"/>
                <a:gd name="connsiteX120" fmla="*/ 470092 w 1673466"/>
                <a:gd name="connsiteY120" fmla="*/ 13692 h 747989"/>
                <a:gd name="connsiteX121" fmla="*/ 483784 w 1673466"/>
                <a:gd name="connsiteY121" fmla="*/ 0 h 747989"/>
                <a:gd name="connsiteX122" fmla="*/ 538425 w 1673466"/>
                <a:gd name="connsiteY122" fmla="*/ 0 h 747989"/>
                <a:gd name="connsiteX123" fmla="*/ 552117 w 1673466"/>
                <a:gd name="connsiteY123" fmla="*/ 13692 h 747989"/>
                <a:gd name="connsiteX124" fmla="*/ 538425 w 1673466"/>
                <a:gd name="connsiteY124" fmla="*/ 27384 h 747989"/>
                <a:gd name="connsiteX125" fmla="*/ 374628 w 1673466"/>
                <a:gd name="connsiteY125" fmla="*/ 27384 h 747989"/>
                <a:gd name="connsiteX126" fmla="*/ 319987 w 1673466"/>
                <a:gd name="connsiteY126" fmla="*/ 27384 h 747989"/>
                <a:gd name="connsiteX127" fmla="*/ 306295 w 1673466"/>
                <a:gd name="connsiteY127" fmla="*/ 13692 h 747989"/>
                <a:gd name="connsiteX128" fmla="*/ 319987 w 1673466"/>
                <a:gd name="connsiteY128" fmla="*/ 0 h 747989"/>
                <a:gd name="connsiteX129" fmla="*/ 374628 w 1673466"/>
                <a:gd name="connsiteY129" fmla="*/ 0 h 747989"/>
                <a:gd name="connsiteX130" fmla="*/ 388320 w 1673466"/>
                <a:gd name="connsiteY130" fmla="*/ 13692 h 747989"/>
                <a:gd name="connsiteX131" fmla="*/ 374628 w 1673466"/>
                <a:gd name="connsiteY131" fmla="*/ 27384 h 747989"/>
                <a:gd name="connsiteX132" fmla="*/ 210705 w 1673466"/>
                <a:gd name="connsiteY132" fmla="*/ 27384 h 747989"/>
                <a:gd name="connsiteX133" fmla="*/ 156063 w 1673466"/>
                <a:gd name="connsiteY133" fmla="*/ 27384 h 747989"/>
                <a:gd name="connsiteX134" fmla="*/ 142371 w 1673466"/>
                <a:gd name="connsiteY134" fmla="*/ 13692 h 747989"/>
                <a:gd name="connsiteX135" fmla="*/ 156063 w 1673466"/>
                <a:gd name="connsiteY135" fmla="*/ 0 h 747989"/>
                <a:gd name="connsiteX136" fmla="*/ 210705 w 1673466"/>
                <a:gd name="connsiteY136" fmla="*/ 0 h 747989"/>
                <a:gd name="connsiteX137" fmla="*/ 224397 w 1673466"/>
                <a:gd name="connsiteY137" fmla="*/ 13692 h 747989"/>
                <a:gd name="connsiteX138" fmla="*/ 210705 w 1673466"/>
                <a:gd name="connsiteY138" fmla="*/ 27384 h 74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673466" h="747989">
                  <a:moveTo>
                    <a:pt x="1663705" y="756864"/>
                  </a:moveTo>
                  <a:cubicBezTo>
                    <a:pt x="1656098" y="756864"/>
                    <a:pt x="1650013" y="750652"/>
                    <a:pt x="1650013" y="743172"/>
                  </a:cubicBezTo>
                  <a:lnTo>
                    <a:pt x="1650013" y="688530"/>
                  </a:lnTo>
                  <a:cubicBezTo>
                    <a:pt x="1650013" y="680924"/>
                    <a:pt x="1656098" y="674838"/>
                    <a:pt x="1663705" y="674838"/>
                  </a:cubicBezTo>
                  <a:cubicBezTo>
                    <a:pt x="1671311" y="674838"/>
                    <a:pt x="1677397" y="681050"/>
                    <a:pt x="1677397" y="688530"/>
                  </a:cubicBezTo>
                  <a:lnTo>
                    <a:pt x="1677397" y="743172"/>
                  </a:lnTo>
                  <a:cubicBezTo>
                    <a:pt x="1677397" y="750652"/>
                    <a:pt x="1671311" y="756864"/>
                    <a:pt x="1663705" y="756864"/>
                  </a:cubicBezTo>
                  <a:close/>
                  <a:moveTo>
                    <a:pt x="13692" y="756610"/>
                  </a:moveTo>
                  <a:cubicBezTo>
                    <a:pt x="6085" y="756610"/>
                    <a:pt x="0" y="750398"/>
                    <a:pt x="0" y="742918"/>
                  </a:cubicBezTo>
                  <a:lnTo>
                    <a:pt x="0" y="688277"/>
                  </a:lnTo>
                  <a:cubicBezTo>
                    <a:pt x="0" y="680670"/>
                    <a:pt x="6085" y="674585"/>
                    <a:pt x="13692" y="674585"/>
                  </a:cubicBezTo>
                  <a:cubicBezTo>
                    <a:pt x="21299" y="674585"/>
                    <a:pt x="27384" y="680797"/>
                    <a:pt x="27384" y="688277"/>
                  </a:cubicBezTo>
                  <a:lnTo>
                    <a:pt x="27384" y="742918"/>
                  </a:lnTo>
                  <a:cubicBezTo>
                    <a:pt x="27384" y="750525"/>
                    <a:pt x="21299" y="756610"/>
                    <a:pt x="13692" y="756610"/>
                  </a:cubicBezTo>
                  <a:close/>
                  <a:moveTo>
                    <a:pt x="1663705" y="593067"/>
                  </a:moveTo>
                  <a:cubicBezTo>
                    <a:pt x="1656098" y="593067"/>
                    <a:pt x="1650013" y="586855"/>
                    <a:pt x="1650013" y="579375"/>
                  </a:cubicBezTo>
                  <a:lnTo>
                    <a:pt x="1650013" y="524733"/>
                  </a:lnTo>
                  <a:cubicBezTo>
                    <a:pt x="1650013" y="517127"/>
                    <a:pt x="1656098" y="511041"/>
                    <a:pt x="1663705" y="511041"/>
                  </a:cubicBezTo>
                  <a:cubicBezTo>
                    <a:pt x="1671311" y="511041"/>
                    <a:pt x="1677397" y="517254"/>
                    <a:pt x="1677397" y="524733"/>
                  </a:cubicBezTo>
                  <a:lnTo>
                    <a:pt x="1677397" y="579375"/>
                  </a:lnTo>
                  <a:cubicBezTo>
                    <a:pt x="1677397" y="586855"/>
                    <a:pt x="1671311" y="593067"/>
                    <a:pt x="1663705" y="593067"/>
                  </a:cubicBezTo>
                  <a:close/>
                  <a:moveTo>
                    <a:pt x="13692" y="592813"/>
                  </a:moveTo>
                  <a:cubicBezTo>
                    <a:pt x="6085" y="592813"/>
                    <a:pt x="0" y="586601"/>
                    <a:pt x="0" y="579121"/>
                  </a:cubicBezTo>
                  <a:lnTo>
                    <a:pt x="0" y="524480"/>
                  </a:lnTo>
                  <a:cubicBezTo>
                    <a:pt x="0" y="516873"/>
                    <a:pt x="6085" y="510788"/>
                    <a:pt x="13692" y="510788"/>
                  </a:cubicBezTo>
                  <a:cubicBezTo>
                    <a:pt x="21299" y="510788"/>
                    <a:pt x="27384" y="517000"/>
                    <a:pt x="27384" y="524480"/>
                  </a:cubicBezTo>
                  <a:lnTo>
                    <a:pt x="27384" y="579121"/>
                  </a:lnTo>
                  <a:cubicBezTo>
                    <a:pt x="27384" y="586728"/>
                    <a:pt x="21299" y="592813"/>
                    <a:pt x="13692" y="592813"/>
                  </a:cubicBezTo>
                  <a:close/>
                  <a:moveTo>
                    <a:pt x="1663705" y="429143"/>
                  </a:moveTo>
                  <a:cubicBezTo>
                    <a:pt x="1656098" y="429143"/>
                    <a:pt x="1650013" y="422931"/>
                    <a:pt x="1650013" y="415451"/>
                  </a:cubicBezTo>
                  <a:lnTo>
                    <a:pt x="1650013" y="360810"/>
                  </a:lnTo>
                  <a:cubicBezTo>
                    <a:pt x="1650013" y="353203"/>
                    <a:pt x="1656098" y="347118"/>
                    <a:pt x="1663705" y="347118"/>
                  </a:cubicBezTo>
                  <a:cubicBezTo>
                    <a:pt x="1671311" y="347118"/>
                    <a:pt x="1677397" y="353330"/>
                    <a:pt x="1677397" y="360810"/>
                  </a:cubicBezTo>
                  <a:lnTo>
                    <a:pt x="1677397" y="415451"/>
                  </a:lnTo>
                  <a:cubicBezTo>
                    <a:pt x="1677397" y="423058"/>
                    <a:pt x="1671311" y="429143"/>
                    <a:pt x="1663705" y="429143"/>
                  </a:cubicBezTo>
                  <a:close/>
                  <a:moveTo>
                    <a:pt x="13692" y="429016"/>
                  </a:moveTo>
                  <a:cubicBezTo>
                    <a:pt x="6085" y="429016"/>
                    <a:pt x="0" y="422804"/>
                    <a:pt x="0" y="415324"/>
                  </a:cubicBezTo>
                  <a:lnTo>
                    <a:pt x="0" y="360683"/>
                  </a:lnTo>
                  <a:cubicBezTo>
                    <a:pt x="0" y="353076"/>
                    <a:pt x="6085" y="346991"/>
                    <a:pt x="13692" y="346991"/>
                  </a:cubicBezTo>
                  <a:cubicBezTo>
                    <a:pt x="21299" y="346991"/>
                    <a:pt x="27384" y="353203"/>
                    <a:pt x="27384" y="360683"/>
                  </a:cubicBezTo>
                  <a:lnTo>
                    <a:pt x="27384" y="415324"/>
                  </a:lnTo>
                  <a:cubicBezTo>
                    <a:pt x="27384" y="422804"/>
                    <a:pt x="21299" y="429016"/>
                    <a:pt x="13692" y="429016"/>
                  </a:cubicBezTo>
                  <a:close/>
                  <a:moveTo>
                    <a:pt x="1663705" y="265346"/>
                  </a:moveTo>
                  <a:cubicBezTo>
                    <a:pt x="1656098" y="265346"/>
                    <a:pt x="1650013" y="259134"/>
                    <a:pt x="1650013" y="251654"/>
                  </a:cubicBezTo>
                  <a:lnTo>
                    <a:pt x="1650013" y="197013"/>
                  </a:lnTo>
                  <a:cubicBezTo>
                    <a:pt x="1650013" y="189406"/>
                    <a:pt x="1656098" y="183321"/>
                    <a:pt x="1663705" y="183321"/>
                  </a:cubicBezTo>
                  <a:cubicBezTo>
                    <a:pt x="1671311" y="183321"/>
                    <a:pt x="1677397" y="189533"/>
                    <a:pt x="1677397" y="197013"/>
                  </a:cubicBezTo>
                  <a:lnTo>
                    <a:pt x="1677397" y="251654"/>
                  </a:lnTo>
                  <a:cubicBezTo>
                    <a:pt x="1677397" y="259134"/>
                    <a:pt x="1671311" y="265346"/>
                    <a:pt x="1663705" y="265346"/>
                  </a:cubicBezTo>
                  <a:close/>
                  <a:moveTo>
                    <a:pt x="13692" y="265092"/>
                  </a:moveTo>
                  <a:cubicBezTo>
                    <a:pt x="6085" y="265092"/>
                    <a:pt x="0" y="258880"/>
                    <a:pt x="0" y="251400"/>
                  </a:cubicBezTo>
                  <a:lnTo>
                    <a:pt x="0" y="196759"/>
                  </a:lnTo>
                  <a:cubicBezTo>
                    <a:pt x="0" y="189153"/>
                    <a:pt x="6085" y="183067"/>
                    <a:pt x="13692" y="183067"/>
                  </a:cubicBezTo>
                  <a:cubicBezTo>
                    <a:pt x="21299" y="183067"/>
                    <a:pt x="27384" y="189279"/>
                    <a:pt x="27384" y="196759"/>
                  </a:cubicBezTo>
                  <a:lnTo>
                    <a:pt x="27384" y="251400"/>
                  </a:lnTo>
                  <a:cubicBezTo>
                    <a:pt x="27384" y="259007"/>
                    <a:pt x="21299" y="265092"/>
                    <a:pt x="13692" y="265092"/>
                  </a:cubicBezTo>
                  <a:close/>
                  <a:moveTo>
                    <a:pt x="1654323" y="102690"/>
                  </a:moveTo>
                  <a:cubicBezTo>
                    <a:pt x="1648998" y="102690"/>
                    <a:pt x="1643800" y="99521"/>
                    <a:pt x="1641645" y="94196"/>
                  </a:cubicBezTo>
                  <a:cubicBezTo>
                    <a:pt x="1636194" y="81011"/>
                    <a:pt x="1628207" y="69221"/>
                    <a:pt x="1618065" y="59078"/>
                  </a:cubicBezTo>
                  <a:cubicBezTo>
                    <a:pt x="1616670" y="57684"/>
                    <a:pt x="1615149" y="56289"/>
                    <a:pt x="1613754" y="55022"/>
                  </a:cubicBezTo>
                  <a:cubicBezTo>
                    <a:pt x="1608049" y="49950"/>
                    <a:pt x="1607669" y="41330"/>
                    <a:pt x="1612740" y="35625"/>
                  </a:cubicBezTo>
                  <a:cubicBezTo>
                    <a:pt x="1617811" y="29920"/>
                    <a:pt x="1626432" y="29539"/>
                    <a:pt x="1632137" y="34610"/>
                  </a:cubicBezTo>
                  <a:cubicBezTo>
                    <a:pt x="1634039" y="36258"/>
                    <a:pt x="1635813" y="38033"/>
                    <a:pt x="1637588" y="39681"/>
                  </a:cubicBezTo>
                  <a:cubicBezTo>
                    <a:pt x="1650266" y="52359"/>
                    <a:pt x="1660155" y="67192"/>
                    <a:pt x="1667127" y="83673"/>
                  </a:cubicBezTo>
                  <a:cubicBezTo>
                    <a:pt x="1670043" y="90646"/>
                    <a:pt x="1666747" y="98760"/>
                    <a:pt x="1659775" y="101676"/>
                  </a:cubicBezTo>
                  <a:cubicBezTo>
                    <a:pt x="1657873" y="102436"/>
                    <a:pt x="1656098" y="102690"/>
                    <a:pt x="1654323" y="102690"/>
                  </a:cubicBezTo>
                  <a:close/>
                  <a:moveTo>
                    <a:pt x="23200" y="102563"/>
                  </a:moveTo>
                  <a:cubicBezTo>
                    <a:pt x="21425" y="102563"/>
                    <a:pt x="19651" y="102183"/>
                    <a:pt x="17876" y="101549"/>
                  </a:cubicBezTo>
                  <a:cubicBezTo>
                    <a:pt x="10903" y="98633"/>
                    <a:pt x="7607" y="90519"/>
                    <a:pt x="10523" y="83547"/>
                  </a:cubicBezTo>
                  <a:cubicBezTo>
                    <a:pt x="17368" y="67192"/>
                    <a:pt x="27257" y="52359"/>
                    <a:pt x="39935" y="39808"/>
                  </a:cubicBezTo>
                  <a:cubicBezTo>
                    <a:pt x="41710" y="38033"/>
                    <a:pt x="43612" y="36258"/>
                    <a:pt x="45513" y="34484"/>
                  </a:cubicBezTo>
                  <a:cubicBezTo>
                    <a:pt x="51218" y="29412"/>
                    <a:pt x="59839" y="29920"/>
                    <a:pt x="64910" y="35625"/>
                  </a:cubicBezTo>
                  <a:cubicBezTo>
                    <a:pt x="69981" y="41330"/>
                    <a:pt x="69474" y="49950"/>
                    <a:pt x="63769" y="55022"/>
                  </a:cubicBezTo>
                  <a:cubicBezTo>
                    <a:pt x="62248" y="56416"/>
                    <a:pt x="60726" y="57811"/>
                    <a:pt x="59332" y="59205"/>
                  </a:cubicBezTo>
                  <a:cubicBezTo>
                    <a:pt x="49190" y="69347"/>
                    <a:pt x="41329" y="81011"/>
                    <a:pt x="35878" y="94069"/>
                  </a:cubicBezTo>
                  <a:cubicBezTo>
                    <a:pt x="33596" y="99394"/>
                    <a:pt x="28525" y="102563"/>
                    <a:pt x="23200" y="102563"/>
                  </a:cubicBezTo>
                  <a:close/>
                  <a:moveTo>
                    <a:pt x="1521460" y="27384"/>
                  </a:moveTo>
                  <a:lnTo>
                    <a:pt x="1466819" y="27384"/>
                  </a:lnTo>
                  <a:cubicBezTo>
                    <a:pt x="1459212" y="27384"/>
                    <a:pt x="1453127" y="21172"/>
                    <a:pt x="1453127" y="13692"/>
                  </a:cubicBezTo>
                  <a:cubicBezTo>
                    <a:pt x="1453127" y="6085"/>
                    <a:pt x="1459212" y="0"/>
                    <a:pt x="1466819" y="0"/>
                  </a:cubicBezTo>
                  <a:lnTo>
                    <a:pt x="1521460" y="0"/>
                  </a:lnTo>
                  <a:cubicBezTo>
                    <a:pt x="1529067" y="0"/>
                    <a:pt x="1535152" y="6212"/>
                    <a:pt x="1535152" y="13692"/>
                  </a:cubicBezTo>
                  <a:cubicBezTo>
                    <a:pt x="1535152" y="21172"/>
                    <a:pt x="1529067" y="27384"/>
                    <a:pt x="1521460" y="27384"/>
                  </a:cubicBezTo>
                  <a:close/>
                  <a:moveTo>
                    <a:pt x="1357663" y="27384"/>
                  </a:moveTo>
                  <a:lnTo>
                    <a:pt x="1303022" y="27384"/>
                  </a:lnTo>
                  <a:cubicBezTo>
                    <a:pt x="1295415" y="27384"/>
                    <a:pt x="1289330" y="21172"/>
                    <a:pt x="1289330" y="13692"/>
                  </a:cubicBezTo>
                  <a:cubicBezTo>
                    <a:pt x="1289330" y="6085"/>
                    <a:pt x="1295415" y="0"/>
                    <a:pt x="1303022" y="0"/>
                  </a:cubicBezTo>
                  <a:lnTo>
                    <a:pt x="1357663" y="0"/>
                  </a:lnTo>
                  <a:cubicBezTo>
                    <a:pt x="1365270" y="0"/>
                    <a:pt x="1371355" y="6212"/>
                    <a:pt x="1371355" y="13692"/>
                  </a:cubicBezTo>
                  <a:cubicBezTo>
                    <a:pt x="1371355" y="21172"/>
                    <a:pt x="1365143" y="27384"/>
                    <a:pt x="1357663" y="27384"/>
                  </a:cubicBezTo>
                  <a:close/>
                  <a:moveTo>
                    <a:pt x="1193740" y="27384"/>
                  </a:moveTo>
                  <a:lnTo>
                    <a:pt x="1139098" y="27384"/>
                  </a:lnTo>
                  <a:cubicBezTo>
                    <a:pt x="1131492" y="27384"/>
                    <a:pt x="1125406" y="21172"/>
                    <a:pt x="1125406" y="13692"/>
                  </a:cubicBezTo>
                  <a:cubicBezTo>
                    <a:pt x="1125406" y="6085"/>
                    <a:pt x="1131492" y="0"/>
                    <a:pt x="1139098" y="0"/>
                  </a:cubicBezTo>
                  <a:lnTo>
                    <a:pt x="1193740" y="0"/>
                  </a:lnTo>
                  <a:cubicBezTo>
                    <a:pt x="1201346" y="0"/>
                    <a:pt x="1207432" y="6212"/>
                    <a:pt x="1207432" y="13692"/>
                  </a:cubicBezTo>
                  <a:cubicBezTo>
                    <a:pt x="1207432" y="21172"/>
                    <a:pt x="1201346" y="27384"/>
                    <a:pt x="1193740" y="27384"/>
                  </a:cubicBezTo>
                  <a:close/>
                  <a:moveTo>
                    <a:pt x="1029943" y="27384"/>
                  </a:moveTo>
                  <a:lnTo>
                    <a:pt x="975301" y="27384"/>
                  </a:lnTo>
                  <a:cubicBezTo>
                    <a:pt x="967695" y="27384"/>
                    <a:pt x="961609" y="21172"/>
                    <a:pt x="961609" y="13692"/>
                  </a:cubicBezTo>
                  <a:cubicBezTo>
                    <a:pt x="961609" y="6085"/>
                    <a:pt x="967695" y="0"/>
                    <a:pt x="975301" y="0"/>
                  </a:cubicBezTo>
                  <a:lnTo>
                    <a:pt x="1029943" y="0"/>
                  </a:lnTo>
                  <a:cubicBezTo>
                    <a:pt x="1037549" y="0"/>
                    <a:pt x="1043634" y="6212"/>
                    <a:pt x="1043634" y="13692"/>
                  </a:cubicBezTo>
                  <a:cubicBezTo>
                    <a:pt x="1043634" y="21172"/>
                    <a:pt x="1037549" y="27384"/>
                    <a:pt x="1029943" y="27384"/>
                  </a:cubicBezTo>
                  <a:close/>
                  <a:moveTo>
                    <a:pt x="866146" y="27384"/>
                  </a:moveTo>
                  <a:lnTo>
                    <a:pt x="811504" y="27384"/>
                  </a:lnTo>
                  <a:cubicBezTo>
                    <a:pt x="803898" y="27384"/>
                    <a:pt x="797812" y="21172"/>
                    <a:pt x="797812" y="13692"/>
                  </a:cubicBezTo>
                  <a:cubicBezTo>
                    <a:pt x="797812" y="6085"/>
                    <a:pt x="803898" y="0"/>
                    <a:pt x="811504" y="0"/>
                  </a:cubicBezTo>
                  <a:lnTo>
                    <a:pt x="866146" y="0"/>
                  </a:lnTo>
                  <a:cubicBezTo>
                    <a:pt x="873752" y="0"/>
                    <a:pt x="879838" y="6212"/>
                    <a:pt x="879838" y="13692"/>
                  </a:cubicBezTo>
                  <a:cubicBezTo>
                    <a:pt x="879838" y="21172"/>
                    <a:pt x="873626" y="27384"/>
                    <a:pt x="866146" y="27384"/>
                  </a:cubicBezTo>
                  <a:close/>
                  <a:moveTo>
                    <a:pt x="702222" y="27384"/>
                  </a:moveTo>
                  <a:lnTo>
                    <a:pt x="647581" y="27384"/>
                  </a:lnTo>
                  <a:cubicBezTo>
                    <a:pt x="639974" y="27384"/>
                    <a:pt x="633889" y="21172"/>
                    <a:pt x="633889" y="13692"/>
                  </a:cubicBezTo>
                  <a:cubicBezTo>
                    <a:pt x="633889" y="6085"/>
                    <a:pt x="639974" y="0"/>
                    <a:pt x="647581" y="0"/>
                  </a:cubicBezTo>
                  <a:lnTo>
                    <a:pt x="702222" y="0"/>
                  </a:lnTo>
                  <a:cubicBezTo>
                    <a:pt x="709829" y="0"/>
                    <a:pt x="715914" y="6212"/>
                    <a:pt x="715914" y="13692"/>
                  </a:cubicBezTo>
                  <a:cubicBezTo>
                    <a:pt x="716041" y="21172"/>
                    <a:pt x="709829" y="27384"/>
                    <a:pt x="702222" y="27384"/>
                  </a:cubicBezTo>
                  <a:close/>
                  <a:moveTo>
                    <a:pt x="538425" y="27384"/>
                  </a:moveTo>
                  <a:lnTo>
                    <a:pt x="483784" y="27384"/>
                  </a:lnTo>
                  <a:cubicBezTo>
                    <a:pt x="476177" y="27384"/>
                    <a:pt x="470092" y="21172"/>
                    <a:pt x="470092" y="13692"/>
                  </a:cubicBezTo>
                  <a:cubicBezTo>
                    <a:pt x="470092" y="6085"/>
                    <a:pt x="476177" y="0"/>
                    <a:pt x="483784" y="0"/>
                  </a:cubicBezTo>
                  <a:lnTo>
                    <a:pt x="538425" y="0"/>
                  </a:lnTo>
                  <a:cubicBezTo>
                    <a:pt x="546032" y="0"/>
                    <a:pt x="552117" y="6212"/>
                    <a:pt x="552117" y="13692"/>
                  </a:cubicBezTo>
                  <a:cubicBezTo>
                    <a:pt x="552117" y="21172"/>
                    <a:pt x="546032" y="27384"/>
                    <a:pt x="538425" y="27384"/>
                  </a:cubicBezTo>
                  <a:close/>
                  <a:moveTo>
                    <a:pt x="374628" y="27384"/>
                  </a:moveTo>
                  <a:lnTo>
                    <a:pt x="319987" y="27384"/>
                  </a:lnTo>
                  <a:cubicBezTo>
                    <a:pt x="312380" y="27384"/>
                    <a:pt x="306295" y="21172"/>
                    <a:pt x="306295" y="13692"/>
                  </a:cubicBezTo>
                  <a:cubicBezTo>
                    <a:pt x="306295" y="6085"/>
                    <a:pt x="312380" y="0"/>
                    <a:pt x="319987" y="0"/>
                  </a:cubicBezTo>
                  <a:lnTo>
                    <a:pt x="374628" y="0"/>
                  </a:lnTo>
                  <a:cubicBezTo>
                    <a:pt x="382235" y="0"/>
                    <a:pt x="388320" y="6212"/>
                    <a:pt x="388320" y="13692"/>
                  </a:cubicBezTo>
                  <a:cubicBezTo>
                    <a:pt x="388320" y="21172"/>
                    <a:pt x="382108" y="27384"/>
                    <a:pt x="374628" y="27384"/>
                  </a:cubicBezTo>
                  <a:close/>
                  <a:moveTo>
                    <a:pt x="210705" y="27384"/>
                  </a:moveTo>
                  <a:lnTo>
                    <a:pt x="156063" y="27384"/>
                  </a:lnTo>
                  <a:cubicBezTo>
                    <a:pt x="148457" y="27384"/>
                    <a:pt x="142371" y="21172"/>
                    <a:pt x="142371" y="13692"/>
                  </a:cubicBezTo>
                  <a:cubicBezTo>
                    <a:pt x="142371" y="6085"/>
                    <a:pt x="148457" y="0"/>
                    <a:pt x="156063" y="0"/>
                  </a:cubicBezTo>
                  <a:lnTo>
                    <a:pt x="210705" y="0"/>
                  </a:lnTo>
                  <a:cubicBezTo>
                    <a:pt x="218311" y="0"/>
                    <a:pt x="224397" y="6212"/>
                    <a:pt x="224397" y="13692"/>
                  </a:cubicBezTo>
                  <a:cubicBezTo>
                    <a:pt x="224523" y="21172"/>
                    <a:pt x="218311" y="27384"/>
                    <a:pt x="210705" y="27384"/>
                  </a:cubicBezTo>
                  <a:close/>
                </a:path>
              </a:pathLst>
            </a:custGeom>
            <a:solidFill>
              <a:srgbClr val="3967A0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6A6592C-2B82-4E1A-A15A-219FF392E3BC}"/>
                </a:ext>
              </a:extLst>
            </p:cNvPr>
            <p:cNvSpPr/>
            <p:nvPr/>
          </p:nvSpPr>
          <p:spPr>
            <a:xfrm>
              <a:off x="7056811" y="3584251"/>
              <a:ext cx="1863633" cy="849411"/>
            </a:xfrm>
            <a:custGeom>
              <a:avLst/>
              <a:gdLst>
                <a:gd name="connsiteX0" fmla="*/ 1541111 w 1863633"/>
                <a:gd name="connsiteY0" fmla="*/ 852454 h 849411"/>
                <a:gd name="connsiteX1" fmla="*/ 136286 w 1863633"/>
                <a:gd name="connsiteY1" fmla="*/ 852454 h 849411"/>
                <a:gd name="connsiteX2" fmla="*/ 39935 w 1863633"/>
                <a:gd name="connsiteY2" fmla="*/ 812519 h 849411"/>
                <a:gd name="connsiteX3" fmla="*/ 0 w 1863633"/>
                <a:gd name="connsiteY3" fmla="*/ 716168 h 849411"/>
                <a:gd name="connsiteX4" fmla="*/ 0 w 1863633"/>
                <a:gd name="connsiteY4" fmla="*/ 13692 h 849411"/>
                <a:gd name="connsiteX5" fmla="*/ 27511 w 1863633"/>
                <a:gd name="connsiteY5" fmla="*/ 13692 h 849411"/>
                <a:gd name="connsiteX6" fmla="*/ 27511 w 1863633"/>
                <a:gd name="connsiteY6" fmla="*/ 716168 h 849411"/>
                <a:gd name="connsiteX7" fmla="*/ 59332 w 1863633"/>
                <a:gd name="connsiteY7" fmla="*/ 793122 h 849411"/>
                <a:gd name="connsiteX8" fmla="*/ 136286 w 1863633"/>
                <a:gd name="connsiteY8" fmla="*/ 824943 h 849411"/>
                <a:gd name="connsiteX9" fmla="*/ 1541111 w 1863633"/>
                <a:gd name="connsiteY9" fmla="*/ 824943 h 849411"/>
                <a:gd name="connsiteX10" fmla="*/ 1618065 w 1863633"/>
                <a:gd name="connsiteY10" fmla="*/ 793122 h 849411"/>
                <a:gd name="connsiteX11" fmla="*/ 1649886 w 1863633"/>
                <a:gd name="connsiteY11" fmla="*/ 716168 h 849411"/>
                <a:gd name="connsiteX12" fmla="*/ 1649886 w 1863633"/>
                <a:gd name="connsiteY12" fmla="*/ 0 h 849411"/>
                <a:gd name="connsiteX13" fmla="*/ 1868577 w 1863633"/>
                <a:gd name="connsiteY13" fmla="*/ 0 h 849411"/>
                <a:gd name="connsiteX14" fmla="*/ 1868577 w 1863633"/>
                <a:gd name="connsiteY14" fmla="*/ 27511 h 849411"/>
                <a:gd name="connsiteX15" fmla="*/ 1677270 w 1863633"/>
                <a:gd name="connsiteY15" fmla="*/ 27511 h 849411"/>
                <a:gd name="connsiteX16" fmla="*/ 1677270 w 1863633"/>
                <a:gd name="connsiteY16" fmla="*/ 716168 h 849411"/>
                <a:gd name="connsiteX17" fmla="*/ 1637335 w 1863633"/>
                <a:gd name="connsiteY17" fmla="*/ 812519 h 849411"/>
                <a:gd name="connsiteX18" fmla="*/ 1541111 w 1863633"/>
                <a:gd name="connsiteY18" fmla="*/ 852454 h 8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3633" h="849411">
                  <a:moveTo>
                    <a:pt x="1541111" y="852454"/>
                  </a:moveTo>
                  <a:lnTo>
                    <a:pt x="136286" y="852454"/>
                  </a:lnTo>
                  <a:cubicBezTo>
                    <a:pt x="99901" y="852454"/>
                    <a:pt x="65671" y="838255"/>
                    <a:pt x="39935" y="812519"/>
                  </a:cubicBezTo>
                  <a:cubicBezTo>
                    <a:pt x="14199" y="786783"/>
                    <a:pt x="0" y="752553"/>
                    <a:pt x="0" y="716168"/>
                  </a:cubicBezTo>
                  <a:lnTo>
                    <a:pt x="0" y="13692"/>
                  </a:lnTo>
                  <a:lnTo>
                    <a:pt x="27511" y="13692"/>
                  </a:lnTo>
                  <a:lnTo>
                    <a:pt x="27511" y="716168"/>
                  </a:lnTo>
                  <a:cubicBezTo>
                    <a:pt x="27511" y="745200"/>
                    <a:pt x="38794" y="772584"/>
                    <a:pt x="59332" y="793122"/>
                  </a:cubicBezTo>
                  <a:cubicBezTo>
                    <a:pt x="79870" y="813660"/>
                    <a:pt x="107254" y="824943"/>
                    <a:pt x="136286" y="824943"/>
                  </a:cubicBezTo>
                  <a:lnTo>
                    <a:pt x="1541111" y="824943"/>
                  </a:lnTo>
                  <a:cubicBezTo>
                    <a:pt x="1570143" y="824943"/>
                    <a:pt x="1597527" y="813660"/>
                    <a:pt x="1618065" y="793122"/>
                  </a:cubicBezTo>
                  <a:cubicBezTo>
                    <a:pt x="1638602" y="772584"/>
                    <a:pt x="1649886" y="745200"/>
                    <a:pt x="1649886" y="716168"/>
                  </a:cubicBezTo>
                  <a:lnTo>
                    <a:pt x="1649886" y="0"/>
                  </a:lnTo>
                  <a:lnTo>
                    <a:pt x="1868577" y="0"/>
                  </a:lnTo>
                  <a:lnTo>
                    <a:pt x="1868577" y="27511"/>
                  </a:lnTo>
                  <a:lnTo>
                    <a:pt x="1677270" y="27511"/>
                  </a:lnTo>
                  <a:lnTo>
                    <a:pt x="1677270" y="716168"/>
                  </a:lnTo>
                  <a:cubicBezTo>
                    <a:pt x="1677270" y="752553"/>
                    <a:pt x="1663071" y="786783"/>
                    <a:pt x="1637335" y="812519"/>
                  </a:cubicBezTo>
                  <a:cubicBezTo>
                    <a:pt x="1611726" y="838255"/>
                    <a:pt x="1577496" y="852454"/>
                    <a:pt x="1541111" y="852454"/>
                  </a:cubicBezTo>
                  <a:close/>
                </a:path>
              </a:pathLst>
            </a:custGeom>
            <a:solidFill>
              <a:srgbClr val="3967A0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70604E1-6E56-4453-84FD-3FE4188CFE9B}"/>
                </a:ext>
              </a:extLst>
            </p:cNvPr>
            <p:cNvSpPr/>
            <p:nvPr/>
          </p:nvSpPr>
          <p:spPr>
            <a:xfrm>
              <a:off x="8905484" y="3529483"/>
              <a:ext cx="114100" cy="126778"/>
            </a:xfrm>
            <a:custGeom>
              <a:avLst/>
              <a:gdLst>
                <a:gd name="connsiteX0" fmla="*/ 0 w 114099"/>
                <a:gd name="connsiteY0" fmla="*/ 136920 h 126777"/>
                <a:gd name="connsiteX1" fmla="*/ 118537 w 114099"/>
                <a:gd name="connsiteY1" fmla="*/ 68460 h 126777"/>
                <a:gd name="connsiteX2" fmla="*/ 0 w 114099"/>
                <a:gd name="connsiteY2" fmla="*/ 0 h 1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099" h="126777">
                  <a:moveTo>
                    <a:pt x="0" y="136920"/>
                  </a:moveTo>
                  <a:lnTo>
                    <a:pt x="118537" y="68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67A0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D32042C-2DC8-40A6-9A73-D55950EE2B4F}"/>
              </a:ext>
            </a:extLst>
          </p:cNvPr>
          <p:cNvGrpSpPr/>
          <p:nvPr/>
        </p:nvGrpSpPr>
        <p:grpSpPr>
          <a:xfrm>
            <a:off x="8994633" y="2759181"/>
            <a:ext cx="1976864" cy="1668523"/>
            <a:chOff x="8994633" y="2759181"/>
            <a:chExt cx="1976864" cy="1668523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34D1945-C668-44F4-B1F5-11284587F093}"/>
                </a:ext>
              </a:extLst>
            </p:cNvPr>
            <p:cNvSpPr/>
            <p:nvPr/>
          </p:nvSpPr>
          <p:spPr>
            <a:xfrm>
              <a:off x="8996637" y="3679715"/>
              <a:ext cx="1673466" cy="747989"/>
            </a:xfrm>
            <a:custGeom>
              <a:avLst/>
              <a:gdLst>
                <a:gd name="connsiteX0" fmla="*/ 1521460 w 1673466"/>
                <a:gd name="connsiteY0" fmla="*/ 756990 h 747989"/>
                <a:gd name="connsiteX1" fmla="*/ 1466819 w 1673466"/>
                <a:gd name="connsiteY1" fmla="*/ 756990 h 747989"/>
                <a:gd name="connsiteX2" fmla="*/ 1453127 w 1673466"/>
                <a:gd name="connsiteY2" fmla="*/ 743298 h 747989"/>
                <a:gd name="connsiteX3" fmla="*/ 1466819 w 1673466"/>
                <a:gd name="connsiteY3" fmla="*/ 729606 h 747989"/>
                <a:gd name="connsiteX4" fmla="*/ 1521460 w 1673466"/>
                <a:gd name="connsiteY4" fmla="*/ 729606 h 747989"/>
                <a:gd name="connsiteX5" fmla="*/ 1535152 w 1673466"/>
                <a:gd name="connsiteY5" fmla="*/ 743298 h 747989"/>
                <a:gd name="connsiteX6" fmla="*/ 1521460 w 1673466"/>
                <a:gd name="connsiteY6" fmla="*/ 756990 h 747989"/>
                <a:gd name="connsiteX7" fmla="*/ 1357663 w 1673466"/>
                <a:gd name="connsiteY7" fmla="*/ 756990 h 747989"/>
                <a:gd name="connsiteX8" fmla="*/ 1303022 w 1673466"/>
                <a:gd name="connsiteY8" fmla="*/ 756990 h 747989"/>
                <a:gd name="connsiteX9" fmla="*/ 1289330 w 1673466"/>
                <a:gd name="connsiteY9" fmla="*/ 743298 h 747989"/>
                <a:gd name="connsiteX10" fmla="*/ 1303022 w 1673466"/>
                <a:gd name="connsiteY10" fmla="*/ 729606 h 747989"/>
                <a:gd name="connsiteX11" fmla="*/ 1357663 w 1673466"/>
                <a:gd name="connsiteY11" fmla="*/ 729606 h 747989"/>
                <a:gd name="connsiteX12" fmla="*/ 1371355 w 1673466"/>
                <a:gd name="connsiteY12" fmla="*/ 743298 h 747989"/>
                <a:gd name="connsiteX13" fmla="*/ 1357663 w 1673466"/>
                <a:gd name="connsiteY13" fmla="*/ 756990 h 747989"/>
                <a:gd name="connsiteX14" fmla="*/ 1193740 w 1673466"/>
                <a:gd name="connsiteY14" fmla="*/ 756990 h 747989"/>
                <a:gd name="connsiteX15" fmla="*/ 1139098 w 1673466"/>
                <a:gd name="connsiteY15" fmla="*/ 756990 h 747989"/>
                <a:gd name="connsiteX16" fmla="*/ 1125406 w 1673466"/>
                <a:gd name="connsiteY16" fmla="*/ 743298 h 747989"/>
                <a:gd name="connsiteX17" fmla="*/ 1139098 w 1673466"/>
                <a:gd name="connsiteY17" fmla="*/ 729606 h 747989"/>
                <a:gd name="connsiteX18" fmla="*/ 1193740 w 1673466"/>
                <a:gd name="connsiteY18" fmla="*/ 729606 h 747989"/>
                <a:gd name="connsiteX19" fmla="*/ 1207431 w 1673466"/>
                <a:gd name="connsiteY19" fmla="*/ 743298 h 747989"/>
                <a:gd name="connsiteX20" fmla="*/ 1193740 w 1673466"/>
                <a:gd name="connsiteY20" fmla="*/ 756990 h 747989"/>
                <a:gd name="connsiteX21" fmla="*/ 1029942 w 1673466"/>
                <a:gd name="connsiteY21" fmla="*/ 756990 h 747989"/>
                <a:gd name="connsiteX22" fmla="*/ 975301 w 1673466"/>
                <a:gd name="connsiteY22" fmla="*/ 756990 h 747989"/>
                <a:gd name="connsiteX23" fmla="*/ 961609 w 1673466"/>
                <a:gd name="connsiteY23" fmla="*/ 743298 h 747989"/>
                <a:gd name="connsiteX24" fmla="*/ 975301 w 1673466"/>
                <a:gd name="connsiteY24" fmla="*/ 729606 h 747989"/>
                <a:gd name="connsiteX25" fmla="*/ 1029942 w 1673466"/>
                <a:gd name="connsiteY25" fmla="*/ 729606 h 747989"/>
                <a:gd name="connsiteX26" fmla="*/ 1043635 w 1673466"/>
                <a:gd name="connsiteY26" fmla="*/ 743298 h 747989"/>
                <a:gd name="connsiteX27" fmla="*/ 1029942 w 1673466"/>
                <a:gd name="connsiteY27" fmla="*/ 756990 h 747989"/>
                <a:gd name="connsiteX28" fmla="*/ 866146 w 1673466"/>
                <a:gd name="connsiteY28" fmla="*/ 756990 h 747989"/>
                <a:gd name="connsiteX29" fmla="*/ 811505 w 1673466"/>
                <a:gd name="connsiteY29" fmla="*/ 756990 h 747989"/>
                <a:gd name="connsiteX30" fmla="*/ 797812 w 1673466"/>
                <a:gd name="connsiteY30" fmla="*/ 743298 h 747989"/>
                <a:gd name="connsiteX31" fmla="*/ 811505 w 1673466"/>
                <a:gd name="connsiteY31" fmla="*/ 729606 h 747989"/>
                <a:gd name="connsiteX32" fmla="*/ 866146 w 1673466"/>
                <a:gd name="connsiteY32" fmla="*/ 729606 h 747989"/>
                <a:gd name="connsiteX33" fmla="*/ 879838 w 1673466"/>
                <a:gd name="connsiteY33" fmla="*/ 743298 h 747989"/>
                <a:gd name="connsiteX34" fmla="*/ 866146 w 1673466"/>
                <a:gd name="connsiteY34" fmla="*/ 756990 h 747989"/>
                <a:gd name="connsiteX35" fmla="*/ 702222 w 1673466"/>
                <a:gd name="connsiteY35" fmla="*/ 756990 h 747989"/>
                <a:gd name="connsiteX36" fmla="*/ 647581 w 1673466"/>
                <a:gd name="connsiteY36" fmla="*/ 756990 h 747989"/>
                <a:gd name="connsiteX37" fmla="*/ 633889 w 1673466"/>
                <a:gd name="connsiteY37" fmla="*/ 743298 h 747989"/>
                <a:gd name="connsiteX38" fmla="*/ 647581 w 1673466"/>
                <a:gd name="connsiteY38" fmla="*/ 729606 h 747989"/>
                <a:gd name="connsiteX39" fmla="*/ 702222 w 1673466"/>
                <a:gd name="connsiteY39" fmla="*/ 729606 h 747989"/>
                <a:gd name="connsiteX40" fmla="*/ 715914 w 1673466"/>
                <a:gd name="connsiteY40" fmla="*/ 743298 h 747989"/>
                <a:gd name="connsiteX41" fmla="*/ 702222 w 1673466"/>
                <a:gd name="connsiteY41" fmla="*/ 756990 h 747989"/>
                <a:gd name="connsiteX42" fmla="*/ 538425 w 1673466"/>
                <a:gd name="connsiteY42" fmla="*/ 756990 h 747989"/>
                <a:gd name="connsiteX43" fmla="*/ 483784 w 1673466"/>
                <a:gd name="connsiteY43" fmla="*/ 756990 h 747989"/>
                <a:gd name="connsiteX44" fmla="*/ 470092 w 1673466"/>
                <a:gd name="connsiteY44" fmla="*/ 743298 h 747989"/>
                <a:gd name="connsiteX45" fmla="*/ 483784 w 1673466"/>
                <a:gd name="connsiteY45" fmla="*/ 729606 h 747989"/>
                <a:gd name="connsiteX46" fmla="*/ 538425 w 1673466"/>
                <a:gd name="connsiteY46" fmla="*/ 729606 h 747989"/>
                <a:gd name="connsiteX47" fmla="*/ 552117 w 1673466"/>
                <a:gd name="connsiteY47" fmla="*/ 743298 h 747989"/>
                <a:gd name="connsiteX48" fmla="*/ 538425 w 1673466"/>
                <a:gd name="connsiteY48" fmla="*/ 756990 h 747989"/>
                <a:gd name="connsiteX49" fmla="*/ 374629 w 1673466"/>
                <a:gd name="connsiteY49" fmla="*/ 756990 h 747989"/>
                <a:gd name="connsiteX50" fmla="*/ 319987 w 1673466"/>
                <a:gd name="connsiteY50" fmla="*/ 756990 h 747989"/>
                <a:gd name="connsiteX51" fmla="*/ 306295 w 1673466"/>
                <a:gd name="connsiteY51" fmla="*/ 743298 h 747989"/>
                <a:gd name="connsiteX52" fmla="*/ 319987 w 1673466"/>
                <a:gd name="connsiteY52" fmla="*/ 729606 h 747989"/>
                <a:gd name="connsiteX53" fmla="*/ 374629 w 1673466"/>
                <a:gd name="connsiteY53" fmla="*/ 729606 h 747989"/>
                <a:gd name="connsiteX54" fmla="*/ 388320 w 1673466"/>
                <a:gd name="connsiteY54" fmla="*/ 743298 h 747989"/>
                <a:gd name="connsiteX55" fmla="*/ 374629 w 1673466"/>
                <a:gd name="connsiteY55" fmla="*/ 756990 h 747989"/>
                <a:gd name="connsiteX56" fmla="*/ 210705 w 1673466"/>
                <a:gd name="connsiteY56" fmla="*/ 756990 h 747989"/>
                <a:gd name="connsiteX57" fmla="*/ 156063 w 1673466"/>
                <a:gd name="connsiteY57" fmla="*/ 756990 h 747989"/>
                <a:gd name="connsiteX58" fmla="*/ 142372 w 1673466"/>
                <a:gd name="connsiteY58" fmla="*/ 743298 h 747989"/>
                <a:gd name="connsiteX59" fmla="*/ 156063 w 1673466"/>
                <a:gd name="connsiteY59" fmla="*/ 729606 h 747989"/>
                <a:gd name="connsiteX60" fmla="*/ 210705 w 1673466"/>
                <a:gd name="connsiteY60" fmla="*/ 729606 h 747989"/>
                <a:gd name="connsiteX61" fmla="*/ 224397 w 1673466"/>
                <a:gd name="connsiteY61" fmla="*/ 743298 h 747989"/>
                <a:gd name="connsiteX62" fmla="*/ 210705 w 1673466"/>
                <a:gd name="connsiteY62" fmla="*/ 756990 h 747989"/>
                <a:gd name="connsiteX63" fmla="*/ 54641 w 1673466"/>
                <a:gd name="connsiteY63" fmla="*/ 725803 h 747989"/>
                <a:gd name="connsiteX64" fmla="*/ 45513 w 1673466"/>
                <a:gd name="connsiteY64" fmla="*/ 722253 h 747989"/>
                <a:gd name="connsiteX65" fmla="*/ 39935 w 1673466"/>
                <a:gd name="connsiteY65" fmla="*/ 716929 h 747989"/>
                <a:gd name="connsiteX66" fmla="*/ 10523 w 1673466"/>
                <a:gd name="connsiteY66" fmla="*/ 673190 h 747989"/>
                <a:gd name="connsiteX67" fmla="*/ 17876 w 1673466"/>
                <a:gd name="connsiteY67" fmla="*/ 655188 h 747989"/>
                <a:gd name="connsiteX68" fmla="*/ 35878 w 1673466"/>
                <a:gd name="connsiteY68" fmla="*/ 662541 h 747989"/>
                <a:gd name="connsiteX69" fmla="*/ 59332 w 1673466"/>
                <a:gd name="connsiteY69" fmla="*/ 697405 h 747989"/>
                <a:gd name="connsiteX70" fmla="*/ 63769 w 1673466"/>
                <a:gd name="connsiteY70" fmla="*/ 701588 h 747989"/>
                <a:gd name="connsiteX71" fmla="*/ 64910 w 1673466"/>
                <a:gd name="connsiteY71" fmla="*/ 720985 h 747989"/>
                <a:gd name="connsiteX72" fmla="*/ 54641 w 1673466"/>
                <a:gd name="connsiteY72" fmla="*/ 725803 h 747989"/>
                <a:gd name="connsiteX73" fmla="*/ 1622882 w 1673466"/>
                <a:gd name="connsiteY73" fmla="*/ 725676 h 747989"/>
                <a:gd name="connsiteX74" fmla="*/ 1612613 w 1673466"/>
                <a:gd name="connsiteY74" fmla="*/ 721112 h 747989"/>
                <a:gd name="connsiteX75" fmla="*/ 1613627 w 1673466"/>
                <a:gd name="connsiteY75" fmla="*/ 701715 h 747989"/>
                <a:gd name="connsiteX76" fmla="*/ 1617938 w 1673466"/>
                <a:gd name="connsiteY76" fmla="*/ 697532 h 747989"/>
                <a:gd name="connsiteX77" fmla="*/ 1641519 w 1673466"/>
                <a:gd name="connsiteY77" fmla="*/ 662414 h 747989"/>
                <a:gd name="connsiteX78" fmla="*/ 1659521 w 1673466"/>
                <a:gd name="connsiteY78" fmla="*/ 655061 h 747989"/>
                <a:gd name="connsiteX79" fmla="*/ 1666874 w 1673466"/>
                <a:gd name="connsiteY79" fmla="*/ 673063 h 747989"/>
                <a:gd name="connsiteX80" fmla="*/ 1637462 w 1673466"/>
                <a:gd name="connsiteY80" fmla="*/ 716929 h 747989"/>
                <a:gd name="connsiteX81" fmla="*/ 1632010 w 1673466"/>
                <a:gd name="connsiteY81" fmla="*/ 722127 h 747989"/>
                <a:gd name="connsiteX82" fmla="*/ 1622882 w 1673466"/>
                <a:gd name="connsiteY82" fmla="*/ 725676 h 747989"/>
                <a:gd name="connsiteX83" fmla="*/ 13692 w 1673466"/>
                <a:gd name="connsiteY83" fmla="*/ 573796 h 747989"/>
                <a:gd name="connsiteX84" fmla="*/ 0 w 1673466"/>
                <a:gd name="connsiteY84" fmla="*/ 560104 h 747989"/>
                <a:gd name="connsiteX85" fmla="*/ 0 w 1673466"/>
                <a:gd name="connsiteY85" fmla="*/ 505463 h 747989"/>
                <a:gd name="connsiteX86" fmla="*/ 13692 w 1673466"/>
                <a:gd name="connsiteY86" fmla="*/ 491771 h 747989"/>
                <a:gd name="connsiteX87" fmla="*/ 27384 w 1673466"/>
                <a:gd name="connsiteY87" fmla="*/ 505463 h 747989"/>
                <a:gd name="connsiteX88" fmla="*/ 27384 w 1673466"/>
                <a:gd name="connsiteY88" fmla="*/ 560104 h 747989"/>
                <a:gd name="connsiteX89" fmla="*/ 13692 w 1673466"/>
                <a:gd name="connsiteY89" fmla="*/ 573796 h 747989"/>
                <a:gd name="connsiteX90" fmla="*/ 1663705 w 1673466"/>
                <a:gd name="connsiteY90" fmla="*/ 573543 h 747989"/>
                <a:gd name="connsiteX91" fmla="*/ 1650013 w 1673466"/>
                <a:gd name="connsiteY91" fmla="*/ 559851 h 747989"/>
                <a:gd name="connsiteX92" fmla="*/ 1650013 w 1673466"/>
                <a:gd name="connsiteY92" fmla="*/ 505210 h 747989"/>
                <a:gd name="connsiteX93" fmla="*/ 1663705 w 1673466"/>
                <a:gd name="connsiteY93" fmla="*/ 491518 h 747989"/>
                <a:gd name="connsiteX94" fmla="*/ 1677397 w 1673466"/>
                <a:gd name="connsiteY94" fmla="*/ 505210 h 747989"/>
                <a:gd name="connsiteX95" fmla="*/ 1677397 w 1673466"/>
                <a:gd name="connsiteY95" fmla="*/ 559851 h 747989"/>
                <a:gd name="connsiteX96" fmla="*/ 1663705 w 1673466"/>
                <a:gd name="connsiteY96" fmla="*/ 573543 h 747989"/>
                <a:gd name="connsiteX97" fmla="*/ 13692 w 1673466"/>
                <a:gd name="connsiteY97" fmla="*/ 409873 h 747989"/>
                <a:gd name="connsiteX98" fmla="*/ 0 w 1673466"/>
                <a:gd name="connsiteY98" fmla="*/ 396181 h 747989"/>
                <a:gd name="connsiteX99" fmla="*/ 0 w 1673466"/>
                <a:gd name="connsiteY99" fmla="*/ 341539 h 747989"/>
                <a:gd name="connsiteX100" fmla="*/ 13692 w 1673466"/>
                <a:gd name="connsiteY100" fmla="*/ 327847 h 747989"/>
                <a:gd name="connsiteX101" fmla="*/ 27384 w 1673466"/>
                <a:gd name="connsiteY101" fmla="*/ 341539 h 747989"/>
                <a:gd name="connsiteX102" fmla="*/ 27384 w 1673466"/>
                <a:gd name="connsiteY102" fmla="*/ 396181 h 747989"/>
                <a:gd name="connsiteX103" fmla="*/ 13692 w 1673466"/>
                <a:gd name="connsiteY103" fmla="*/ 409873 h 747989"/>
                <a:gd name="connsiteX104" fmla="*/ 1663705 w 1673466"/>
                <a:gd name="connsiteY104" fmla="*/ 409746 h 747989"/>
                <a:gd name="connsiteX105" fmla="*/ 1650013 w 1673466"/>
                <a:gd name="connsiteY105" fmla="*/ 396054 h 747989"/>
                <a:gd name="connsiteX106" fmla="*/ 1650013 w 1673466"/>
                <a:gd name="connsiteY106" fmla="*/ 341413 h 747989"/>
                <a:gd name="connsiteX107" fmla="*/ 1663705 w 1673466"/>
                <a:gd name="connsiteY107" fmla="*/ 327721 h 747989"/>
                <a:gd name="connsiteX108" fmla="*/ 1677397 w 1673466"/>
                <a:gd name="connsiteY108" fmla="*/ 341413 h 747989"/>
                <a:gd name="connsiteX109" fmla="*/ 1677397 w 1673466"/>
                <a:gd name="connsiteY109" fmla="*/ 396054 h 747989"/>
                <a:gd name="connsiteX110" fmla="*/ 1663705 w 1673466"/>
                <a:gd name="connsiteY110" fmla="*/ 409746 h 747989"/>
                <a:gd name="connsiteX111" fmla="*/ 13692 w 1673466"/>
                <a:gd name="connsiteY111" fmla="*/ 246076 h 747989"/>
                <a:gd name="connsiteX112" fmla="*/ 0 w 1673466"/>
                <a:gd name="connsiteY112" fmla="*/ 232384 h 747989"/>
                <a:gd name="connsiteX113" fmla="*/ 0 w 1673466"/>
                <a:gd name="connsiteY113" fmla="*/ 177742 h 747989"/>
                <a:gd name="connsiteX114" fmla="*/ 13692 w 1673466"/>
                <a:gd name="connsiteY114" fmla="*/ 164051 h 747989"/>
                <a:gd name="connsiteX115" fmla="*/ 27384 w 1673466"/>
                <a:gd name="connsiteY115" fmla="*/ 177742 h 747989"/>
                <a:gd name="connsiteX116" fmla="*/ 27384 w 1673466"/>
                <a:gd name="connsiteY116" fmla="*/ 232384 h 747989"/>
                <a:gd name="connsiteX117" fmla="*/ 13692 w 1673466"/>
                <a:gd name="connsiteY117" fmla="*/ 246076 h 747989"/>
                <a:gd name="connsiteX118" fmla="*/ 1663705 w 1673466"/>
                <a:gd name="connsiteY118" fmla="*/ 245822 h 747989"/>
                <a:gd name="connsiteX119" fmla="*/ 1650013 w 1673466"/>
                <a:gd name="connsiteY119" fmla="*/ 232130 h 747989"/>
                <a:gd name="connsiteX120" fmla="*/ 1650013 w 1673466"/>
                <a:gd name="connsiteY120" fmla="*/ 177489 h 747989"/>
                <a:gd name="connsiteX121" fmla="*/ 1663705 w 1673466"/>
                <a:gd name="connsiteY121" fmla="*/ 163797 h 747989"/>
                <a:gd name="connsiteX122" fmla="*/ 1677397 w 1673466"/>
                <a:gd name="connsiteY122" fmla="*/ 177489 h 747989"/>
                <a:gd name="connsiteX123" fmla="*/ 1677397 w 1673466"/>
                <a:gd name="connsiteY123" fmla="*/ 232130 h 747989"/>
                <a:gd name="connsiteX124" fmla="*/ 1663705 w 1673466"/>
                <a:gd name="connsiteY124" fmla="*/ 245822 h 747989"/>
                <a:gd name="connsiteX125" fmla="*/ 13692 w 1673466"/>
                <a:gd name="connsiteY125" fmla="*/ 82279 h 747989"/>
                <a:gd name="connsiteX126" fmla="*/ 0 w 1673466"/>
                <a:gd name="connsiteY126" fmla="*/ 68587 h 747989"/>
                <a:gd name="connsiteX127" fmla="*/ 0 w 1673466"/>
                <a:gd name="connsiteY127" fmla="*/ 13946 h 747989"/>
                <a:gd name="connsiteX128" fmla="*/ 13692 w 1673466"/>
                <a:gd name="connsiteY128" fmla="*/ 254 h 747989"/>
                <a:gd name="connsiteX129" fmla="*/ 27384 w 1673466"/>
                <a:gd name="connsiteY129" fmla="*/ 13946 h 747989"/>
                <a:gd name="connsiteX130" fmla="*/ 27384 w 1673466"/>
                <a:gd name="connsiteY130" fmla="*/ 68587 h 747989"/>
                <a:gd name="connsiteX131" fmla="*/ 13692 w 1673466"/>
                <a:gd name="connsiteY131" fmla="*/ 82279 h 747989"/>
                <a:gd name="connsiteX132" fmla="*/ 1663705 w 1673466"/>
                <a:gd name="connsiteY132" fmla="*/ 82025 h 747989"/>
                <a:gd name="connsiteX133" fmla="*/ 1650013 w 1673466"/>
                <a:gd name="connsiteY133" fmla="*/ 68333 h 747989"/>
                <a:gd name="connsiteX134" fmla="*/ 1650013 w 1673466"/>
                <a:gd name="connsiteY134" fmla="*/ 13692 h 747989"/>
                <a:gd name="connsiteX135" fmla="*/ 1663705 w 1673466"/>
                <a:gd name="connsiteY135" fmla="*/ 0 h 747989"/>
                <a:gd name="connsiteX136" fmla="*/ 1677397 w 1673466"/>
                <a:gd name="connsiteY136" fmla="*/ 13692 h 747989"/>
                <a:gd name="connsiteX137" fmla="*/ 1677397 w 1673466"/>
                <a:gd name="connsiteY137" fmla="*/ 68333 h 747989"/>
                <a:gd name="connsiteX138" fmla="*/ 1663705 w 1673466"/>
                <a:gd name="connsiteY138" fmla="*/ 82025 h 74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673466" h="747989">
                  <a:moveTo>
                    <a:pt x="1521460" y="756990"/>
                  </a:moveTo>
                  <a:lnTo>
                    <a:pt x="1466819" y="756990"/>
                  </a:lnTo>
                  <a:cubicBezTo>
                    <a:pt x="1459212" y="756990"/>
                    <a:pt x="1453127" y="750778"/>
                    <a:pt x="1453127" y="743298"/>
                  </a:cubicBezTo>
                  <a:cubicBezTo>
                    <a:pt x="1453127" y="735818"/>
                    <a:pt x="1459212" y="729606"/>
                    <a:pt x="1466819" y="729606"/>
                  </a:cubicBezTo>
                  <a:lnTo>
                    <a:pt x="1521460" y="729606"/>
                  </a:lnTo>
                  <a:cubicBezTo>
                    <a:pt x="1529067" y="729606"/>
                    <a:pt x="1535152" y="735818"/>
                    <a:pt x="1535152" y="743298"/>
                  </a:cubicBezTo>
                  <a:cubicBezTo>
                    <a:pt x="1535152" y="750778"/>
                    <a:pt x="1529067" y="756990"/>
                    <a:pt x="1521460" y="756990"/>
                  </a:cubicBezTo>
                  <a:close/>
                  <a:moveTo>
                    <a:pt x="1357663" y="756990"/>
                  </a:moveTo>
                  <a:lnTo>
                    <a:pt x="1303022" y="756990"/>
                  </a:lnTo>
                  <a:cubicBezTo>
                    <a:pt x="1295415" y="756990"/>
                    <a:pt x="1289330" y="750778"/>
                    <a:pt x="1289330" y="743298"/>
                  </a:cubicBezTo>
                  <a:cubicBezTo>
                    <a:pt x="1289330" y="735818"/>
                    <a:pt x="1295415" y="729606"/>
                    <a:pt x="1303022" y="729606"/>
                  </a:cubicBezTo>
                  <a:lnTo>
                    <a:pt x="1357663" y="729606"/>
                  </a:lnTo>
                  <a:cubicBezTo>
                    <a:pt x="1365270" y="729606"/>
                    <a:pt x="1371355" y="735818"/>
                    <a:pt x="1371355" y="743298"/>
                  </a:cubicBezTo>
                  <a:cubicBezTo>
                    <a:pt x="1371355" y="750778"/>
                    <a:pt x="1365270" y="756990"/>
                    <a:pt x="1357663" y="756990"/>
                  </a:cubicBezTo>
                  <a:close/>
                  <a:moveTo>
                    <a:pt x="1193740" y="756990"/>
                  </a:moveTo>
                  <a:lnTo>
                    <a:pt x="1139098" y="756990"/>
                  </a:lnTo>
                  <a:cubicBezTo>
                    <a:pt x="1131492" y="756990"/>
                    <a:pt x="1125406" y="750778"/>
                    <a:pt x="1125406" y="743298"/>
                  </a:cubicBezTo>
                  <a:cubicBezTo>
                    <a:pt x="1125406" y="735818"/>
                    <a:pt x="1131492" y="729606"/>
                    <a:pt x="1139098" y="729606"/>
                  </a:cubicBezTo>
                  <a:lnTo>
                    <a:pt x="1193740" y="729606"/>
                  </a:lnTo>
                  <a:cubicBezTo>
                    <a:pt x="1201346" y="729606"/>
                    <a:pt x="1207431" y="735818"/>
                    <a:pt x="1207431" y="743298"/>
                  </a:cubicBezTo>
                  <a:cubicBezTo>
                    <a:pt x="1207431" y="750778"/>
                    <a:pt x="1201346" y="756990"/>
                    <a:pt x="1193740" y="756990"/>
                  </a:cubicBezTo>
                  <a:close/>
                  <a:moveTo>
                    <a:pt x="1029942" y="756990"/>
                  </a:moveTo>
                  <a:lnTo>
                    <a:pt x="975301" y="756990"/>
                  </a:lnTo>
                  <a:cubicBezTo>
                    <a:pt x="967695" y="756990"/>
                    <a:pt x="961609" y="750778"/>
                    <a:pt x="961609" y="743298"/>
                  </a:cubicBezTo>
                  <a:cubicBezTo>
                    <a:pt x="961609" y="735818"/>
                    <a:pt x="967695" y="729606"/>
                    <a:pt x="975301" y="729606"/>
                  </a:cubicBezTo>
                  <a:lnTo>
                    <a:pt x="1029942" y="729606"/>
                  </a:lnTo>
                  <a:cubicBezTo>
                    <a:pt x="1037549" y="729606"/>
                    <a:pt x="1043635" y="735818"/>
                    <a:pt x="1043635" y="743298"/>
                  </a:cubicBezTo>
                  <a:cubicBezTo>
                    <a:pt x="1043635" y="750778"/>
                    <a:pt x="1037549" y="756990"/>
                    <a:pt x="1029942" y="756990"/>
                  </a:cubicBezTo>
                  <a:close/>
                  <a:moveTo>
                    <a:pt x="866146" y="756990"/>
                  </a:moveTo>
                  <a:lnTo>
                    <a:pt x="811505" y="756990"/>
                  </a:lnTo>
                  <a:cubicBezTo>
                    <a:pt x="803898" y="756990"/>
                    <a:pt x="797812" y="750778"/>
                    <a:pt x="797812" y="743298"/>
                  </a:cubicBezTo>
                  <a:cubicBezTo>
                    <a:pt x="797812" y="735818"/>
                    <a:pt x="803898" y="729606"/>
                    <a:pt x="811505" y="729606"/>
                  </a:cubicBezTo>
                  <a:lnTo>
                    <a:pt x="866146" y="729606"/>
                  </a:lnTo>
                  <a:cubicBezTo>
                    <a:pt x="873753" y="729606"/>
                    <a:pt x="879838" y="735818"/>
                    <a:pt x="879838" y="743298"/>
                  </a:cubicBezTo>
                  <a:cubicBezTo>
                    <a:pt x="879838" y="750778"/>
                    <a:pt x="873753" y="756990"/>
                    <a:pt x="866146" y="756990"/>
                  </a:cubicBezTo>
                  <a:close/>
                  <a:moveTo>
                    <a:pt x="702222" y="756990"/>
                  </a:moveTo>
                  <a:lnTo>
                    <a:pt x="647581" y="756990"/>
                  </a:lnTo>
                  <a:cubicBezTo>
                    <a:pt x="639974" y="756990"/>
                    <a:pt x="633889" y="750778"/>
                    <a:pt x="633889" y="743298"/>
                  </a:cubicBezTo>
                  <a:cubicBezTo>
                    <a:pt x="633889" y="735818"/>
                    <a:pt x="639974" y="729606"/>
                    <a:pt x="647581" y="729606"/>
                  </a:cubicBezTo>
                  <a:lnTo>
                    <a:pt x="702222" y="729606"/>
                  </a:lnTo>
                  <a:cubicBezTo>
                    <a:pt x="709829" y="729606"/>
                    <a:pt x="715914" y="735818"/>
                    <a:pt x="715914" y="743298"/>
                  </a:cubicBezTo>
                  <a:cubicBezTo>
                    <a:pt x="715914" y="750778"/>
                    <a:pt x="709829" y="756990"/>
                    <a:pt x="702222" y="756990"/>
                  </a:cubicBezTo>
                  <a:close/>
                  <a:moveTo>
                    <a:pt x="538425" y="756990"/>
                  </a:moveTo>
                  <a:lnTo>
                    <a:pt x="483784" y="756990"/>
                  </a:lnTo>
                  <a:cubicBezTo>
                    <a:pt x="476177" y="756990"/>
                    <a:pt x="470092" y="750778"/>
                    <a:pt x="470092" y="743298"/>
                  </a:cubicBezTo>
                  <a:cubicBezTo>
                    <a:pt x="470092" y="735818"/>
                    <a:pt x="476177" y="729606"/>
                    <a:pt x="483784" y="729606"/>
                  </a:cubicBezTo>
                  <a:lnTo>
                    <a:pt x="538425" y="729606"/>
                  </a:lnTo>
                  <a:cubicBezTo>
                    <a:pt x="546032" y="729606"/>
                    <a:pt x="552117" y="735818"/>
                    <a:pt x="552117" y="743298"/>
                  </a:cubicBezTo>
                  <a:cubicBezTo>
                    <a:pt x="552117" y="750778"/>
                    <a:pt x="546032" y="756990"/>
                    <a:pt x="538425" y="756990"/>
                  </a:cubicBezTo>
                  <a:close/>
                  <a:moveTo>
                    <a:pt x="374629" y="756990"/>
                  </a:moveTo>
                  <a:lnTo>
                    <a:pt x="319987" y="756990"/>
                  </a:lnTo>
                  <a:cubicBezTo>
                    <a:pt x="312381" y="756990"/>
                    <a:pt x="306295" y="750778"/>
                    <a:pt x="306295" y="743298"/>
                  </a:cubicBezTo>
                  <a:cubicBezTo>
                    <a:pt x="306295" y="735818"/>
                    <a:pt x="312381" y="729606"/>
                    <a:pt x="319987" y="729606"/>
                  </a:cubicBezTo>
                  <a:lnTo>
                    <a:pt x="374629" y="729606"/>
                  </a:lnTo>
                  <a:cubicBezTo>
                    <a:pt x="382235" y="729606"/>
                    <a:pt x="388320" y="735818"/>
                    <a:pt x="388320" y="743298"/>
                  </a:cubicBezTo>
                  <a:cubicBezTo>
                    <a:pt x="388320" y="750778"/>
                    <a:pt x="382235" y="756990"/>
                    <a:pt x="374629" y="756990"/>
                  </a:cubicBezTo>
                  <a:close/>
                  <a:moveTo>
                    <a:pt x="210705" y="756990"/>
                  </a:moveTo>
                  <a:lnTo>
                    <a:pt x="156063" y="756990"/>
                  </a:lnTo>
                  <a:cubicBezTo>
                    <a:pt x="148457" y="756990"/>
                    <a:pt x="142372" y="750778"/>
                    <a:pt x="142372" y="743298"/>
                  </a:cubicBezTo>
                  <a:cubicBezTo>
                    <a:pt x="142372" y="735818"/>
                    <a:pt x="148457" y="729606"/>
                    <a:pt x="156063" y="729606"/>
                  </a:cubicBezTo>
                  <a:lnTo>
                    <a:pt x="210705" y="729606"/>
                  </a:lnTo>
                  <a:cubicBezTo>
                    <a:pt x="218311" y="729606"/>
                    <a:pt x="224397" y="735818"/>
                    <a:pt x="224397" y="743298"/>
                  </a:cubicBezTo>
                  <a:cubicBezTo>
                    <a:pt x="224397" y="750778"/>
                    <a:pt x="218311" y="756990"/>
                    <a:pt x="210705" y="756990"/>
                  </a:cubicBezTo>
                  <a:close/>
                  <a:moveTo>
                    <a:pt x="54641" y="725803"/>
                  </a:moveTo>
                  <a:cubicBezTo>
                    <a:pt x="51345" y="725803"/>
                    <a:pt x="48176" y="724662"/>
                    <a:pt x="45513" y="722253"/>
                  </a:cubicBezTo>
                  <a:cubicBezTo>
                    <a:pt x="43612" y="720605"/>
                    <a:pt x="41710" y="718830"/>
                    <a:pt x="39935" y="716929"/>
                  </a:cubicBezTo>
                  <a:cubicBezTo>
                    <a:pt x="27257" y="704251"/>
                    <a:pt x="17368" y="689545"/>
                    <a:pt x="10523" y="673190"/>
                  </a:cubicBezTo>
                  <a:cubicBezTo>
                    <a:pt x="7607" y="666218"/>
                    <a:pt x="10903" y="658104"/>
                    <a:pt x="17876" y="655188"/>
                  </a:cubicBezTo>
                  <a:cubicBezTo>
                    <a:pt x="24848" y="652272"/>
                    <a:pt x="32962" y="655568"/>
                    <a:pt x="35878" y="662541"/>
                  </a:cubicBezTo>
                  <a:cubicBezTo>
                    <a:pt x="41330" y="675599"/>
                    <a:pt x="49317" y="687389"/>
                    <a:pt x="59332" y="697405"/>
                  </a:cubicBezTo>
                  <a:cubicBezTo>
                    <a:pt x="60727" y="698799"/>
                    <a:pt x="62248" y="700321"/>
                    <a:pt x="63769" y="701588"/>
                  </a:cubicBezTo>
                  <a:cubicBezTo>
                    <a:pt x="69474" y="706660"/>
                    <a:pt x="69981" y="715280"/>
                    <a:pt x="64910" y="720985"/>
                  </a:cubicBezTo>
                  <a:cubicBezTo>
                    <a:pt x="62121" y="724282"/>
                    <a:pt x="58445" y="725803"/>
                    <a:pt x="54641" y="725803"/>
                  </a:cubicBezTo>
                  <a:close/>
                  <a:moveTo>
                    <a:pt x="1622882" y="725676"/>
                  </a:moveTo>
                  <a:cubicBezTo>
                    <a:pt x="1619079" y="725676"/>
                    <a:pt x="1615402" y="724155"/>
                    <a:pt x="1612613" y="721112"/>
                  </a:cubicBezTo>
                  <a:cubicBezTo>
                    <a:pt x="1607542" y="715407"/>
                    <a:pt x="1608049" y="706786"/>
                    <a:pt x="1613627" y="701715"/>
                  </a:cubicBezTo>
                  <a:cubicBezTo>
                    <a:pt x="1615149" y="700321"/>
                    <a:pt x="1616543" y="699053"/>
                    <a:pt x="1617938" y="697532"/>
                  </a:cubicBezTo>
                  <a:cubicBezTo>
                    <a:pt x="1628080" y="687389"/>
                    <a:pt x="1635940" y="675599"/>
                    <a:pt x="1641519" y="662414"/>
                  </a:cubicBezTo>
                  <a:cubicBezTo>
                    <a:pt x="1644434" y="655441"/>
                    <a:pt x="1652548" y="652145"/>
                    <a:pt x="1659521" y="655061"/>
                  </a:cubicBezTo>
                  <a:cubicBezTo>
                    <a:pt x="1666494" y="657977"/>
                    <a:pt x="1669790" y="665964"/>
                    <a:pt x="1666874" y="673063"/>
                  </a:cubicBezTo>
                  <a:cubicBezTo>
                    <a:pt x="1660028" y="689545"/>
                    <a:pt x="1650139" y="704251"/>
                    <a:pt x="1637462" y="716929"/>
                  </a:cubicBezTo>
                  <a:cubicBezTo>
                    <a:pt x="1635687" y="718704"/>
                    <a:pt x="1633912" y="720478"/>
                    <a:pt x="1632010" y="722127"/>
                  </a:cubicBezTo>
                  <a:cubicBezTo>
                    <a:pt x="1629475" y="724535"/>
                    <a:pt x="1626178" y="725676"/>
                    <a:pt x="1622882" y="725676"/>
                  </a:cubicBezTo>
                  <a:close/>
                  <a:moveTo>
                    <a:pt x="13692" y="573796"/>
                  </a:moveTo>
                  <a:cubicBezTo>
                    <a:pt x="6085" y="573796"/>
                    <a:pt x="0" y="567584"/>
                    <a:pt x="0" y="560104"/>
                  </a:cubicBezTo>
                  <a:lnTo>
                    <a:pt x="0" y="505463"/>
                  </a:lnTo>
                  <a:cubicBezTo>
                    <a:pt x="0" y="497856"/>
                    <a:pt x="6085" y="491771"/>
                    <a:pt x="13692" y="491771"/>
                  </a:cubicBezTo>
                  <a:cubicBezTo>
                    <a:pt x="21299" y="491771"/>
                    <a:pt x="27384" y="497983"/>
                    <a:pt x="27384" y="505463"/>
                  </a:cubicBezTo>
                  <a:lnTo>
                    <a:pt x="27384" y="560104"/>
                  </a:lnTo>
                  <a:cubicBezTo>
                    <a:pt x="27384" y="567584"/>
                    <a:pt x="21299" y="573796"/>
                    <a:pt x="13692" y="573796"/>
                  </a:cubicBezTo>
                  <a:close/>
                  <a:moveTo>
                    <a:pt x="1663705" y="573543"/>
                  </a:moveTo>
                  <a:cubicBezTo>
                    <a:pt x="1656098" y="573543"/>
                    <a:pt x="1650013" y="567331"/>
                    <a:pt x="1650013" y="559851"/>
                  </a:cubicBezTo>
                  <a:lnTo>
                    <a:pt x="1650013" y="505210"/>
                  </a:lnTo>
                  <a:cubicBezTo>
                    <a:pt x="1650013" y="497603"/>
                    <a:pt x="1656098" y="491518"/>
                    <a:pt x="1663705" y="491518"/>
                  </a:cubicBezTo>
                  <a:cubicBezTo>
                    <a:pt x="1671312" y="491518"/>
                    <a:pt x="1677397" y="497730"/>
                    <a:pt x="1677397" y="505210"/>
                  </a:cubicBezTo>
                  <a:lnTo>
                    <a:pt x="1677397" y="559851"/>
                  </a:lnTo>
                  <a:cubicBezTo>
                    <a:pt x="1677397" y="567458"/>
                    <a:pt x="1671312" y="573543"/>
                    <a:pt x="1663705" y="573543"/>
                  </a:cubicBezTo>
                  <a:close/>
                  <a:moveTo>
                    <a:pt x="13692" y="409873"/>
                  </a:moveTo>
                  <a:cubicBezTo>
                    <a:pt x="6085" y="409873"/>
                    <a:pt x="0" y="403661"/>
                    <a:pt x="0" y="396181"/>
                  </a:cubicBezTo>
                  <a:lnTo>
                    <a:pt x="0" y="341539"/>
                  </a:lnTo>
                  <a:cubicBezTo>
                    <a:pt x="0" y="333933"/>
                    <a:pt x="6085" y="327847"/>
                    <a:pt x="13692" y="327847"/>
                  </a:cubicBezTo>
                  <a:cubicBezTo>
                    <a:pt x="21299" y="327847"/>
                    <a:pt x="27384" y="334060"/>
                    <a:pt x="27384" y="341539"/>
                  </a:cubicBezTo>
                  <a:lnTo>
                    <a:pt x="27384" y="396181"/>
                  </a:lnTo>
                  <a:cubicBezTo>
                    <a:pt x="27384" y="403787"/>
                    <a:pt x="21299" y="409873"/>
                    <a:pt x="13692" y="409873"/>
                  </a:cubicBezTo>
                  <a:close/>
                  <a:moveTo>
                    <a:pt x="1663705" y="409746"/>
                  </a:moveTo>
                  <a:cubicBezTo>
                    <a:pt x="1656098" y="409746"/>
                    <a:pt x="1650013" y="403534"/>
                    <a:pt x="1650013" y="396054"/>
                  </a:cubicBezTo>
                  <a:lnTo>
                    <a:pt x="1650013" y="341413"/>
                  </a:lnTo>
                  <a:cubicBezTo>
                    <a:pt x="1650013" y="333806"/>
                    <a:pt x="1656098" y="327721"/>
                    <a:pt x="1663705" y="327721"/>
                  </a:cubicBezTo>
                  <a:cubicBezTo>
                    <a:pt x="1671312" y="327721"/>
                    <a:pt x="1677397" y="333933"/>
                    <a:pt x="1677397" y="341413"/>
                  </a:cubicBezTo>
                  <a:lnTo>
                    <a:pt x="1677397" y="396054"/>
                  </a:lnTo>
                  <a:cubicBezTo>
                    <a:pt x="1677397" y="403534"/>
                    <a:pt x="1671312" y="409746"/>
                    <a:pt x="1663705" y="409746"/>
                  </a:cubicBezTo>
                  <a:close/>
                  <a:moveTo>
                    <a:pt x="13692" y="246076"/>
                  </a:moveTo>
                  <a:cubicBezTo>
                    <a:pt x="6085" y="246076"/>
                    <a:pt x="0" y="239864"/>
                    <a:pt x="0" y="232384"/>
                  </a:cubicBezTo>
                  <a:lnTo>
                    <a:pt x="0" y="177742"/>
                  </a:lnTo>
                  <a:cubicBezTo>
                    <a:pt x="0" y="170136"/>
                    <a:pt x="6085" y="164051"/>
                    <a:pt x="13692" y="164051"/>
                  </a:cubicBezTo>
                  <a:cubicBezTo>
                    <a:pt x="21299" y="164051"/>
                    <a:pt x="27384" y="170263"/>
                    <a:pt x="27384" y="177742"/>
                  </a:cubicBezTo>
                  <a:lnTo>
                    <a:pt x="27384" y="232384"/>
                  </a:lnTo>
                  <a:cubicBezTo>
                    <a:pt x="27384" y="239864"/>
                    <a:pt x="21299" y="246076"/>
                    <a:pt x="13692" y="246076"/>
                  </a:cubicBezTo>
                  <a:close/>
                  <a:moveTo>
                    <a:pt x="1663705" y="245822"/>
                  </a:moveTo>
                  <a:cubicBezTo>
                    <a:pt x="1656098" y="245822"/>
                    <a:pt x="1650013" y="239610"/>
                    <a:pt x="1650013" y="232130"/>
                  </a:cubicBezTo>
                  <a:lnTo>
                    <a:pt x="1650013" y="177489"/>
                  </a:lnTo>
                  <a:cubicBezTo>
                    <a:pt x="1650013" y="169882"/>
                    <a:pt x="1656098" y="163797"/>
                    <a:pt x="1663705" y="163797"/>
                  </a:cubicBezTo>
                  <a:cubicBezTo>
                    <a:pt x="1671312" y="163797"/>
                    <a:pt x="1677397" y="170009"/>
                    <a:pt x="1677397" y="177489"/>
                  </a:cubicBezTo>
                  <a:lnTo>
                    <a:pt x="1677397" y="232130"/>
                  </a:lnTo>
                  <a:cubicBezTo>
                    <a:pt x="1677397" y="239737"/>
                    <a:pt x="1671312" y="245822"/>
                    <a:pt x="1663705" y="245822"/>
                  </a:cubicBezTo>
                  <a:close/>
                  <a:moveTo>
                    <a:pt x="13692" y="82279"/>
                  </a:moveTo>
                  <a:cubicBezTo>
                    <a:pt x="6085" y="82279"/>
                    <a:pt x="0" y="76067"/>
                    <a:pt x="0" y="68587"/>
                  </a:cubicBezTo>
                  <a:lnTo>
                    <a:pt x="0" y="13946"/>
                  </a:lnTo>
                  <a:cubicBezTo>
                    <a:pt x="0" y="6339"/>
                    <a:pt x="6085" y="254"/>
                    <a:pt x="13692" y="254"/>
                  </a:cubicBezTo>
                  <a:cubicBezTo>
                    <a:pt x="21299" y="254"/>
                    <a:pt x="27384" y="6466"/>
                    <a:pt x="27384" y="13946"/>
                  </a:cubicBezTo>
                  <a:lnTo>
                    <a:pt x="27384" y="68587"/>
                  </a:lnTo>
                  <a:cubicBezTo>
                    <a:pt x="27384" y="76067"/>
                    <a:pt x="21299" y="82279"/>
                    <a:pt x="13692" y="82279"/>
                  </a:cubicBezTo>
                  <a:close/>
                  <a:moveTo>
                    <a:pt x="1663705" y="82025"/>
                  </a:moveTo>
                  <a:cubicBezTo>
                    <a:pt x="1656098" y="82025"/>
                    <a:pt x="1650013" y="75813"/>
                    <a:pt x="1650013" y="68333"/>
                  </a:cubicBezTo>
                  <a:lnTo>
                    <a:pt x="1650013" y="13692"/>
                  </a:lnTo>
                  <a:cubicBezTo>
                    <a:pt x="1650013" y="6085"/>
                    <a:pt x="1656098" y="0"/>
                    <a:pt x="1663705" y="0"/>
                  </a:cubicBezTo>
                  <a:cubicBezTo>
                    <a:pt x="1671312" y="0"/>
                    <a:pt x="1677397" y="6212"/>
                    <a:pt x="1677397" y="13692"/>
                  </a:cubicBezTo>
                  <a:lnTo>
                    <a:pt x="1677397" y="68333"/>
                  </a:lnTo>
                  <a:cubicBezTo>
                    <a:pt x="1677397" y="75940"/>
                    <a:pt x="1671312" y="82025"/>
                    <a:pt x="1663705" y="82025"/>
                  </a:cubicBezTo>
                  <a:close/>
                </a:path>
              </a:pathLst>
            </a:custGeom>
            <a:solidFill>
              <a:srgbClr val="4E4A86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C7CACFB-0FD6-4F65-8FF7-29D884A7104E}"/>
                </a:ext>
              </a:extLst>
            </p:cNvPr>
            <p:cNvSpPr/>
            <p:nvPr/>
          </p:nvSpPr>
          <p:spPr>
            <a:xfrm>
              <a:off x="8994633" y="2759181"/>
              <a:ext cx="1863633" cy="849411"/>
            </a:xfrm>
            <a:custGeom>
              <a:avLst/>
              <a:gdLst>
                <a:gd name="connsiteX0" fmla="*/ 1868831 w 1863633"/>
                <a:gd name="connsiteY0" fmla="*/ 852454 h 849411"/>
                <a:gd name="connsiteX1" fmla="*/ 1650139 w 1863633"/>
                <a:gd name="connsiteY1" fmla="*/ 852454 h 849411"/>
                <a:gd name="connsiteX2" fmla="*/ 1650139 w 1863633"/>
                <a:gd name="connsiteY2" fmla="*/ 136286 h 849411"/>
                <a:gd name="connsiteX3" fmla="*/ 1618318 w 1863633"/>
                <a:gd name="connsiteY3" fmla="*/ 59332 h 849411"/>
                <a:gd name="connsiteX4" fmla="*/ 1541364 w 1863633"/>
                <a:gd name="connsiteY4" fmla="*/ 27511 h 849411"/>
                <a:gd name="connsiteX5" fmla="*/ 136286 w 1863633"/>
                <a:gd name="connsiteY5" fmla="*/ 27511 h 849411"/>
                <a:gd name="connsiteX6" fmla="*/ 59332 w 1863633"/>
                <a:gd name="connsiteY6" fmla="*/ 59332 h 849411"/>
                <a:gd name="connsiteX7" fmla="*/ 27511 w 1863633"/>
                <a:gd name="connsiteY7" fmla="*/ 136286 h 849411"/>
                <a:gd name="connsiteX8" fmla="*/ 27511 w 1863633"/>
                <a:gd name="connsiteY8" fmla="*/ 838762 h 849411"/>
                <a:gd name="connsiteX9" fmla="*/ 0 w 1863633"/>
                <a:gd name="connsiteY9" fmla="*/ 838762 h 849411"/>
                <a:gd name="connsiteX10" fmla="*/ 0 w 1863633"/>
                <a:gd name="connsiteY10" fmla="*/ 136286 h 849411"/>
                <a:gd name="connsiteX11" fmla="*/ 39935 w 1863633"/>
                <a:gd name="connsiteY11" fmla="*/ 39935 h 849411"/>
                <a:gd name="connsiteX12" fmla="*/ 136286 w 1863633"/>
                <a:gd name="connsiteY12" fmla="*/ 0 h 849411"/>
                <a:gd name="connsiteX13" fmla="*/ 1541111 w 1863633"/>
                <a:gd name="connsiteY13" fmla="*/ 0 h 849411"/>
                <a:gd name="connsiteX14" fmla="*/ 1637462 w 1863633"/>
                <a:gd name="connsiteY14" fmla="*/ 39935 h 849411"/>
                <a:gd name="connsiteX15" fmla="*/ 1677397 w 1863633"/>
                <a:gd name="connsiteY15" fmla="*/ 136286 h 849411"/>
                <a:gd name="connsiteX16" fmla="*/ 1677397 w 1863633"/>
                <a:gd name="connsiteY16" fmla="*/ 824943 h 849411"/>
                <a:gd name="connsiteX17" fmla="*/ 1868704 w 1863633"/>
                <a:gd name="connsiteY17" fmla="*/ 824943 h 849411"/>
                <a:gd name="connsiteX18" fmla="*/ 1868704 w 1863633"/>
                <a:gd name="connsiteY18" fmla="*/ 852454 h 8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3633" h="849411">
                  <a:moveTo>
                    <a:pt x="1868831" y="852454"/>
                  </a:moveTo>
                  <a:lnTo>
                    <a:pt x="1650139" y="852454"/>
                  </a:lnTo>
                  <a:lnTo>
                    <a:pt x="1650139" y="136286"/>
                  </a:lnTo>
                  <a:cubicBezTo>
                    <a:pt x="1650139" y="107254"/>
                    <a:pt x="1638856" y="79870"/>
                    <a:pt x="1618318" y="59332"/>
                  </a:cubicBezTo>
                  <a:cubicBezTo>
                    <a:pt x="1597780" y="38794"/>
                    <a:pt x="1570396" y="27511"/>
                    <a:pt x="1541364" y="27511"/>
                  </a:cubicBezTo>
                  <a:lnTo>
                    <a:pt x="136286" y="27511"/>
                  </a:lnTo>
                  <a:cubicBezTo>
                    <a:pt x="107254" y="27511"/>
                    <a:pt x="79870" y="38794"/>
                    <a:pt x="59332" y="59332"/>
                  </a:cubicBezTo>
                  <a:cubicBezTo>
                    <a:pt x="38794" y="79870"/>
                    <a:pt x="27511" y="107254"/>
                    <a:pt x="27511" y="136286"/>
                  </a:cubicBezTo>
                  <a:lnTo>
                    <a:pt x="27511" y="838762"/>
                  </a:lnTo>
                  <a:lnTo>
                    <a:pt x="0" y="838762"/>
                  </a:lnTo>
                  <a:lnTo>
                    <a:pt x="0" y="136286"/>
                  </a:lnTo>
                  <a:cubicBezTo>
                    <a:pt x="0" y="99901"/>
                    <a:pt x="14199" y="65671"/>
                    <a:pt x="39935" y="39935"/>
                  </a:cubicBezTo>
                  <a:cubicBezTo>
                    <a:pt x="65671" y="14199"/>
                    <a:pt x="99901" y="0"/>
                    <a:pt x="136286" y="0"/>
                  </a:cubicBezTo>
                  <a:lnTo>
                    <a:pt x="1541111" y="0"/>
                  </a:lnTo>
                  <a:cubicBezTo>
                    <a:pt x="1577496" y="0"/>
                    <a:pt x="1611726" y="14199"/>
                    <a:pt x="1637462" y="39935"/>
                  </a:cubicBezTo>
                  <a:cubicBezTo>
                    <a:pt x="1663198" y="65671"/>
                    <a:pt x="1677397" y="99901"/>
                    <a:pt x="1677397" y="136286"/>
                  </a:cubicBezTo>
                  <a:lnTo>
                    <a:pt x="1677397" y="824943"/>
                  </a:lnTo>
                  <a:lnTo>
                    <a:pt x="1868704" y="824943"/>
                  </a:lnTo>
                  <a:lnTo>
                    <a:pt x="1868704" y="852454"/>
                  </a:lnTo>
                  <a:close/>
                </a:path>
              </a:pathLst>
            </a:custGeom>
            <a:solidFill>
              <a:srgbClr val="4E4A86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A7FD2A1-0D59-4502-87DC-29F83943B296}"/>
                </a:ext>
              </a:extLst>
            </p:cNvPr>
            <p:cNvSpPr/>
            <p:nvPr/>
          </p:nvSpPr>
          <p:spPr>
            <a:xfrm>
              <a:off x="10857397" y="3529483"/>
              <a:ext cx="114100" cy="126778"/>
            </a:xfrm>
            <a:custGeom>
              <a:avLst/>
              <a:gdLst>
                <a:gd name="connsiteX0" fmla="*/ 0 w 114099"/>
                <a:gd name="connsiteY0" fmla="*/ 136920 h 126777"/>
                <a:gd name="connsiteX1" fmla="*/ 118537 w 114099"/>
                <a:gd name="connsiteY1" fmla="*/ 68460 h 126777"/>
                <a:gd name="connsiteX2" fmla="*/ 0 w 114099"/>
                <a:gd name="connsiteY2" fmla="*/ 0 h 1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099" h="126777">
                  <a:moveTo>
                    <a:pt x="0" y="136920"/>
                  </a:moveTo>
                  <a:lnTo>
                    <a:pt x="118537" y="68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4A86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D590CA5-ED3B-4791-9CC8-31929444BB63}"/>
              </a:ext>
            </a:extLst>
          </p:cNvPr>
          <p:cNvGrpSpPr/>
          <p:nvPr/>
        </p:nvGrpSpPr>
        <p:grpSpPr>
          <a:xfrm>
            <a:off x="1348579" y="2883804"/>
            <a:ext cx="1419911" cy="1419912"/>
            <a:chOff x="1348579" y="2883804"/>
            <a:chExt cx="1419911" cy="141991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C550FF9-5AE8-4E08-904E-CFC27951C01F}"/>
                </a:ext>
              </a:extLst>
            </p:cNvPr>
            <p:cNvSpPr/>
            <p:nvPr/>
          </p:nvSpPr>
          <p:spPr>
            <a:xfrm>
              <a:off x="1362271" y="2897496"/>
              <a:ext cx="1394555" cy="1394556"/>
            </a:xfrm>
            <a:custGeom>
              <a:avLst/>
              <a:gdLst>
                <a:gd name="connsiteX0" fmla="*/ 1339280 w 1394555"/>
                <a:gd name="connsiteY0" fmla="*/ 1400895 h 1394556"/>
                <a:gd name="connsiteX1" fmla="*/ 61614 w 1394555"/>
                <a:gd name="connsiteY1" fmla="*/ 1400895 h 1394556"/>
                <a:gd name="connsiteX2" fmla="*/ 0 w 1394555"/>
                <a:gd name="connsiteY2" fmla="*/ 1339281 h 1394556"/>
                <a:gd name="connsiteX3" fmla="*/ 0 w 1394555"/>
                <a:gd name="connsiteY3" fmla="*/ 61614 h 1394556"/>
                <a:gd name="connsiteX4" fmla="*/ 61614 w 1394555"/>
                <a:gd name="connsiteY4" fmla="*/ 0 h 1394556"/>
                <a:gd name="connsiteX5" fmla="*/ 1339280 w 1394555"/>
                <a:gd name="connsiteY5" fmla="*/ 0 h 1394556"/>
                <a:gd name="connsiteX6" fmla="*/ 1400894 w 1394555"/>
                <a:gd name="connsiteY6" fmla="*/ 61614 h 1394556"/>
                <a:gd name="connsiteX7" fmla="*/ 1400894 w 1394555"/>
                <a:gd name="connsiteY7" fmla="*/ 1339281 h 1394556"/>
                <a:gd name="connsiteX8" fmla="*/ 1339280 w 1394555"/>
                <a:gd name="connsiteY8" fmla="*/ 1400895 h 139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4555" h="1394556">
                  <a:moveTo>
                    <a:pt x="1339280" y="1400895"/>
                  </a:moveTo>
                  <a:lnTo>
                    <a:pt x="61614" y="1400895"/>
                  </a:lnTo>
                  <a:cubicBezTo>
                    <a:pt x="27638" y="1400895"/>
                    <a:pt x="0" y="1373257"/>
                    <a:pt x="0" y="1339281"/>
                  </a:cubicBezTo>
                  <a:lnTo>
                    <a:pt x="0" y="61614"/>
                  </a:lnTo>
                  <a:cubicBezTo>
                    <a:pt x="0" y="27638"/>
                    <a:pt x="27638" y="0"/>
                    <a:pt x="61614" y="0"/>
                  </a:cubicBezTo>
                  <a:lnTo>
                    <a:pt x="1339280" y="0"/>
                  </a:lnTo>
                  <a:cubicBezTo>
                    <a:pt x="1373257" y="0"/>
                    <a:pt x="1400894" y="27638"/>
                    <a:pt x="1400894" y="61614"/>
                  </a:cubicBezTo>
                  <a:lnTo>
                    <a:pt x="1400894" y="1339281"/>
                  </a:lnTo>
                  <a:cubicBezTo>
                    <a:pt x="1400894" y="1373257"/>
                    <a:pt x="1373257" y="1400895"/>
                    <a:pt x="1339280" y="140089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74A017"/>
                </a:gs>
                <a:gs pos="100000">
                  <a:srgbClr val="9ACA37"/>
                </a:gs>
              </a:gsLst>
              <a:lin ang="16200000" scaled="1"/>
              <a:tileRect/>
            </a:gra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258AAB9-A9AC-41F2-A000-62403BD9E466}"/>
                </a:ext>
              </a:extLst>
            </p:cNvPr>
            <p:cNvSpPr/>
            <p:nvPr/>
          </p:nvSpPr>
          <p:spPr>
            <a:xfrm>
              <a:off x="1348579" y="2883804"/>
              <a:ext cx="1419911" cy="1419912"/>
            </a:xfrm>
            <a:custGeom>
              <a:avLst/>
              <a:gdLst>
                <a:gd name="connsiteX0" fmla="*/ 1352972 w 1419910"/>
                <a:gd name="connsiteY0" fmla="*/ 1428279 h 1419911"/>
                <a:gd name="connsiteX1" fmla="*/ 75306 w 1419910"/>
                <a:gd name="connsiteY1" fmla="*/ 1428279 h 1419911"/>
                <a:gd name="connsiteX2" fmla="*/ 0 w 1419910"/>
                <a:gd name="connsiteY2" fmla="*/ 1352973 h 1419911"/>
                <a:gd name="connsiteX3" fmla="*/ 0 w 1419910"/>
                <a:gd name="connsiteY3" fmla="*/ 75306 h 1419911"/>
                <a:gd name="connsiteX4" fmla="*/ 75306 w 1419910"/>
                <a:gd name="connsiteY4" fmla="*/ 0 h 1419911"/>
                <a:gd name="connsiteX5" fmla="*/ 1352972 w 1419910"/>
                <a:gd name="connsiteY5" fmla="*/ 0 h 1419911"/>
                <a:gd name="connsiteX6" fmla="*/ 1428278 w 1419910"/>
                <a:gd name="connsiteY6" fmla="*/ 75306 h 1419911"/>
                <a:gd name="connsiteX7" fmla="*/ 1428278 w 1419910"/>
                <a:gd name="connsiteY7" fmla="*/ 1353100 h 1419911"/>
                <a:gd name="connsiteX8" fmla="*/ 1352972 w 1419910"/>
                <a:gd name="connsiteY8" fmla="*/ 1428279 h 1419911"/>
                <a:gd name="connsiteX9" fmla="*/ 75306 w 1419910"/>
                <a:gd name="connsiteY9" fmla="*/ 27384 h 1419911"/>
                <a:gd name="connsiteX10" fmla="*/ 27384 w 1419910"/>
                <a:gd name="connsiteY10" fmla="*/ 75306 h 1419911"/>
                <a:gd name="connsiteX11" fmla="*/ 27384 w 1419910"/>
                <a:gd name="connsiteY11" fmla="*/ 1353100 h 1419911"/>
                <a:gd name="connsiteX12" fmla="*/ 75306 w 1419910"/>
                <a:gd name="connsiteY12" fmla="*/ 1401022 h 1419911"/>
                <a:gd name="connsiteX13" fmla="*/ 1352972 w 1419910"/>
                <a:gd name="connsiteY13" fmla="*/ 1401022 h 1419911"/>
                <a:gd name="connsiteX14" fmla="*/ 1400894 w 1419910"/>
                <a:gd name="connsiteY14" fmla="*/ 1353100 h 1419911"/>
                <a:gd name="connsiteX15" fmla="*/ 1400894 w 1419910"/>
                <a:gd name="connsiteY15" fmla="*/ 75306 h 1419911"/>
                <a:gd name="connsiteX16" fmla="*/ 1352972 w 1419910"/>
                <a:gd name="connsiteY16" fmla="*/ 27384 h 1419911"/>
                <a:gd name="connsiteX17" fmla="*/ 75306 w 1419910"/>
                <a:gd name="connsiteY17" fmla="*/ 27384 h 141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19910" h="1419911">
                  <a:moveTo>
                    <a:pt x="1352972" y="1428279"/>
                  </a:moveTo>
                  <a:lnTo>
                    <a:pt x="75306" y="1428279"/>
                  </a:lnTo>
                  <a:cubicBezTo>
                    <a:pt x="33723" y="1428279"/>
                    <a:pt x="0" y="1394429"/>
                    <a:pt x="0" y="1352973"/>
                  </a:cubicBezTo>
                  <a:lnTo>
                    <a:pt x="0" y="75306"/>
                  </a:lnTo>
                  <a:cubicBezTo>
                    <a:pt x="0" y="33723"/>
                    <a:pt x="33850" y="0"/>
                    <a:pt x="75306" y="0"/>
                  </a:cubicBezTo>
                  <a:lnTo>
                    <a:pt x="1352972" y="0"/>
                  </a:lnTo>
                  <a:cubicBezTo>
                    <a:pt x="1394555" y="0"/>
                    <a:pt x="1428278" y="33850"/>
                    <a:pt x="1428278" y="75306"/>
                  </a:cubicBezTo>
                  <a:lnTo>
                    <a:pt x="1428278" y="1353100"/>
                  </a:lnTo>
                  <a:cubicBezTo>
                    <a:pt x="1428278" y="1394556"/>
                    <a:pt x="1394555" y="1428279"/>
                    <a:pt x="1352972" y="1428279"/>
                  </a:cubicBezTo>
                  <a:close/>
                  <a:moveTo>
                    <a:pt x="75306" y="27384"/>
                  </a:moveTo>
                  <a:cubicBezTo>
                    <a:pt x="48936" y="27384"/>
                    <a:pt x="27384" y="48809"/>
                    <a:pt x="27384" y="75306"/>
                  </a:cubicBezTo>
                  <a:lnTo>
                    <a:pt x="27384" y="1353100"/>
                  </a:lnTo>
                  <a:cubicBezTo>
                    <a:pt x="27384" y="1379470"/>
                    <a:pt x="48809" y="1401022"/>
                    <a:pt x="75306" y="1401022"/>
                  </a:cubicBezTo>
                  <a:lnTo>
                    <a:pt x="1352972" y="1401022"/>
                  </a:lnTo>
                  <a:cubicBezTo>
                    <a:pt x="1379342" y="1401022"/>
                    <a:pt x="1400894" y="1379596"/>
                    <a:pt x="1400894" y="1353100"/>
                  </a:cubicBezTo>
                  <a:lnTo>
                    <a:pt x="1400894" y="75306"/>
                  </a:lnTo>
                  <a:cubicBezTo>
                    <a:pt x="1400894" y="48936"/>
                    <a:pt x="1379469" y="27384"/>
                    <a:pt x="1352972" y="27384"/>
                  </a:cubicBezTo>
                  <a:lnTo>
                    <a:pt x="75306" y="27384"/>
                  </a:lnTo>
                  <a:close/>
                </a:path>
              </a:pathLst>
            </a:custGeom>
            <a:solidFill>
              <a:srgbClr val="FFFFFF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078F01-8B2B-40A7-AE41-C4B3C7B623C1}"/>
              </a:ext>
            </a:extLst>
          </p:cNvPr>
          <p:cNvGrpSpPr/>
          <p:nvPr/>
        </p:nvGrpSpPr>
        <p:grpSpPr>
          <a:xfrm>
            <a:off x="1223956" y="2759181"/>
            <a:ext cx="1962900" cy="1668523"/>
            <a:chOff x="1223956" y="2759181"/>
            <a:chExt cx="1962900" cy="166852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DF3D18-5790-4CFB-9E52-0ED36C5301C7}"/>
                </a:ext>
              </a:extLst>
            </p:cNvPr>
            <p:cNvSpPr/>
            <p:nvPr/>
          </p:nvSpPr>
          <p:spPr>
            <a:xfrm>
              <a:off x="1223956" y="3679715"/>
              <a:ext cx="1673466" cy="747989"/>
            </a:xfrm>
            <a:custGeom>
              <a:avLst/>
              <a:gdLst>
                <a:gd name="connsiteX0" fmla="*/ 1521460 w 1673466"/>
                <a:gd name="connsiteY0" fmla="*/ 756990 h 747989"/>
                <a:gd name="connsiteX1" fmla="*/ 1466819 w 1673466"/>
                <a:gd name="connsiteY1" fmla="*/ 756990 h 747989"/>
                <a:gd name="connsiteX2" fmla="*/ 1453127 w 1673466"/>
                <a:gd name="connsiteY2" fmla="*/ 743298 h 747989"/>
                <a:gd name="connsiteX3" fmla="*/ 1466819 w 1673466"/>
                <a:gd name="connsiteY3" fmla="*/ 729606 h 747989"/>
                <a:gd name="connsiteX4" fmla="*/ 1521460 w 1673466"/>
                <a:gd name="connsiteY4" fmla="*/ 729606 h 747989"/>
                <a:gd name="connsiteX5" fmla="*/ 1535152 w 1673466"/>
                <a:gd name="connsiteY5" fmla="*/ 743298 h 747989"/>
                <a:gd name="connsiteX6" fmla="*/ 1521460 w 1673466"/>
                <a:gd name="connsiteY6" fmla="*/ 756990 h 747989"/>
                <a:gd name="connsiteX7" fmla="*/ 1357663 w 1673466"/>
                <a:gd name="connsiteY7" fmla="*/ 756990 h 747989"/>
                <a:gd name="connsiteX8" fmla="*/ 1303022 w 1673466"/>
                <a:gd name="connsiteY8" fmla="*/ 756990 h 747989"/>
                <a:gd name="connsiteX9" fmla="*/ 1289330 w 1673466"/>
                <a:gd name="connsiteY9" fmla="*/ 743298 h 747989"/>
                <a:gd name="connsiteX10" fmla="*/ 1303022 w 1673466"/>
                <a:gd name="connsiteY10" fmla="*/ 729606 h 747989"/>
                <a:gd name="connsiteX11" fmla="*/ 1357663 w 1673466"/>
                <a:gd name="connsiteY11" fmla="*/ 729606 h 747989"/>
                <a:gd name="connsiteX12" fmla="*/ 1371355 w 1673466"/>
                <a:gd name="connsiteY12" fmla="*/ 743298 h 747989"/>
                <a:gd name="connsiteX13" fmla="*/ 1357663 w 1673466"/>
                <a:gd name="connsiteY13" fmla="*/ 756990 h 747989"/>
                <a:gd name="connsiteX14" fmla="*/ 1193866 w 1673466"/>
                <a:gd name="connsiteY14" fmla="*/ 756990 h 747989"/>
                <a:gd name="connsiteX15" fmla="*/ 1139225 w 1673466"/>
                <a:gd name="connsiteY15" fmla="*/ 756990 h 747989"/>
                <a:gd name="connsiteX16" fmla="*/ 1125533 w 1673466"/>
                <a:gd name="connsiteY16" fmla="*/ 743298 h 747989"/>
                <a:gd name="connsiteX17" fmla="*/ 1139225 w 1673466"/>
                <a:gd name="connsiteY17" fmla="*/ 729606 h 747989"/>
                <a:gd name="connsiteX18" fmla="*/ 1193866 w 1673466"/>
                <a:gd name="connsiteY18" fmla="*/ 729606 h 747989"/>
                <a:gd name="connsiteX19" fmla="*/ 1207558 w 1673466"/>
                <a:gd name="connsiteY19" fmla="*/ 743298 h 747989"/>
                <a:gd name="connsiteX20" fmla="*/ 1193866 w 1673466"/>
                <a:gd name="connsiteY20" fmla="*/ 756990 h 747989"/>
                <a:gd name="connsiteX21" fmla="*/ 1029943 w 1673466"/>
                <a:gd name="connsiteY21" fmla="*/ 756990 h 747989"/>
                <a:gd name="connsiteX22" fmla="*/ 975301 w 1673466"/>
                <a:gd name="connsiteY22" fmla="*/ 756990 h 747989"/>
                <a:gd name="connsiteX23" fmla="*/ 961609 w 1673466"/>
                <a:gd name="connsiteY23" fmla="*/ 743298 h 747989"/>
                <a:gd name="connsiteX24" fmla="*/ 975301 w 1673466"/>
                <a:gd name="connsiteY24" fmla="*/ 729606 h 747989"/>
                <a:gd name="connsiteX25" fmla="*/ 1029943 w 1673466"/>
                <a:gd name="connsiteY25" fmla="*/ 729606 h 747989"/>
                <a:gd name="connsiteX26" fmla="*/ 1043635 w 1673466"/>
                <a:gd name="connsiteY26" fmla="*/ 743298 h 747989"/>
                <a:gd name="connsiteX27" fmla="*/ 1029943 w 1673466"/>
                <a:gd name="connsiteY27" fmla="*/ 756990 h 747989"/>
                <a:gd name="connsiteX28" fmla="*/ 866146 w 1673466"/>
                <a:gd name="connsiteY28" fmla="*/ 756990 h 747989"/>
                <a:gd name="connsiteX29" fmla="*/ 811504 w 1673466"/>
                <a:gd name="connsiteY29" fmla="*/ 756990 h 747989"/>
                <a:gd name="connsiteX30" fmla="*/ 797813 w 1673466"/>
                <a:gd name="connsiteY30" fmla="*/ 743298 h 747989"/>
                <a:gd name="connsiteX31" fmla="*/ 811504 w 1673466"/>
                <a:gd name="connsiteY31" fmla="*/ 729606 h 747989"/>
                <a:gd name="connsiteX32" fmla="*/ 866146 w 1673466"/>
                <a:gd name="connsiteY32" fmla="*/ 729606 h 747989"/>
                <a:gd name="connsiteX33" fmla="*/ 879838 w 1673466"/>
                <a:gd name="connsiteY33" fmla="*/ 743298 h 747989"/>
                <a:gd name="connsiteX34" fmla="*/ 866146 w 1673466"/>
                <a:gd name="connsiteY34" fmla="*/ 756990 h 747989"/>
                <a:gd name="connsiteX35" fmla="*/ 702349 w 1673466"/>
                <a:gd name="connsiteY35" fmla="*/ 756990 h 747989"/>
                <a:gd name="connsiteX36" fmla="*/ 647708 w 1673466"/>
                <a:gd name="connsiteY36" fmla="*/ 756990 h 747989"/>
                <a:gd name="connsiteX37" fmla="*/ 634016 w 1673466"/>
                <a:gd name="connsiteY37" fmla="*/ 743298 h 747989"/>
                <a:gd name="connsiteX38" fmla="*/ 647708 w 1673466"/>
                <a:gd name="connsiteY38" fmla="*/ 729606 h 747989"/>
                <a:gd name="connsiteX39" fmla="*/ 702349 w 1673466"/>
                <a:gd name="connsiteY39" fmla="*/ 729606 h 747989"/>
                <a:gd name="connsiteX40" fmla="*/ 716041 w 1673466"/>
                <a:gd name="connsiteY40" fmla="*/ 743298 h 747989"/>
                <a:gd name="connsiteX41" fmla="*/ 702349 w 1673466"/>
                <a:gd name="connsiteY41" fmla="*/ 756990 h 747989"/>
                <a:gd name="connsiteX42" fmla="*/ 538425 w 1673466"/>
                <a:gd name="connsiteY42" fmla="*/ 756990 h 747989"/>
                <a:gd name="connsiteX43" fmla="*/ 483784 w 1673466"/>
                <a:gd name="connsiteY43" fmla="*/ 756990 h 747989"/>
                <a:gd name="connsiteX44" fmla="*/ 470092 w 1673466"/>
                <a:gd name="connsiteY44" fmla="*/ 743298 h 747989"/>
                <a:gd name="connsiteX45" fmla="*/ 483784 w 1673466"/>
                <a:gd name="connsiteY45" fmla="*/ 729606 h 747989"/>
                <a:gd name="connsiteX46" fmla="*/ 538425 w 1673466"/>
                <a:gd name="connsiteY46" fmla="*/ 729606 h 747989"/>
                <a:gd name="connsiteX47" fmla="*/ 552117 w 1673466"/>
                <a:gd name="connsiteY47" fmla="*/ 743298 h 747989"/>
                <a:gd name="connsiteX48" fmla="*/ 538425 w 1673466"/>
                <a:gd name="connsiteY48" fmla="*/ 756990 h 747989"/>
                <a:gd name="connsiteX49" fmla="*/ 374628 w 1673466"/>
                <a:gd name="connsiteY49" fmla="*/ 756990 h 747989"/>
                <a:gd name="connsiteX50" fmla="*/ 319987 w 1673466"/>
                <a:gd name="connsiteY50" fmla="*/ 756990 h 747989"/>
                <a:gd name="connsiteX51" fmla="*/ 306295 w 1673466"/>
                <a:gd name="connsiteY51" fmla="*/ 743298 h 747989"/>
                <a:gd name="connsiteX52" fmla="*/ 319987 w 1673466"/>
                <a:gd name="connsiteY52" fmla="*/ 729606 h 747989"/>
                <a:gd name="connsiteX53" fmla="*/ 374628 w 1673466"/>
                <a:gd name="connsiteY53" fmla="*/ 729606 h 747989"/>
                <a:gd name="connsiteX54" fmla="*/ 388320 w 1673466"/>
                <a:gd name="connsiteY54" fmla="*/ 743298 h 747989"/>
                <a:gd name="connsiteX55" fmla="*/ 374628 w 1673466"/>
                <a:gd name="connsiteY55" fmla="*/ 756990 h 747989"/>
                <a:gd name="connsiteX56" fmla="*/ 210831 w 1673466"/>
                <a:gd name="connsiteY56" fmla="*/ 756990 h 747989"/>
                <a:gd name="connsiteX57" fmla="*/ 156190 w 1673466"/>
                <a:gd name="connsiteY57" fmla="*/ 756990 h 747989"/>
                <a:gd name="connsiteX58" fmla="*/ 142498 w 1673466"/>
                <a:gd name="connsiteY58" fmla="*/ 743298 h 747989"/>
                <a:gd name="connsiteX59" fmla="*/ 156190 w 1673466"/>
                <a:gd name="connsiteY59" fmla="*/ 729606 h 747989"/>
                <a:gd name="connsiteX60" fmla="*/ 210831 w 1673466"/>
                <a:gd name="connsiteY60" fmla="*/ 729606 h 747989"/>
                <a:gd name="connsiteX61" fmla="*/ 224523 w 1673466"/>
                <a:gd name="connsiteY61" fmla="*/ 743298 h 747989"/>
                <a:gd name="connsiteX62" fmla="*/ 210831 w 1673466"/>
                <a:gd name="connsiteY62" fmla="*/ 756990 h 747989"/>
                <a:gd name="connsiteX63" fmla="*/ 54641 w 1673466"/>
                <a:gd name="connsiteY63" fmla="*/ 725803 h 747989"/>
                <a:gd name="connsiteX64" fmla="*/ 45513 w 1673466"/>
                <a:gd name="connsiteY64" fmla="*/ 722253 h 747989"/>
                <a:gd name="connsiteX65" fmla="*/ 39935 w 1673466"/>
                <a:gd name="connsiteY65" fmla="*/ 716929 h 747989"/>
                <a:gd name="connsiteX66" fmla="*/ 10523 w 1673466"/>
                <a:gd name="connsiteY66" fmla="*/ 673190 h 747989"/>
                <a:gd name="connsiteX67" fmla="*/ 17876 w 1673466"/>
                <a:gd name="connsiteY67" fmla="*/ 655188 h 747989"/>
                <a:gd name="connsiteX68" fmla="*/ 35878 w 1673466"/>
                <a:gd name="connsiteY68" fmla="*/ 662541 h 747989"/>
                <a:gd name="connsiteX69" fmla="*/ 59332 w 1673466"/>
                <a:gd name="connsiteY69" fmla="*/ 697405 h 747989"/>
                <a:gd name="connsiteX70" fmla="*/ 63769 w 1673466"/>
                <a:gd name="connsiteY70" fmla="*/ 701588 h 747989"/>
                <a:gd name="connsiteX71" fmla="*/ 64910 w 1673466"/>
                <a:gd name="connsiteY71" fmla="*/ 720985 h 747989"/>
                <a:gd name="connsiteX72" fmla="*/ 54641 w 1673466"/>
                <a:gd name="connsiteY72" fmla="*/ 725803 h 747989"/>
                <a:gd name="connsiteX73" fmla="*/ 1623009 w 1673466"/>
                <a:gd name="connsiteY73" fmla="*/ 725676 h 747989"/>
                <a:gd name="connsiteX74" fmla="*/ 1612740 w 1673466"/>
                <a:gd name="connsiteY74" fmla="*/ 721112 h 747989"/>
                <a:gd name="connsiteX75" fmla="*/ 1613754 w 1673466"/>
                <a:gd name="connsiteY75" fmla="*/ 701715 h 747989"/>
                <a:gd name="connsiteX76" fmla="*/ 1618065 w 1673466"/>
                <a:gd name="connsiteY76" fmla="*/ 697532 h 747989"/>
                <a:gd name="connsiteX77" fmla="*/ 1641519 w 1673466"/>
                <a:gd name="connsiteY77" fmla="*/ 662414 h 747989"/>
                <a:gd name="connsiteX78" fmla="*/ 1659521 w 1673466"/>
                <a:gd name="connsiteY78" fmla="*/ 655061 h 747989"/>
                <a:gd name="connsiteX79" fmla="*/ 1666874 w 1673466"/>
                <a:gd name="connsiteY79" fmla="*/ 673063 h 747989"/>
                <a:gd name="connsiteX80" fmla="*/ 1637462 w 1673466"/>
                <a:gd name="connsiteY80" fmla="*/ 716929 h 747989"/>
                <a:gd name="connsiteX81" fmla="*/ 1632010 w 1673466"/>
                <a:gd name="connsiteY81" fmla="*/ 722127 h 747989"/>
                <a:gd name="connsiteX82" fmla="*/ 1623009 w 1673466"/>
                <a:gd name="connsiteY82" fmla="*/ 725676 h 747989"/>
                <a:gd name="connsiteX83" fmla="*/ 13692 w 1673466"/>
                <a:gd name="connsiteY83" fmla="*/ 573796 h 747989"/>
                <a:gd name="connsiteX84" fmla="*/ 0 w 1673466"/>
                <a:gd name="connsiteY84" fmla="*/ 560104 h 747989"/>
                <a:gd name="connsiteX85" fmla="*/ 0 w 1673466"/>
                <a:gd name="connsiteY85" fmla="*/ 505463 h 747989"/>
                <a:gd name="connsiteX86" fmla="*/ 13692 w 1673466"/>
                <a:gd name="connsiteY86" fmla="*/ 491771 h 747989"/>
                <a:gd name="connsiteX87" fmla="*/ 27384 w 1673466"/>
                <a:gd name="connsiteY87" fmla="*/ 505463 h 747989"/>
                <a:gd name="connsiteX88" fmla="*/ 27384 w 1673466"/>
                <a:gd name="connsiteY88" fmla="*/ 560104 h 747989"/>
                <a:gd name="connsiteX89" fmla="*/ 13692 w 1673466"/>
                <a:gd name="connsiteY89" fmla="*/ 573796 h 747989"/>
                <a:gd name="connsiteX90" fmla="*/ 1663705 w 1673466"/>
                <a:gd name="connsiteY90" fmla="*/ 573543 h 747989"/>
                <a:gd name="connsiteX91" fmla="*/ 1650013 w 1673466"/>
                <a:gd name="connsiteY91" fmla="*/ 559851 h 747989"/>
                <a:gd name="connsiteX92" fmla="*/ 1650013 w 1673466"/>
                <a:gd name="connsiteY92" fmla="*/ 505210 h 747989"/>
                <a:gd name="connsiteX93" fmla="*/ 1663705 w 1673466"/>
                <a:gd name="connsiteY93" fmla="*/ 491518 h 747989"/>
                <a:gd name="connsiteX94" fmla="*/ 1677397 w 1673466"/>
                <a:gd name="connsiteY94" fmla="*/ 505210 h 747989"/>
                <a:gd name="connsiteX95" fmla="*/ 1677397 w 1673466"/>
                <a:gd name="connsiteY95" fmla="*/ 559851 h 747989"/>
                <a:gd name="connsiteX96" fmla="*/ 1663705 w 1673466"/>
                <a:gd name="connsiteY96" fmla="*/ 573543 h 747989"/>
                <a:gd name="connsiteX97" fmla="*/ 13692 w 1673466"/>
                <a:gd name="connsiteY97" fmla="*/ 409873 h 747989"/>
                <a:gd name="connsiteX98" fmla="*/ 0 w 1673466"/>
                <a:gd name="connsiteY98" fmla="*/ 396181 h 747989"/>
                <a:gd name="connsiteX99" fmla="*/ 0 w 1673466"/>
                <a:gd name="connsiteY99" fmla="*/ 341539 h 747989"/>
                <a:gd name="connsiteX100" fmla="*/ 13692 w 1673466"/>
                <a:gd name="connsiteY100" fmla="*/ 327847 h 747989"/>
                <a:gd name="connsiteX101" fmla="*/ 27384 w 1673466"/>
                <a:gd name="connsiteY101" fmla="*/ 341539 h 747989"/>
                <a:gd name="connsiteX102" fmla="*/ 27384 w 1673466"/>
                <a:gd name="connsiteY102" fmla="*/ 396181 h 747989"/>
                <a:gd name="connsiteX103" fmla="*/ 13692 w 1673466"/>
                <a:gd name="connsiteY103" fmla="*/ 409873 h 747989"/>
                <a:gd name="connsiteX104" fmla="*/ 1663705 w 1673466"/>
                <a:gd name="connsiteY104" fmla="*/ 409746 h 747989"/>
                <a:gd name="connsiteX105" fmla="*/ 1650013 w 1673466"/>
                <a:gd name="connsiteY105" fmla="*/ 396054 h 747989"/>
                <a:gd name="connsiteX106" fmla="*/ 1650013 w 1673466"/>
                <a:gd name="connsiteY106" fmla="*/ 341413 h 747989"/>
                <a:gd name="connsiteX107" fmla="*/ 1663705 w 1673466"/>
                <a:gd name="connsiteY107" fmla="*/ 327721 h 747989"/>
                <a:gd name="connsiteX108" fmla="*/ 1677397 w 1673466"/>
                <a:gd name="connsiteY108" fmla="*/ 341413 h 747989"/>
                <a:gd name="connsiteX109" fmla="*/ 1677397 w 1673466"/>
                <a:gd name="connsiteY109" fmla="*/ 396054 h 747989"/>
                <a:gd name="connsiteX110" fmla="*/ 1663705 w 1673466"/>
                <a:gd name="connsiteY110" fmla="*/ 409746 h 747989"/>
                <a:gd name="connsiteX111" fmla="*/ 13692 w 1673466"/>
                <a:gd name="connsiteY111" fmla="*/ 246076 h 747989"/>
                <a:gd name="connsiteX112" fmla="*/ 0 w 1673466"/>
                <a:gd name="connsiteY112" fmla="*/ 232384 h 747989"/>
                <a:gd name="connsiteX113" fmla="*/ 0 w 1673466"/>
                <a:gd name="connsiteY113" fmla="*/ 177742 h 747989"/>
                <a:gd name="connsiteX114" fmla="*/ 13692 w 1673466"/>
                <a:gd name="connsiteY114" fmla="*/ 164051 h 747989"/>
                <a:gd name="connsiteX115" fmla="*/ 27384 w 1673466"/>
                <a:gd name="connsiteY115" fmla="*/ 177742 h 747989"/>
                <a:gd name="connsiteX116" fmla="*/ 27384 w 1673466"/>
                <a:gd name="connsiteY116" fmla="*/ 232384 h 747989"/>
                <a:gd name="connsiteX117" fmla="*/ 13692 w 1673466"/>
                <a:gd name="connsiteY117" fmla="*/ 246076 h 747989"/>
                <a:gd name="connsiteX118" fmla="*/ 1663705 w 1673466"/>
                <a:gd name="connsiteY118" fmla="*/ 245822 h 747989"/>
                <a:gd name="connsiteX119" fmla="*/ 1650013 w 1673466"/>
                <a:gd name="connsiteY119" fmla="*/ 232130 h 747989"/>
                <a:gd name="connsiteX120" fmla="*/ 1650013 w 1673466"/>
                <a:gd name="connsiteY120" fmla="*/ 177489 h 747989"/>
                <a:gd name="connsiteX121" fmla="*/ 1663705 w 1673466"/>
                <a:gd name="connsiteY121" fmla="*/ 163797 h 747989"/>
                <a:gd name="connsiteX122" fmla="*/ 1677397 w 1673466"/>
                <a:gd name="connsiteY122" fmla="*/ 177489 h 747989"/>
                <a:gd name="connsiteX123" fmla="*/ 1677397 w 1673466"/>
                <a:gd name="connsiteY123" fmla="*/ 232130 h 747989"/>
                <a:gd name="connsiteX124" fmla="*/ 1663705 w 1673466"/>
                <a:gd name="connsiteY124" fmla="*/ 245822 h 747989"/>
                <a:gd name="connsiteX125" fmla="*/ 13692 w 1673466"/>
                <a:gd name="connsiteY125" fmla="*/ 82279 h 747989"/>
                <a:gd name="connsiteX126" fmla="*/ 0 w 1673466"/>
                <a:gd name="connsiteY126" fmla="*/ 68587 h 747989"/>
                <a:gd name="connsiteX127" fmla="*/ 0 w 1673466"/>
                <a:gd name="connsiteY127" fmla="*/ 13946 h 747989"/>
                <a:gd name="connsiteX128" fmla="*/ 13692 w 1673466"/>
                <a:gd name="connsiteY128" fmla="*/ 254 h 747989"/>
                <a:gd name="connsiteX129" fmla="*/ 27384 w 1673466"/>
                <a:gd name="connsiteY129" fmla="*/ 13946 h 747989"/>
                <a:gd name="connsiteX130" fmla="*/ 27384 w 1673466"/>
                <a:gd name="connsiteY130" fmla="*/ 68587 h 747989"/>
                <a:gd name="connsiteX131" fmla="*/ 13692 w 1673466"/>
                <a:gd name="connsiteY131" fmla="*/ 82279 h 747989"/>
                <a:gd name="connsiteX132" fmla="*/ 1663705 w 1673466"/>
                <a:gd name="connsiteY132" fmla="*/ 82025 h 747989"/>
                <a:gd name="connsiteX133" fmla="*/ 1650013 w 1673466"/>
                <a:gd name="connsiteY133" fmla="*/ 68333 h 747989"/>
                <a:gd name="connsiteX134" fmla="*/ 1650013 w 1673466"/>
                <a:gd name="connsiteY134" fmla="*/ 13692 h 747989"/>
                <a:gd name="connsiteX135" fmla="*/ 1663705 w 1673466"/>
                <a:gd name="connsiteY135" fmla="*/ 0 h 747989"/>
                <a:gd name="connsiteX136" fmla="*/ 1677397 w 1673466"/>
                <a:gd name="connsiteY136" fmla="*/ 13692 h 747989"/>
                <a:gd name="connsiteX137" fmla="*/ 1677397 w 1673466"/>
                <a:gd name="connsiteY137" fmla="*/ 68333 h 747989"/>
                <a:gd name="connsiteX138" fmla="*/ 1663705 w 1673466"/>
                <a:gd name="connsiteY138" fmla="*/ 82025 h 74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673466" h="747989">
                  <a:moveTo>
                    <a:pt x="1521460" y="756990"/>
                  </a:moveTo>
                  <a:lnTo>
                    <a:pt x="1466819" y="756990"/>
                  </a:lnTo>
                  <a:cubicBezTo>
                    <a:pt x="1459212" y="756990"/>
                    <a:pt x="1453127" y="750778"/>
                    <a:pt x="1453127" y="743298"/>
                  </a:cubicBezTo>
                  <a:cubicBezTo>
                    <a:pt x="1453127" y="735818"/>
                    <a:pt x="1459212" y="729606"/>
                    <a:pt x="1466819" y="729606"/>
                  </a:cubicBezTo>
                  <a:lnTo>
                    <a:pt x="1521460" y="729606"/>
                  </a:lnTo>
                  <a:cubicBezTo>
                    <a:pt x="1529067" y="729606"/>
                    <a:pt x="1535152" y="735818"/>
                    <a:pt x="1535152" y="743298"/>
                  </a:cubicBezTo>
                  <a:cubicBezTo>
                    <a:pt x="1535152" y="750778"/>
                    <a:pt x="1529067" y="756990"/>
                    <a:pt x="1521460" y="756990"/>
                  </a:cubicBezTo>
                  <a:close/>
                  <a:moveTo>
                    <a:pt x="1357663" y="756990"/>
                  </a:moveTo>
                  <a:lnTo>
                    <a:pt x="1303022" y="756990"/>
                  </a:lnTo>
                  <a:cubicBezTo>
                    <a:pt x="1295415" y="756990"/>
                    <a:pt x="1289330" y="750778"/>
                    <a:pt x="1289330" y="743298"/>
                  </a:cubicBezTo>
                  <a:cubicBezTo>
                    <a:pt x="1289330" y="735818"/>
                    <a:pt x="1295415" y="729606"/>
                    <a:pt x="1303022" y="729606"/>
                  </a:cubicBezTo>
                  <a:lnTo>
                    <a:pt x="1357663" y="729606"/>
                  </a:lnTo>
                  <a:cubicBezTo>
                    <a:pt x="1365270" y="729606"/>
                    <a:pt x="1371355" y="735818"/>
                    <a:pt x="1371355" y="743298"/>
                  </a:cubicBezTo>
                  <a:cubicBezTo>
                    <a:pt x="1371355" y="750778"/>
                    <a:pt x="1365270" y="756990"/>
                    <a:pt x="1357663" y="756990"/>
                  </a:cubicBezTo>
                  <a:close/>
                  <a:moveTo>
                    <a:pt x="1193866" y="756990"/>
                  </a:moveTo>
                  <a:lnTo>
                    <a:pt x="1139225" y="756990"/>
                  </a:lnTo>
                  <a:cubicBezTo>
                    <a:pt x="1131618" y="756990"/>
                    <a:pt x="1125533" y="750778"/>
                    <a:pt x="1125533" y="743298"/>
                  </a:cubicBezTo>
                  <a:cubicBezTo>
                    <a:pt x="1125533" y="735818"/>
                    <a:pt x="1131618" y="729606"/>
                    <a:pt x="1139225" y="729606"/>
                  </a:cubicBezTo>
                  <a:lnTo>
                    <a:pt x="1193866" y="729606"/>
                  </a:lnTo>
                  <a:cubicBezTo>
                    <a:pt x="1201473" y="729606"/>
                    <a:pt x="1207558" y="735818"/>
                    <a:pt x="1207558" y="743298"/>
                  </a:cubicBezTo>
                  <a:cubicBezTo>
                    <a:pt x="1207558" y="750778"/>
                    <a:pt x="1201346" y="756990"/>
                    <a:pt x="1193866" y="756990"/>
                  </a:cubicBezTo>
                  <a:close/>
                  <a:moveTo>
                    <a:pt x="1029943" y="756990"/>
                  </a:moveTo>
                  <a:lnTo>
                    <a:pt x="975301" y="756990"/>
                  </a:lnTo>
                  <a:cubicBezTo>
                    <a:pt x="967695" y="756990"/>
                    <a:pt x="961609" y="750778"/>
                    <a:pt x="961609" y="743298"/>
                  </a:cubicBezTo>
                  <a:cubicBezTo>
                    <a:pt x="961609" y="735818"/>
                    <a:pt x="967695" y="729606"/>
                    <a:pt x="975301" y="729606"/>
                  </a:cubicBezTo>
                  <a:lnTo>
                    <a:pt x="1029943" y="729606"/>
                  </a:lnTo>
                  <a:cubicBezTo>
                    <a:pt x="1037549" y="729606"/>
                    <a:pt x="1043635" y="735818"/>
                    <a:pt x="1043635" y="743298"/>
                  </a:cubicBezTo>
                  <a:cubicBezTo>
                    <a:pt x="1043635" y="750778"/>
                    <a:pt x="1037549" y="756990"/>
                    <a:pt x="1029943" y="756990"/>
                  </a:cubicBezTo>
                  <a:close/>
                  <a:moveTo>
                    <a:pt x="866146" y="756990"/>
                  </a:moveTo>
                  <a:lnTo>
                    <a:pt x="811504" y="756990"/>
                  </a:lnTo>
                  <a:cubicBezTo>
                    <a:pt x="803898" y="756990"/>
                    <a:pt x="797813" y="750778"/>
                    <a:pt x="797813" y="743298"/>
                  </a:cubicBezTo>
                  <a:cubicBezTo>
                    <a:pt x="797813" y="735818"/>
                    <a:pt x="803898" y="729606"/>
                    <a:pt x="811504" y="729606"/>
                  </a:cubicBezTo>
                  <a:lnTo>
                    <a:pt x="866146" y="729606"/>
                  </a:lnTo>
                  <a:cubicBezTo>
                    <a:pt x="873752" y="729606"/>
                    <a:pt x="879838" y="735818"/>
                    <a:pt x="879838" y="743298"/>
                  </a:cubicBezTo>
                  <a:cubicBezTo>
                    <a:pt x="879838" y="750778"/>
                    <a:pt x="873752" y="756990"/>
                    <a:pt x="866146" y="756990"/>
                  </a:cubicBezTo>
                  <a:close/>
                  <a:moveTo>
                    <a:pt x="702349" y="756990"/>
                  </a:moveTo>
                  <a:lnTo>
                    <a:pt x="647708" y="756990"/>
                  </a:lnTo>
                  <a:cubicBezTo>
                    <a:pt x="640101" y="756990"/>
                    <a:pt x="634016" y="750778"/>
                    <a:pt x="634016" y="743298"/>
                  </a:cubicBezTo>
                  <a:cubicBezTo>
                    <a:pt x="634016" y="735818"/>
                    <a:pt x="640101" y="729606"/>
                    <a:pt x="647708" y="729606"/>
                  </a:cubicBezTo>
                  <a:lnTo>
                    <a:pt x="702349" y="729606"/>
                  </a:lnTo>
                  <a:cubicBezTo>
                    <a:pt x="709956" y="729606"/>
                    <a:pt x="716041" y="735818"/>
                    <a:pt x="716041" y="743298"/>
                  </a:cubicBezTo>
                  <a:cubicBezTo>
                    <a:pt x="716041" y="750778"/>
                    <a:pt x="709829" y="756990"/>
                    <a:pt x="702349" y="756990"/>
                  </a:cubicBezTo>
                  <a:close/>
                  <a:moveTo>
                    <a:pt x="538425" y="756990"/>
                  </a:moveTo>
                  <a:lnTo>
                    <a:pt x="483784" y="756990"/>
                  </a:lnTo>
                  <a:cubicBezTo>
                    <a:pt x="476177" y="756990"/>
                    <a:pt x="470092" y="750778"/>
                    <a:pt x="470092" y="743298"/>
                  </a:cubicBezTo>
                  <a:cubicBezTo>
                    <a:pt x="470092" y="735818"/>
                    <a:pt x="476177" y="729606"/>
                    <a:pt x="483784" y="729606"/>
                  </a:cubicBezTo>
                  <a:lnTo>
                    <a:pt x="538425" y="729606"/>
                  </a:lnTo>
                  <a:cubicBezTo>
                    <a:pt x="546032" y="729606"/>
                    <a:pt x="552117" y="735818"/>
                    <a:pt x="552117" y="743298"/>
                  </a:cubicBezTo>
                  <a:cubicBezTo>
                    <a:pt x="552117" y="750778"/>
                    <a:pt x="546032" y="756990"/>
                    <a:pt x="538425" y="756990"/>
                  </a:cubicBezTo>
                  <a:close/>
                  <a:moveTo>
                    <a:pt x="374628" y="756990"/>
                  </a:moveTo>
                  <a:lnTo>
                    <a:pt x="319987" y="756990"/>
                  </a:lnTo>
                  <a:cubicBezTo>
                    <a:pt x="312380" y="756990"/>
                    <a:pt x="306295" y="750778"/>
                    <a:pt x="306295" y="743298"/>
                  </a:cubicBezTo>
                  <a:cubicBezTo>
                    <a:pt x="306295" y="735818"/>
                    <a:pt x="312380" y="729606"/>
                    <a:pt x="319987" y="729606"/>
                  </a:cubicBezTo>
                  <a:lnTo>
                    <a:pt x="374628" y="729606"/>
                  </a:lnTo>
                  <a:cubicBezTo>
                    <a:pt x="382235" y="729606"/>
                    <a:pt x="388320" y="735818"/>
                    <a:pt x="388320" y="743298"/>
                  </a:cubicBezTo>
                  <a:cubicBezTo>
                    <a:pt x="388320" y="750778"/>
                    <a:pt x="382235" y="756990"/>
                    <a:pt x="374628" y="756990"/>
                  </a:cubicBezTo>
                  <a:close/>
                  <a:moveTo>
                    <a:pt x="210831" y="756990"/>
                  </a:moveTo>
                  <a:lnTo>
                    <a:pt x="156190" y="756990"/>
                  </a:lnTo>
                  <a:cubicBezTo>
                    <a:pt x="148584" y="756990"/>
                    <a:pt x="142498" y="750778"/>
                    <a:pt x="142498" y="743298"/>
                  </a:cubicBezTo>
                  <a:cubicBezTo>
                    <a:pt x="142498" y="735818"/>
                    <a:pt x="148584" y="729606"/>
                    <a:pt x="156190" y="729606"/>
                  </a:cubicBezTo>
                  <a:lnTo>
                    <a:pt x="210831" y="729606"/>
                  </a:lnTo>
                  <a:cubicBezTo>
                    <a:pt x="218438" y="729606"/>
                    <a:pt x="224523" y="735818"/>
                    <a:pt x="224523" y="743298"/>
                  </a:cubicBezTo>
                  <a:cubicBezTo>
                    <a:pt x="224523" y="750778"/>
                    <a:pt x="218311" y="756990"/>
                    <a:pt x="210831" y="756990"/>
                  </a:cubicBezTo>
                  <a:close/>
                  <a:moveTo>
                    <a:pt x="54641" y="725803"/>
                  </a:moveTo>
                  <a:cubicBezTo>
                    <a:pt x="51345" y="725803"/>
                    <a:pt x="48176" y="724662"/>
                    <a:pt x="45513" y="722253"/>
                  </a:cubicBezTo>
                  <a:cubicBezTo>
                    <a:pt x="43612" y="720605"/>
                    <a:pt x="41710" y="718830"/>
                    <a:pt x="39935" y="716929"/>
                  </a:cubicBezTo>
                  <a:cubicBezTo>
                    <a:pt x="27257" y="704251"/>
                    <a:pt x="17369" y="689545"/>
                    <a:pt x="10523" y="673190"/>
                  </a:cubicBezTo>
                  <a:cubicBezTo>
                    <a:pt x="7607" y="666218"/>
                    <a:pt x="10903" y="658104"/>
                    <a:pt x="17876" y="655188"/>
                  </a:cubicBezTo>
                  <a:cubicBezTo>
                    <a:pt x="24848" y="652272"/>
                    <a:pt x="32962" y="655568"/>
                    <a:pt x="35878" y="662541"/>
                  </a:cubicBezTo>
                  <a:cubicBezTo>
                    <a:pt x="41330" y="675599"/>
                    <a:pt x="49190" y="687389"/>
                    <a:pt x="59332" y="697405"/>
                  </a:cubicBezTo>
                  <a:cubicBezTo>
                    <a:pt x="60727" y="698799"/>
                    <a:pt x="62248" y="700321"/>
                    <a:pt x="63769" y="701588"/>
                  </a:cubicBezTo>
                  <a:cubicBezTo>
                    <a:pt x="69474" y="706660"/>
                    <a:pt x="69981" y="715280"/>
                    <a:pt x="64910" y="720985"/>
                  </a:cubicBezTo>
                  <a:cubicBezTo>
                    <a:pt x="62248" y="724282"/>
                    <a:pt x="58445" y="725803"/>
                    <a:pt x="54641" y="725803"/>
                  </a:cubicBezTo>
                  <a:close/>
                  <a:moveTo>
                    <a:pt x="1623009" y="725676"/>
                  </a:moveTo>
                  <a:cubicBezTo>
                    <a:pt x="1619206" y="725676"/>
                    <a:pt x="1615529" y="724155"/>
                    <a:pt x="1612740" y="721112"/>
                  </a:cubicBezTo>
                  <a:cubicBezTo>
                    <a:pt x="1607669" y="715407"/>
                    <a:pt x="1608176" y="706786"/>
                    <a:pt x="1613754" y="701715"/>
                  </a:cubicBezTo>
                  <a:cubicBezTo>
                    <a:pt x="1615276" y="700321"/>
                    <a:pt x="1616670" y="699053"/>
                    <a:pt x="1618065" y="697532"/>
                  </a:cubicBezTo>
                  <a:cubicBezTo>
                    <a:pt x="1628207" y="687389"/>
                    <a:pt x="1636067" y="675599"/>
                    <a:pt x="1641519" y="662414"/>
                  </a:cubicBezTo>
                  <a:cubicBezTo>
                    <a:pt x="1644434" y="655441"/>
                    <a:pt x="1652548" y="652145"/>
                    <a:pt x="1659521" y="655061"/>
                  </a:cubicBezTo>
                  <a:cubicBezTo>
                    <a:pt x="1666494" y="657977"/>
                    <a:pt x="1669790" y="665964"/>
                    <a:pt x="1666874" y="673063"/>
                  </a:cubicBezTo>
                  <a:cubicBezTo>
                    <a:pt x="1660028" y="689545"/>
                    <a:pt x="1650139" y="704251"/>
                    <a:pt x="1637462" y="716929"/>
                  </a:cubicBezTo>
                  <a:cubicBezTo>
                    <a:pt x="1635687" y="718704"/>
                    <a:pt x="1633912" y="720478"/>
                    <a:pt x="1632010" y="722127"/>
                  </a:cubicBezTo>
                  <a:cubicBezTo>
                    <a:pt x="1629475" y="724535"/>
                    <a:pt x="1626178" y="725676"/>
                    <a:pt x="1623009" y="725676"/>
                  </a:cubicBezTo>
                  <a:close/>
                  <a:moveTo>
                    <a:pt x="13692" y="573796"/>
                  </a:moveTo>
                  <a:cubicBezTo>
                    <a:pt x="6085" y="573796"/>
                    <a:pt x="0" y="567584"/>
                    <a:pt x="0" y="560104"/>
                  </a:cubicBezTo>
                  <a:lnTo>
                    <a:pt x="0" y="505463"/>
                  </a:lnTo>
                  <a:cubicBezTo>
                    <a:pt x="0" y="497856"/>
                    <a:pt x="6085" y="491771"/>
                    <a:pt x="13692" y="491771"/>
                  </a:cubicBezTo>
                  <a:cubicBezTo>
                    <a:pt x="21299" y="491771"/>
                    <a:pt x="27384" y="497983"/>
                    <a:pt x="27384" y="505463"/>
                  </a:cubicBezTo>
                  <a:lnTo>
                    <a:pt x="27384" y="560104"/>
                  </a:lnTo>
                  <a:cubicBezTo>
                    <a:pt x="27511" y="567584"/>
                    <a:pt x="21299" y="573796"/>
                    <a:pt x="13692" y="573796"/>
                  </a:cubicBezTo>
                  <a:close/>
                  <a:moveTo>
                    <a:pt x="1663705" y="573543"/>
                  </a:moveTo>
                  <a:cubicBezTo>
                    <a:pt x="1656098" y="573543"/>
                    <a:pt x="1650013" y="567331"/>
                    <a:pt x="1650013" y="559851"/>
                  </a:cubicBezTo>
                  <a:lnTo>
                    <a:pt x="1650013" y="505210"/>
                  </a:lnTo>
                  <a:cubicBezTo>
                    <a:pt x="1650013" y="497603"/>
                    <a:pt x="1656098" y="491518"/>
                    <a:pt x="1663705" y="491518"/>
                  </a:cubicBezTo>
                  <a:cubicBezTo>
                    <a:pt x="1671311" y="491518"/>
                    <a:pt x="1677397" y="497730"/>
                    <a:pt x="1677397" y="505210"/>
                  </a:cubicBezTo>
                  <a:lnTo>
                    <a:pt x="1677397" y="559851"/>
                  </a:lnTo>
                  <a:cubicBezTo>
                    <a:pt x="1677523" y="567458"/>
                    <a:pt x="1671311" y="573543"/>
                    <a:pt x="1663705" y="573543"/>
                  </a:cubicBezTo>
                  <a:close/>
                  <a:moveTo>
                    <a:pt x="13692" y="409873"/>
                  </a:moveTo>
                  <a:cubicBezTo>
                    <a:pt x="6085" y="409873"/>
                    <a:pt x="0" y="403661"/>
                    <a:pt x="0" y="396181"/>
                  </a:cubicBezTo>
                  <a:lnTo>
                    <a:pt x="0" y="341539"/>
                  </a:lnTo>
                  <a:cubicBezTo>
                    <a:pt x="0" y="333933"/>
                    <a:pt x="6085" y="327847"/>
                    <a:pt x="13692" y="327847"/>
                  </a:cubicBezTo>
                  <a:cubicBezTo>
                    <a:pt x="21299" y="327847"/>
                    <a:pt x="27384" y="334060"/>
                    <a:pt x="27384" y="341539"/>
                  </a:cubicBezTo>
                  <a:lnTo>
                    <a:pt x="27384" y="396181"/>
                  </a:lnTo>
                  <a:cubicBezTo>
                    <a:pt x="27511" y="403787"/>
                    <a:pt x="21299" y="409873"/>
                    <a:pt x="13692" y="409873"/>
                  </a:cubicBezTo>
                  <a:close/>
                  <a:moveTo>
                    <a:pt x="1663705" y="409746"/>
                  </a:moveTo>
                  <a:cubicBezTo>
                    <a:pt x="1656098" y="409746"/>
                    <a:pt x="1650013" y="403534"/>
                    <a:pt x="1650013" y="396054"/>
                  </a:cubicBezTo>
                  <a:lnTo>
                    <a:pt x="1650013" y="341413"/>
                  </a:lnTo>
                  <a:cubicBezTo>
                    <a:pt x="1650013" y="333806"/>
                    <a:pt x="1656098" y="327721"/>
                    <a:pt x="1663705" y="327721"/>
                  </a:cubicBezTo>
                  <a:cubicBezTo>
                    <a:pt x="1671311" y="327721"/>
                    <a:pt x="1677397" y="333933"/>
                    <a:pt x="1677397" y="341413"/>
                  </a:cubicBezTo>
                  <a:lnTo>
                    <a:pt x="1677397" y="396054"/>
                  </a:lnTo>
                  <a:cubicBezTo>
                    <a:pt x="1677523" y="403534"/>
                    <a:pt x="1671311" y="409746"/>
                    <a:pt x="1663705" y="409746"/>
                  </a:cubicBezTo>
                  <a:close/>
                  <a:moveTo>
                    <a:pt x="13692" y="246076"/>
                  </a:moveTo>
                  <a:cubicBezTo>
                    <a:pt x="6085" y="246076"/>
                    <a:pt x="0" y="239864"/>
                    <a:pt x="0" y="232384"/>
                  </a:cubicBezTo>
                  <a:lnTo>
                    <a:pt x="0" y="177742"/>
                  </a:lnTo>
                  <a:cubicBezTo>
                    <a:pt x="0" y="170136"/>
                    <a:pt x="6085" y="164051"/>
                    <a:pt x="13692" y="164051"/>
                  </a:cubicBezTo>
                  <a:cubicBezTo>
                    <a:pt x="21299" y="164051"/>
                    <a:pt x="27384" y="170263"/>
                    <a:pt x="27384" y="177742"/>
                  </a:cubicBezTo>
                  <a:lnTo>
                    <a:pt x="27384" y="232384"/>
                  </a:lnTo>
                  <a:cubicBezTo>
                    <a:pt x="27511" y="239864"/>
                    <a:pt x="21299" y="246076"/>
                    <a:pt x="13692" y="246076"/>
                  </a:cubicBezTo>
                  <a:close/>
                  <a:moveTo>
                    <a:pt x="1663705" y="245822"/>
                  </a:moveTo>
                  <a:cubicBezTo>
                    <a:pt x="1656098" y="245822"/>
                    <a:pt x="1650013" y="239610"/>
                    <a:pt x="1650013" y="232130"/>
                  </a:cubicBezTo>
                  <a:lnTo>
                    <a:pt x="1650013" y="177489"/>
                  </a:lnTo>
                  <a:cubicBezTo>
                    <a:pt x="1650013" y="169882"/>
                    <a:pt x="1656098" y="163797"/>
                    <a:pt x="1663705" y="163797"/>
                  </a:cubicBezTo>
                  <a:cubicBezTo>
                    <a:pt x="1671311" y="163797"/>
                    <a:pt x="1677397" y="170009"/>
                    <a:pt x="1677397" y="177489"/>
                  </a:cubicBezTo>
                  <a:lnTo>
                    <a:pt x="1677397" y="232130"/>
                  </a:lnTo>
                  <a:cubicBezTo>
                    <a:pt x="1677523" y="239737"/>
                    <a:pt x="1671311" y="245822"/>
                    <a:pt x="1663705" y="245822"/>
                  </a:cubicBezTo>
                  <a:close/>
                  <a:moveTo>
                    <a:pt x="13692" y="82279"/>
                  </a:moveTo>
                  <a:cubicBezTo>
                    <a:pt x="6085" y="82279"/>
                    <a:pt x="0" y="76067"/>
                    <a:pt x="0" y="68587"/>
                  </a:cubicBezTo>
                  <a:lnTo>
                    <a:pt x="0" y="13946"/>
                  </a:lnTo>
                  <a:cubicBezTo>
                    <a:pt x="0" y="6339"/>
                    <a:pt x="6085" y="254"/>
                    <a:pt x="13692" y="254"/>
                  </a:cubicBezTo>
                  <a:cubicBezTo>
                    <a:pt x="21299" y="254"/>
                    <a:pt x="27384" y="6466"/>
                    <a:pt x="27384" y="13946"/>
                  </a:cubicBezTo>
                  <a:lnTo>
                    <a:pt x="27384" y="68587"/>
                  </a:lnTo>
                  <a:cubicBezTo>
                    <a:pt x="27511" y="76067"/>
                    <a:pt x="21299" y="82279"/>
                    <a:pt x="13692" y="82279"/>
                  </a:cubicBezTo>
                  <a:close/>
                  <a:moveTo>
                    <a:pt x="1663705" y="82025"/>
                  </a:moveTo>
                  <a:cubicBezTo>
                    <a:pt x="1656098" y="82025"/>
                    <a:pt x="1650013" y="75813"/>
                    <a:pt x="1650013" y="68333"/>
                  </a:cubicBezTo>
                  <a:lnTo>
                    <a:pt x="1650013" y="13692"/>
                  </a:lnTo>
                  <a:cubicBezTo>
                    <a:pt x="1650013" y="6085"/>
                    <a:pt x="1656098" y="0"/>
                    <a:pt x="1663705" y="0"/>
                  </a:cubicBezTo>
                  <a:cubicBezTo>
                    <a:pt x="1671311" y="0"/>
                    <a:pt x="1677397" y="6212"/>
                    <a:pt x="1677397" y="13692"/>
                  </a:cubicBezTo>
                  <a:lnTo>
                    <a:pt x="1677397" y="68333"/>
                  </a:lnTo>
                  <a:cubicBezTo>
                    <a:pt x="1677523" y="75940"/>
                    <a:pt x="1671311" y="82025"/>
                    <a:pt x="1663705" y="82025"/>
                  </a:cubicBezTo>
                  <a:close/>
                </a:path>
              </a:pathLst>
            </a:custGeom>
            <a:solidFill>
              <a:srgbClr val="74A017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0904424-F36C-4574-BB2B-848A8855F3B5}"/>
                </a:ext>
              </a:extLst>
            </p:cNvPr>
            <p:cNvSpPr/>
            <p:nvPr/>
          </p:nvSpPr>
          <p:spPr>
            <a:xfrm>
              <a:off x="1223956" y="2759181"/>
              <a:ext cx="1863633" cy="849411"/>
            </a:xfrm>
            <a:custGeom>
              <a:avLst/>
              <a:gdLst>
                <a:gd name="connsiteX0" fmla="*/ 1868831 w 1863633"/>
                <a:gd name="connsiteY0" fmla="*/ 852454 h 849411"/>
                <a:gd name="connsiteX1" fmla="*/ 1650139 w 1863633"/>
                <a:gd name="connsiteY1" fmla="*/ 852454 h 849411"/>
                <a:gd name="connsiteX2" fmla="*/ 1650139 w 1863633"/>
                <a:gd name="connsiteY2" fmla="*/ 136286 h 849411"/>
                <a:gd name="connsiteX3" fmla="*/ 1618318 w 1863633"/>
                <a:gd name="connsiteY3" fmla="*/ 59332 h 849411"/>
                <a:gd name="connsiteX4" fmla="*/ 1541364 w 1863633"/>
                <a:gd name="connsiteY4" fmla="*/ 27511 h 849411"/>
                <a:gd name="connsiteX5" fmla="*/ 136286 w 1863633"/>
                <a:gd name="connsiteY5" fmla="*/ 27511 h 849411"/>
                <a:gd name="connsiteX6" fmla="*/ 59332 w 1863633"/>
                <a:gd name="connsiteY6" fmla="*/ 59332 h 849411"/>
                <a:gd name="connsiteX7" fmla="*/ 27511 w 1863633"/>
                <a:gd name="connsiteY7" fmla="*/ 136286 h 849411"/>
                <a:gd name="connsiteX8" fmla="*/ 27511 w 1863633"/>
                <a:gd name="connsiteY8" fmla="*/ 838762 h 849411"/>
                <a:gd name="connsiteX9" fmla="*/ 0 w 1863633"/>
                <a:gd name="connsiteY9" fmla="*/ 838762 h 849411"/>
                <a:gd name="connsiteX10" fmla="*/ 0 w 1863633"/>
                <a:gd name="connsiteY10" fmla="*/ 136286 h 849411"/>
                <a:gd name="connsiteX11" fmla="*/ 39935 w 1863633"/>
                <a:gd name="connsiteY11" fmla="*/ 39935 h 849411"/>
                <a:gd name="connsiteX12" fmla="*/ 136286 w 1863633"/>
                <a:gd name="connsiteY12" fmla="*/ 0 h 849411"/>
                <a:gd name="connsiteX13" fmla="*/ 1541111 w 1863633"/>
                <a:gd name="connsiteY13" fmla="*/ 0 h 849411"/>
                <a:gd name="connsiteX14" fmla="*/ 1637462 w 1863633"/>
                <a:gd name="connsiteY14" fmla="*/ 39935 h 849411"/>
                <a:gd name="connsiteX15" fmla="*/ 1677397 w 1863633"/>
                <a:gd name="connsiteY15" fmla="*/ 136286 h 849411"/>
                <a:gd name="connsiteX16" fmla="*/ 1677397 w 1863633"/>
                <a:gd name="connsiteY16" fmla="*/ 824943 h 849411"/>
                <a:gd name="connsiteX17" fmla="*/ 1868704 w 1863633"/>
                <a:gd name="connsiteY17" fmla="*/ 824943 h 849411"/>
                <a:gd name="connsiteX18" fmla="*/ 1868704 w 1863633"/>
                <a:gd name="connsiteY18" fmla="*/ 852454 h 8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3633" h="849411">
                  <a:moveTo>
                    <a:pt x="1868831" y="852454"/>
                  </a:moveTo>
                  <a:lnTo>
                    <a:pt x="1650139" y="852454"/>
                  </a:lnTo>
                  <a:lnTo>
                    <a:pt x="1650139" y="136286"/>
                  </a:lnTo>
                  <a:cubicBezTo>
                    <a:pt x="1650139" y="107254"/>
                    <a:pt x="1638856" y="79870"/>
                    <a:pt x="1618318" y="59332"/>
                  </a:cubicBezTo>
                  <a:cubicBezTo>
                    <a:pt x="1597780" y="38794"/>
                    <a:pt x="1570396" y="27511"/>
                    <a:pt x="1541364" y="27511"/>
                  </a:cubicBezTo>
                  <a:lnTo>
                    <a:pt x="136286" y="27511"/>
                  </a:lnTo>
                  <a:cubicBezTo>
                    <a:pt x="107254" y="27511"/>
                    <a:pt x="79870" y="38794"/>
                    <a:pt x="59332" y="59332"/>
                  </a:cubicBezTo>
                  <a:cubicBezTo>
                    <a:pt x="38794" y="79870"/>
                    <a:pt x="27511" y="107254"/>
                    <a:pt x="27511" y="136286"/>
                  </a:cubicBezTo>
                  <a:lnTo>
                    <a:pt x="27511" y="838762"/>
                  </a:lnTo>
                  <a:lnTo>
                    <a:pt x="0" y="838762"/>
                  </a:lnTo>
                  <a:lnTo>
                    <a:pt x="0" y="136286"/>
                  </a:lnTo>
                  <a:cubicBezTo>
                    <a:pt x="0" y="99901"/>
                    <a:pt x="14199" y="65671"/>
                    <a:pt x="39935" y="39935"/>
                  </a:cubicBezTo>
                  <a:cubicBezTo>
                    <a:pt x="65671" y="14199"/>
                    <a:pt x="99901" y="0"/>
                    <a:pt x="136286" y="0"/>
                  </a:cubicBezTo>
                  <a:lnTo>
                    <a:pt x="1541111" y="0"/>
                  </a:lnTo>
                  <a:cubicBezTo>
                    <a:pt x="1577496" y="0"/>
                    <a:pt x="1611726" y="14199"/>
                    <a:pt x="1637462" y="39935"/>
                  </a:cubicBezTo>
                  <a:cubicBezTo>
                    <a:pt x="1663198" y="65671"/>
                    <a:pt x="1677397" y="99901"/>
                    <a:pt x="1677397" y="136286"/>
                  </a:cubicBezTo>
                  <a:lnTo>
                    <a:pt x="1677397" y="824943"/>
                  </a:lnTo>
                  <a:lnTo>
                    <a:pt x="1868704" y="824943"/>
                  </a:lnTo>
                  <a:lnTo>
                    <a:pt x="1868704" y="852454"/>
                  </a:lnTo>
                  <a:close/>
                </a:path>
              </a:pathLst>
            </a:custGeom>
            <a:solidFill>
              <a:srgbClr val="74A017"/>
            </a:solidFill>
            <a:ln w="1265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329477-C8E9-424A-817F-4D3CCCE1B438}"/>
                </a:ext>
              </a:extLst>
            </p:cNvPr>
            <p:cNvSpPr/>
            <p:nvPr/>
          </p:nvSpPr>
          <p:spPr>
            <a:xfrm>
              <a:off x="3072756" y="3529483"/>
              <a:ext cx="114100" cy="126778"/>
            </a:xfrm>
            <a:custGeom>
              <a:avLst/>
              <a:gdLst>
                <a:gd name="connsiteX0" fmla="*/ 0 w 114099"/>
                <a:gd name="connsiteY0" fmla="*/ 136920 h 126777"/>
                <a:gd name="connsiteX1" fmla="*/ 118537 w 114099"/>
                <a:gd name="connsiteY1" fmla="*/ 68460 h 126777"/>
                <a:gd name="connsiteX2" fmla="*/ 0 w 114099"/>
                <a:gd name="connsiteY2" fmla="*/ 0 h 1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099" h="126777">
                  <a:moveTo>
                    <a:pt x="0" y="136920"/>
                  </a:moveTo>
                  <a:lnTo>
                    <a:pt x="118537" y="68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A017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431D907-F7F2-4779-BE87-EAB4D0C74B5A}"/>
              </a:ext>
            </a:extLst>
          </p:cNvPr>
          <p:cNvGrpSpPr/>
          <p:nvPr/>
        </p:nvGrpSpPr>
        <p:grpSpPr>
          <a:xfrm>
            <a:off x="5225569" y="2883804"/>
            <a:ext cx="1419911" cy="1419912"/>
            <a:chOff x="5225569" y="2883804"/>
            <a:chExt cx="1419911" cy="14199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9D6182-AD82-4915-9953-5D7149945651}"/>
                </a:ext>
              </a:extLst>
            </p:cNvPr>
            <p:cNvSpPr/>
            <p:nvPr/>
          </p:nvSpPr>
          <p:spPr>
            <a:xfrm>
              <a:off x="5239261" y="2897496"/>
              <a:ext cx="1394555" cy="1394556"/>
            </a:xfrm>
            <a:custGeom>
              <a:avLst/>
              <a:gdLst>
                <a:gd name="connsiteX0" fmla="*/ 1339407 w 1394555"/>
                <a:gd name="connsiteY0" fmla="*/ 1400895 h 1394556"/>
                <a:gd name="connsiteX1" fmla="*/ 61614 w 1394555"/>
                <a:gd name="connsiteY1" fmla="*/ 1400895 h 1394556"/>
                <a:gd name="connsiteX2" fmla="*/ 0 w 1394555"/>
                <a:gd name="connsiteY2" fmla="*/ 1339281 h 1394556"/>
                <a:gd name="connsiteX3" fmla="*/ 0 w 1394555"/>
                <a:gd name="connsiteY3" fmla="*/ 61614 h 1394556"/>
                <a:gd name="connsiteX4" fmla="*/ 61614 w 1394555"/>
                <a:gd name="connsiteY4" fmla="*/ 0 h 1394556"/>
                <a:gd name="connsiteX5" fmla="*/ 1339281 w 1394555"/>
                <a:gd name="connsiteY5" fmla="*/ 0 h 1394556"/>
                <a:gd name="connsiteX6" fmla="*/ 1400894 w 1394555"/>
                <a:gd name="connsiteY6" fmla="*/ 61614 h 1394556"/>
                <a:gd name="connsiteX7" fmla="*/ 1400894 w 1394555"/>
                <a:gd name="connsiteY7" fmla="*/ 1339281 h 1394556"/>
                <a:gd name="connsiteX8" fmla="*/ 1339407 w 1394555"/>
                <a:gd name="connsiteY8" fmla="*/ 1400895 h 139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4555" h="1394556">
                  <a:moveTo>
                    <a:pt x="1339407" y="1400895"/>
                  </a:moveTo>
                  <a:lnTo>
                    <a:pt x="61614" y="1400895"/>
                  </a:lnTo>
                  <a:cubicBezTo>
                    <a:pt x="27638" y="1400895"/>
                    <a:pt x="0" y="1373257"/>
                    <a:pt x="0" y="1339281"/>
                  </a:cubicBezTo>
                  <a:lnTo>
                    <a:pt x="0" y="61614"/>
                  </a:lnTo>
                  <a:cubicBezTo>
                    <a:pt x="0" y="27638"/>
                    <a:pt x="27638" y="0"/>
                    <a:pt x="61614" y="0"/>
                  </a:cubicBezTo>
                  <a:lnTo>
                    <a:pt x="1339281" y="0"/>
                  </a:lnTo>
                  <a:cubicBezTo>
                    <a:pt x="1373257" y="0"/>
                    <a:pt x="1400894" y="27638"/>
                    <a:pt x="1400894" y="61614"/>
                  </a:cubicBezTo>
                  <a:lnTo>
                    <a:pt x="1400894" y="1339281"/>
                  </a:lnTo>
                  <a:cubicBezTo>
                    <a:pt x="1401021" y="1373257"/>
                    <a:pt x="1373384" y="1400895"/>
                    <a:pt x="1339407" y="140089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48CA2"/>
                </a:gs>
                <a:gs pos="100000">
                  <a:srgbClr val="57BBD5"/>
                </a:gs>
              </a:gsLst>
              <a:lin ang="16200000" scaled="1"/>
              <a:tileRect/>
            </a:gradFill>
            <a:ln w="1265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542FCE-60FC-4CD1-8507-D4351E4A04C8}"/>
                </a:ext>
              </a:extLst>
            </p:cNvPr>
            <p:cNvSpPr/>
            <p:nvPr/>
          </p:nvSpPr>
          <p:spPr>
            <a:xfrm>
              <a:off x="5225569" y="2883804"/>
              <a:ext cx="1419911" cy="1419912"/>
            </a:xfrm>
            <a:custGeom>
              <a:avLst/>
              <a:gdLst>
                <a:gd name="connsiteX0" fmla="*/ 1353099 w 1419910"/>
                <a:gd name="connsiteY0" fmla="*/ 1428279 h 1419911"/>
                <a:gd name="connsiteX1" fmla="*/ 75306 w 1419910"/>
                <a:gd name="connsiteY1" fmla="*/ 1428279 h 1419911"/>
                <a:gd name="connsiteX2" fmla="*/ 0 w 1419910"/>
                <a:gd name="connsiteY2" fmla="*/ 1352973 h 1419911"/>
                <a:gd name="connsiteX3" fmla="*/ 0 w 1419910"/>
                <a:gd name="connsiteY3" fmla="*/ 75306 h 1419911"/>
                <a:gd name="connsiteX4" fmla="*/ 75306 w 1419910"/>
                <a:gd name="connsiteY4" fmla="*/ 0 h 1419911"/>
                <a:gd name="connsiteX5" fmla="*/ 1352972 w 1419910"/>
                <a:gd name="connsiteY5" fmla="*/ 0 h 1419911"/>
                <a:gd name="connsiteX6" fmla="*/ 1428278 w 1419910"/>
                <a:gd name="connsiteY6" fmla="*/ 75306 h 1419911"/>
                <a:gd name="connsiteX7" fmla="*/ 1428278 w 1419910"/>
                <a:gd name="connsiteY7" fmla="*/ 1353100 h 1419911"/>
                <a:gd name="connsiteX8" fmla="*/ 1353099 w 1419910"/>
                <a:gd name="connsiteY8" fmla="*/ 1428279 h 1419911"/>
                <a:gd name="connsiteX9" fmla="*/ 75306 w 1419910"/>
                <a:gd name="connsiteY9" fmla="*/ 27384 h 1419911"/>
                <a:gd name="connsiteX10" fmla="*/ 27384 w 1419910"/>
                <a:gd name="connsiteY10" fmla="*/ 75306 h 1419911"/>
                <a:gd name="connsiteX11" fmla="*/ 27384 w 1419910"/>
                <a:gd name="connsiteY11" fmla="*/ 1353100 h 1419911"/>
                <a:gd name="connsiteX12" fmla="*/ 75306 w 1419910"/>
                <a:gd name="connsiteY12" fmla="*/ 1401022 h 1419911"/>
                <a:gd name="connsiteX13" fmla="*/ 1352972 w 1419910"/>
                <a:gd name="connsiteY13" fmla="*/ 1401022 h 1419911"/>
                <a:gd name="connsiteX14" fmla="*/ 1400894 w 1419910"/>
                <a:gd name="connsiteY14" fmla="*/ 1353100 h 1419911"/>
                <a:gd name="connsiteX15" fmla="*/ 1400894 w 1419910"/>
                <a:gd name="connsiteY15" fmla="*/ 75306 h 1419911"/>
                <a:gd name="connsiteX16" fmla="*/ 1352972 w 1419910"/>
                <a:gd name="connsiteY16" fmla="*/ 27384 h 1419911"/>
                <a:gd name="connsiteX17" fmla="*/ 75306 w 1419910"/>
                <a:gd name="connsiteY17" fmla="*/ 27384 h 141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19910" h="1419911">
                  <a:moveTo>
                    <a:pt x="1353099" y="1428279"/>
                  </a:moveTo>
                  <a:lnTo>
                    <a:pt x="75306" y="1428279"/>
                  </a:lnTo>
                  <a:cubicBezTo>
                    <a:pt x="33723" y="1428279"/>
                    <a:pt x="0" y="1394429"/>
                    <a:pt x="0" y="1352973"/>
                  </a:cubicBezTo>
                  <a:lnTo>
                    <a:pt x="0" y="75306"/>
                  </a:lnTo>
                  <a:cubicBezTo>
                    <a:pt x="0" y="33723"/>
                    <a:pt x="33849" y="0"/>
                    <a:pt x="75306" y="0"/>
                  </a:cubicBezTo>
                  <a:lnTo>
                    <a:pt x="1352972" y="0"/>
                  </a:lnTo>
                  <a:cubicBezTo>
                    <a:pt x="1394555" y="0"/>
                    <a:pt x="1428278" y="33850"/>
                    <a:pt x="1428278" y="75306"/>
                  </a:cubicBezTo>
                  <a:lnTo>
                    <a:pt x="1428278" y="1353100"/>
                  </a:lnTo>
                  <a:cubicBezTo>
                    <a:pt x="1428405" y="1394556"/>
                    <a:pt x="1394682" y="1428279"/>
                    <a:pt x="1353099" y="1428279"/>
                  </a:cubicBezTo>
                  <a:close/>
                  <a:moveTo>
                    <a:pt x="75306" y="27384"/>
                  </a:moveTo>
                  <a:cubicBezTo>
                    <a:pt x="48936" y="27384"/>
                    <a:pt x="27384" y="48809"/>
                    <a:pt x="27384" y="75306"/>
                  </a:cubicBezTo>
                  <a:lnTo>
                    <a:pt x="27384" y="1353100"/>
                  </a:lnTo>
                  <a:cubicBezTo>
                    <a:pt x="27384" y="1379470"/>
                    <a:pt x="48810" y="1401022"/>
                    <a:pt x="75306" y="1401022"/>
                  </a:cubicBezTo>
                  <a:lnTo>
                    <a:pt x="1352972" y="1401022"/>
                  </a:lnTo>
                  <a:cubicBezTo>
                    <a:pt x="1379342" y="1401022"/>
                    <a:pt x="1400894" y="1379596"/>
                    <a:pt x="1400894" y="1353100"/>
                  </a:cubicBezTo>
                  <a:lnTo>
                    <a:pt x="1400894" y="75306"/>
                  </a:lnTo>
                  <a:cubicBezTo>
                    <a:pt x="1400894" y="48936"/>
                    <a:pt x="1379469" y="27384"/>
                    <a:pt x="1352972" y="27384"/>
                  </a:cubicBezTo>
                  <a:lnTo>
                    <a:pt x="75306" y="27384"/>
                  </a:lnTo>
                  <a:close/>
                </a:path>
              </a:pathLst>
            </a:custGeom>
            <a:solidFill>
              <a:srgbClr val="FFFFFF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ED1A3D-87A9-438B-B7A2-F58F1594BB83}"/>
              </a:ext>
            </a:extLst>
          </p:cNvPr>
          <p:cNvGrpSpPr/>
          <p:nvPr/>
        </p:nvGrpSpPr>
        <p:grpSpPr>
          <a:xfrm>
            <a:off x="3285743" y="2883804"/>
            <a:ext cx="1419911" cy="1419912"/>
            <a:chOff x="3285743" y="2883804"/>
            <a:chExt cx="1419911" cy="141991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1852BB-E4A5-4264-82E4-E02EC4F6D54C}"/>
                </a:ext>
              </a:extLst>
            </p:cNvPr>
            <p:cNvSpPr/>
            <p:nvPr/>
          </p:nvSpPr>
          <p:spPr>
            <a:xfrm>
              <a:off x="3299435" y="2897496"/>
              <a:ext cx="1394555" cy="1394556"/>
            </a:xfrm>
            <a:custGeom>
              <a:avLst/>
              <a:gdLst>
                <a:gd name="connsiteX0" fmla="*/ 1339407 w 1394555"/>
                <a:gd name="connsiteY0" fmla="*/ 1400895 h 1394556"/>
                <a:gd name="connsiteX1" fmla="*/ 61614 w 1394555"/>
                <a:gd name="connsiteY1" fmla="*/ 1400895 h 1394556"/>
                <a:gd name="connsiteX2" fmla="*/ 0 w 1394555"/>
                <a:gd name="connsiteY2" fmla="*/ 1339281 h 1394556"/>
                <a:gd name="connsiteX3" fmla="*/ 0 w 1394555"/>
                <a:gd name="connsiteY3" fmla="*/ 61614 h 1394556"/>
                <a:gd name="connsiteX4" fmla="*/ 61614 w 1394555"/>
                <a:gd name="connsiteY4" fmla="*/ 0 h 1394556"/>
                <a:gd name="connsiteX5" fmla="*/ 1339280 w 1394555"/>
                <a:gd name="connsiteY5" fmla="*/ 0 h 1394556"/>
                <a:gd name="connsiteX6" fmla="*/ 1400895 w 1394555"/>
                <a:gd name="connsiteY6" fmla="*/ 61614 h 1394556"/>
                <a:gd name="connsiteX7" fmla="*/ 1400895 w 1394555"/>
                <a:gd name="connsiteY7" fmla="*/ 1339281 h 1394556"/>
                <a:gd name="connsiteX8" fmla="*/ 1339407 w 1394555"/>
                <a:gd name="connsiteY8" fmla="*/ 1400895 h 139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4555" h="1394556">
                  <a:moveTo>
                    <a:pt x="1339407" y="1400895"/>
                  </a:moveTo>
                  <a:lnTo>
                    <a:pt x="61614" y="1400895"/>
                  </a:lnTo>
                  <a:cubicBezTo>
                    <a:pt x="27638" y="1400895"/>
                    <a:pt x="0" y="1373257"/>
                    <a:pt x="0" y="1339281"/>
                  </a:cubicBezTo>
                  <a:lnTo>
                    <a:pt x="0" y="61614"/>
                  </a:lnTo>
                  <a:cubicBezTo>
                    <a:pt x="0" y="27638"/>
                    <a:pt x="27638" y="0"/>
                    <a:pt x="61614" y="0"/>
                  </a:cubicBezTo>
                  <a:lnTo>
                    <a:pt x="1339280" y="0"/>
                  </a:lnTo>
                  <a:cubicBezTo>
                    <a:pt x="1373257" y="0"/>
                    <a:pt x="1400895" y="27638"/>
                    <a:pt x="1400895" y="61614"/>
                  </a:cubicBezTo>
                  <a:lnTo>
                    <a:pt x="1400895" y="1339281"/>
                  </a:lnTo>
                  <a:cubicBezTo>
                    <a:pt x="1401021" y="1373257"/>
                    <a:pt x="1373384" y="1400895"/>
                    <a:pt x="1339407" y="140089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E9484"/>
                </a:gs>
                <a:gs pos="100000">
                  <a:srgbClr val="65C6B2"/>
                </a:gs>
              </a:gsLst>
              <a:lin ang="16200000" scaled="1"/>
              <a:tileRect/>
            </a:gradFill>
            <a:ln w="1265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53534A3-CB25-4660-99A1-344942036B1E}"/>
                </a:ext>
              </a:extLst>
            </p:cNvPr>
            <p:cNvSpPr/>
            <p:nvPr/>
          </p:nvSpPr>
          <p:spPr>
            <a:xfrm>
              <a:off x="3285743" y="2883804"/>
              <a:ext cx="1419911" cy="1419912"/>
            </a:xfrm>
            <a:custGeom>
              <a:avLst/>
              <a:gdLst>
                <a:gd name="connsiteX0" fmla="*/ 1353099 w 1419910"/>
                <a:gd name="connsiteY0" fmla="*/ 1428279 h 1419911"/>
                <a:gd name="connsiteX1" fmla="*/ 75306 w 1419910"/>
                <a:gd name="connsiteY1" fmla="*/ 1428279 h 1419911"/>
                <a:gd name="connsiteX2" fmla="*/ 0 w 1419910"/>
                <a:gd name="connsiteY2" fmla="*/ 1352973 h 1419911"/>
                <a:gd name="connsiteX3" fmla="*/ 0 w 1419910"/>
                <a:gd name="connsiteY3" fmla="*/ 75306 h 1419911"/>
                <a:gd name="connsiteX4" fmla="*/ 75306 w 1419910"/>
                <a:gd name="connsiteY4" fmla="*/ 0 h 1419911"/>
                <a:gd name="connsiteX5" fmla="*/ 1352972 w 1419910"/>
                <a:gd name="connsiteY5" fmla="*/ 0 h 1419911"/>
                <a:gd name="connsiteX6" fmla="*/ 1428278 w 1419910"/>
                <a:gd name="connsiteY6" fmla="*/ 75306 h 1419911"/>
                <a:gd name="connsiteX7" fmla="*/ 1428278 w 1419910"/>
                <a:gd name="connsiteY7" fmla="*/ 1353100 h 1419911"/>
                <a:gd name="connsiteX8" fmla="*/ 1353099 w 1419910"/>
                <a:gd name="connsiteY8" fmla="*/ 1428279 h 1419911"/>
                <a:gd name="connsiteX9" fmla="*/ 75306 w 1419910"/>
                <a:gd name="connsiteY9" fmla="*/ 27384 h 1419911"/>
                <a:gd name="connsiteX10" fmla="*/ 27384 w 1419910"/>
                <a:gd name="connsiteY10" fmla="*/ 75306 h 1419911"/>
                <a:gd name="connsiteX11" fmla="*/ 27384 w 1419910"/>
                <a:gd name="connsiteY11" fmla="*/ 1353100 h 1419911"/>
                <a:gd name="connsiteX12" fmla="*/ 75306 w 1419910"/>
                <a:gd name="connsiteY12" fmla="*/ 1401022 h 1419911"/>
                <a:gd name="connsiteX13" fmla="*/ 1352972 w 1419910"/>
                <a:gd name="connsiteY13" fmla="*/ 1401022 h 1419911"/>
                <a:gd name="connsiteX14" fmla="*/ 1400894 w 1419910"/>
                <a:gd name="connsiteY14" fmla="*/ 1353100 h 1419911"/>
                <a:gd name="connsiteX15" fmla="*/ 1400894 w 1419910"/>
                <a:gd name="connsiteY15" fmla="*/ 75306 h 1419911"/>
                <a:gd name="connsiteX16" fmla="*/ 1352972 w 1419910"/>
                <a:gd name="connsiteY16" fmla="*/ 27384 h 1419911"/>
                <a:gd name="connsiteX17" fmla="*/ 75306 w 1419910"/>
                <a:gd name="connsiteY17" fmla="*/ 27384 h 141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19910" h="1419911">
                  <a:moveTo>
                    <a:pt x="1353099" y="1428279"/>
                  </a:moveTo>
                  <a:lnTo>
                    <a:pt x="75306" y="1428279"/>
                  </a:lnTo>
                  <a:cubicBezTo>
                    <a:pt x="33723" y="1428279"/>
                    <a:pt x="0" y="1394429"/>
                    <a:pt x="0" y="1352973"/>
                  </a:cubicBezTo>
                  <a:lnTo>
                    <a:pt x="0" y="75306"/>
                  </a:lnTo>
                  <a:cubicBezTo>
                    <a:pt x="0" y="33723"/>
                    <a:pt x="33850" y="0"/>
                    <a:pt x="75306" y="0"/>
                  </a:cubicBezTo>
                  <a:lnTo>
                    <a:pt x="1352972" y="0"/>
                  </a:lnTo>
                  <a:cubicBezTo>
                    <a:pt x="1394555" y="0"/>
                    <a:pt x="1428278" y="33850"/>
                    <a:pt x="1428278" y="75306"/>
                  </a:cubicBezTo>
                  <a:lnTo>
                    <a:pt x="1428278" y="1353100"/>
                  </a:lnTo>
                  <a:cubicBezTo>
                    <a:pt x="1428405" y="1394556"/>
                    <a:pt x="1394555" y="1428279"/>
                    <a:pt x="1353099" y="1428279"/>
                  </a:cubicBezTo>
                  <a:close/>
                  <a:moveTo>
                    <a:pt x="75306" y="27384"/>
                  </a:moveTo>
                  <a:cubicBezTo>
                    <a:pt x="48936" y="27384"/>
                    <a:pt x="27384" y="48809"/>
                    <a:pt x="27384" y="75306"/>
                  </a:cubicBezTo>
                  <a:lnTo>
                    <a:pt x="27384" y="1353100"/>
                  </a:lnTo>
                  <a:cubicBezTo>
                    <a:pt x="27384" y="1379470"/>
                    <a:pt x="48810" y="1401022"/>
                    <a:pt x="75306" y="1401022"/>
                  </a:cubicBezTo>
                  <a:lnTo>
                    <a:pt x="1352972" y="1401022"/>
                  </a:lnTo>
                  <a:cubicBezTo>
                    <a:pt x="1379342" y="1401022"/>
                    <a:pt x="1400894" y="1379596"/>
                    <a:pt x="1400894" y="1353100"/>
                  </a:cubicBezTo>
                  <a:lnTo>
                    <a:pt x="1400894" y="75306"/>
                  </a:lnTo>
                  <a:cubicBezTo>
                    <a:pt x="1400894" y="48936"/>
                    <a:pt x="1379469" y="27384"/>
                    <a:pt x="1352972" y="27384"/>
                  </a:cubicBezTo>
                  <a:lnTo>
                    <a:pt x="75306" y="27384"/>
                  </a:lnTo>
                  <a:close/>
                </a:path>
              </a:pathLst>
            </a:custGeom>
            <a:solidFill>
              <a:srgbClr val="FFFFFF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3848F5-E63C-4E41-B19E-C21A75082BA2}"/>
              </a:ext>
            </a:extLst>
          </p:cNvPr>
          <p:cNvGrpSpPr/>
          <p:nvPr/>
        </p:nvGrpSpPr>
        <p:grpSpPr>
          <a:xfrm>
            <a:off x="3161247" y="2759308"/>
            <a:ext cx="1962773" cy="1674354"/>
            <a:chOff x="3161247" y="2759308"/>
            <a:chExt cx="1962773" cy="1674354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01A2551-33AF-46B9-9CDF-1F62F61CA981}"/>
                </a:ext>
              </a:extLst>
            </p:cNvPr>
            <p:cNvSpPr/>
            <p:nvPr/>
          </p:nvSpPr>
          <p:spPr>
            <a:xfrm>
              <a:off x="3161247" y="2759308"/>
              <a:ext cx="1673466" cy="747989"/>
            </a:xfrm>
            <a:custGeom>
              <a:avLst/>
              <a:gdLst>
                <a:gd name="connsiteX0" fmla="*/ 1663705 w 1673466"/>
                <a:gd name="connsiteY0" fmla="*/ 756864 h 747989"/>
                <a:gd name="connsiteX1" fmla="*/ 1650013 w 1673466"/>
                <a:gd name="connsiteY1" fmla="*/ 743172 h 747989"/>
                <a:gd name="connsiteX2" fmla="*/ 1650013 w 1673466"/>
                <a:gd name="connsiteY2" fmla="*/ 688530 h 747989"/>
                <a:gd name="connsiteX3" fmla="*/ 1663705 w 1673466"/>
                <a:gd name="connsiteY3" fmla="*/ 674838 h 747989"/>
                <a:gd name="connsiteX4" fmla="*/ 1677397 w 1673466"/>
                <a:gd name="connsiteY4" fmla="*/ 688530 h 747989"/>
                <a:gd name="connsiteX5" fmla="*/ 1677397 w 1673466"/>
                <a:gd name="connsiteY5" fmla="*/ 743172 h 747989"/>
                <a:gd name="connsiteX6" fmla="*/ 1663705 w 1673466"/>
                <a:gd name="connsiteY6" fmla="*/ 756864 h 747989"/>
                <a:gd name="connsiteX7" fmla="*/ 13692 w 1673466"/>
                <a:gd name="connsiteY7" fmla="*/ 756610 h 747989"/>
                <a:gd name="connsiteX8" fmla="*/ 0 w 1673466"/>
                <a:gd name="connsiteY8" fmla="*/ 742918 h 747989"/>
                <a:gd name="connsiteX9" fmla="*/ 0 w 1673466"/>
                <a:gd name="connsiteY9" fmla="*/ 688277 h 747989"/>
                <a:gd name="connsiteX10" fmla="*/ 13692 w 1673466"/>
                <a:gd name="connsiteY10" fmla="*/ 674585 h 747989"/>
                <a:gd name="connsiteX11" fmla="*/ 27384 w 1673466"/>
                <a:gd name="connsiteY11" fmla="*/ 688277 h 747989"/>
                <a:gd name="connsiteX12" fmla="*/ 27384 w 1673466"/>
                <a:gd name="connsiteY12" fmla="*/ 742918 h 747989"/>
                <a:gd name="connsiteX13" fmla="*/ 13692 w 1673466"/>
                <a:gd name="connsiteY13" fmla="*/ 756610 h 747989"/>
                <a:gd name="connsiteX14" fmla="*/ 1663705 w 1673466"/>
                <a:gd name="connsiteY14" fmla="*/ 593067 h 747989"/>
                <a:gd name="connsiteX15" fmla="*/ 1650013 w 1673466"/>
                <a:gd name="connsiteY15" fmla="*/ 579375 h 747989"/>
                <a:gd name="connsiteX16" fmla="*/ 1650013 w 1673466"/>
                <a:gd name="connsiteY16" fmla="*/ 524733 h 747989"/>
                <a:gd name="connsiteX17" fmla="*/ 1663705 w 1673466"/>
                <a:gd name="connsiteY17" fmla="*/ 511041 h 747989"/>
                <a:gd name="connsiteX18" fmla="*/ 1677397 w 1673466"/>
                <a:gd name="connsiteY18" fmla="*/ 524733 h 747989"/>
                <a:gd name="connsiteX19" fmla="*/ 1677397 w 1673466"/>
                <a:gd name="connsiteY19" fmla="*/ 579375 h 747989"/>
                <a:gd name="connsiteX20" fmla="*/ 1663705 w 1673466"/>
                <a:gd name="connsiteY20" fmla="*/ 593067 h 747989"/>
                <a:gd name="connsiteX21" fmla="*/ 13692 w 1673466"/>
                <a:gd name="connsiteY21" fmla="*/ 592813 h 747989"/>
                <a:gd name="connsiteX22" fmla="*/ 0 w 1673466"/>
                <a:gd name="connsiteY22" fmla="*/ 579121 h 747989"/>
                <a:gd name="connsiteX23" fmla="*/ 0 w 1673466"/>
                <a:gd name="connsiteY23" fmla="*/ 524480 h 747989"/>
                <a:gd name="connsiteX24" fmla="*/ 13692 w 1673466"/>
                <a:gd name="connsiteY24" fmla="*/ 510788 h 747989"/>
                <a:gd name="connsiteX25" fmla="*/ 27384 w 1673466"/>
                <a:gd name="connsiteY25" fmla="*/ 524480 h 747989"/>
                <a:gd name="connsiteX26" fmla="*/ 27384 w 1673466"/>
                <a:gd name="connsiteY26" fmla="*/ 579121 h 747989"/>
                <a:gd name="connsiteX27" fmla="*/ 13692 w 1673466"/>
                <a:gd name="connsiteY27" fmla="*/ 592813 h 747989"/>
                <a:gd name="connsiteX28" fmla="*/ 1663705 w 1673466"/>
                <a:gd name="connsiteY28" fmla="*/ 429143 h 747989"/>
                <a:gd name="connsiteX29" fmla="*/ 1650013 w 1673466"/>
                <a:gd name="connsiteY29" fmla="*/ 415451 h 747989"/>
                <a:gd name="connsiteX30" fmla="*/ 1650013 w 1673466"/>
                <a:gd name="connsiteY30" fmla="*/ 360810 h 747989"/>
                <a:gd name="connsiteX31" fmla="*/ 1663705 w 1673466"/>
                <a:gd name="connsiteY31" fmla="*/ 347118 h 747989"/>
                <a:gd name="connsiteX32" fmla="*/ 1677397 w 1673466"/>
                <a:gd name="connsiteY32" fmla="*/ 360810 h 747989"/>
                <a:gd name="connsiteX33" fmla="*/ 1677397 w 1673466"/>
                <a:gd name="connsiteY33" fmla="*/ 415451 h 747989"/>
                <a:gd name="connsiteX34" fmla="*/ 1663705 w 1673466"/>
                <a:gd name="connsiteY34" fmla="*/ 429143 h 747989"/>
                <a:gd name="connsiteX35" fmla="*/ 13692 w 1673466"/>
                <a:gd name="connsiteY35" fmla="*/ 429016 h 747989"/>
                <a:gd name="connsiteX36" fmla="*/ 0 w 1673466"/>
                <a:gd name="connsiteY36" fmla="*/ 415324 h 747989"/>
                <a:gd name="connsiteX37" fmla="*/ 0 w 1673466"/>
                <a:gd name="connsiteY37" fmla="*/ 360683 h 747989"/>
                <a:gd name="connsiteX38" fmla="*/ 13692 w 1673466"/>
                <a:gd name="connsiteY38" fmla="*/ 346991 h 747989"/>
                <a:gd name="connsiteX39" fmla="*/ 27384 w 1673466"/>
                <a:gd name="connsiteY39" fmla="*/ 360683 h 747989"/>
                <a:gd name="connsiteX40" fmla="*/ 27384 w 1673466"/>
                <a:gd name="connsiteY40" fmla="*/ 415324 h 747989"/>
                <a:gd name="connsiteX41" fmla="*/ 13692 w 1673466"/>
                <a:gd name="connsiteY41" fmla="*/ 429016 h 747989"/>
                <a:gd name="connsiteX42" fmla="*/ 1663705 w 1673466"/>
                <a:gd name="connsiteY42" fmla="*/ 265346 h 747989"/>
                <a:gd name="connsiteX43" fmla="*/ 1650013 w 1673466"/>
                <a:gd name="connsiteY43" fmla="*/ 251654 h 747989"/>
                <a:gd name="connsiteX44" fmla="*/ 1650013 w 1673466"/>
                <a:gd name="connsiteY44" fmla="*/ 197013 h 747989"/>
                <a:gd name="connsiteX45" fmla="*/ 1663705 w 1673466"/>
                <a:gd name="connsiteY45" fmla="*/ 183321 h 747989"/>
                <a:gd name="connsiteX46" fmla="*/ 1677397 w 1673466"/>
                <a:gd name="connsiteY46" fmla="*/ 197013 h 747989"/>
                <a:gd name="connsiteX47" fmla="*/ 1677397 w 1673466"/>
                <a:gd name="connsiteY47" fmla="*/ 251654 h 747989"/>
                <a:gd name="connsiteX48" fmla="*/ 1663705 w 1673466"/>
                <a:gd name="connsiteY48" fmla="*/ 265346 h 747989"/>
                <a:gd name="connsiteX49" fmla="*/ 13692 w 1673466"/>
                <a:gd name="connsiteY49" fmla="*/ 265092 h 747989"/>
                <a:gd name="connsiteX50" fmla="*/ 0 w 1673466"/>
                <a:gd name="connsiteY50" fmla="*/ 251400 h 747989"/>
                <a:gd name="connsiteX51" fmla="*/ 0 w 1673466"/>
                <a:gd name="connsiteY51" fmla="*/ 196759 h 747989"/>
                <a:gd name="connsiteX52" fmla="*/ 13692 w 1673466"/>
                <a:gd name="connsiteY52" fmla="*/ 183067 h 747989"/>
                <a:gd name="connsiteX53" fmla="*/ 27384 w 1673466"/>
                <a:gd name="connsiteY53" fmla="*/ 196759 h 747989"/>
                <a:gd name="connsiteX54" fmla="*/ 27384 w 1673466"/>
                <a:gd name="connsiteY54" fmla="*/ 251400 h 747989"/>
                <a:gd name="connsiteX55" fmla="*/ 13692 w 1673466"/>
                <a:gd name="connsiteY55" fmla="*/ 265092 h 747989"/>
                <a:gd name="connsiteX56" fmla="*/ 1654323 w 1673466"/>
                <a:gd name="connsiteY56" fmla="*/ 102690 h 747989"/>
                <a:gd name="connsiteX57" fmla="*/ 1641645 w 1673466"/>
                <a:gd name="connsiteY57" fmla="*/ 94196 h 747989"/>
                <a:gd name="connsiteX58" fmla="*/ 1618065 w 1673466"/>
                <a:gd name="connsiteY58" fmla="*/ 59078 h 747989"/>
                <a:gd name="connsiteX59" fmla="*/ 1613754 w 1673466"/>
                <a:gd name="connsiteY59" fmla="*/ 55022 h 747989"/>
                <a:gd name="connsiteX60" fmla="*/ 1612740 w 1673466"/>
                <a:gd name="connsiteY60" fmla="*/ 35625 h 747989"/>
                <a:gd name="connsiteX61" fmla="*/ 1632137 w 1673466"/>
                <a:gd name="connsiteY61" fmla="*/ 34610 h 747989"/>
                <a:gd name="connsiteX62" fmla="*/ 1637588 w 1673466"/>
                <a:gd name="connsiteY62" fmla="*/ 39681 h 747989"/>
                <a:gd name="connsiteX63" fmla="*/ 1667127 w 1673466"/>
                <a:gd name="connsiteY63" fmla="*/ 83673 h 747989"/>
                <a:gd name="connsiteX64" fmla="*/ 1659775 w 1673466"/>
                <a:gd name="connsiteY64" fmla="*/ 101676 h 747989"/>
                <a:gd name="connsiteX65" fmla="*/ 1654323 w 1673466"/>
                <a:gd name="connsiteY65" fmla="*/ 102690 h 747989"/>
                <a:gd name="connsiteX66" fmla="*/ 23200 w 1673466"/>
                <a:gd name="connsiteY66" fmla="*/ 102563 h 747989"/>
                <a:gd name="connsiteX67" fmla="*/ 17876 w 1673466"/>
                <a:gd name="connsiteY67" fmla="*/ 101549 h 747989"/>
                <a:gd name="connsiteX68" fmla="*/ 10523 w 1673466"/>
                <a:gd name="connsiteY68" fmla="*/ 83547 h 747989"/>
                <a:gd name="connsiteX69" fmla="*/ 39935 w 1673466"/>
                <a:gd name="connsiteY69" fmla="*/ 39808 h 747989"/>
                <a:gd name="connsiteX70" fmla="*/ 45513 w 1673466"/>
                <a:gd name="connsiteY70" fmla="*/ 34484 h 747989"/>
                <a:gd name="connsiteX71" fmla="*/ 64910 w 1673466"/>
                <a:gd name="connsiteY71" fmla="*/ 35625 h 747989"/>
                <a:gd name="connsiteX72" fmla="*/ 63769 w 1673466"/>
                <a:gd name="connsiteY72" fmla="*/ 55022 h 747989"/>
                <a:gd name="connsiteX73" fmla="*/ 59332 w 1673466"/>
                <a:gd name="connsiteY73" fmla="*/ 59205 h 747989"/>
                <a:gd name="connsiteX74" fmla="*/ 35878 w 1673466"/>
                <a:gd name="connsiteY74" fmla="*/ 94069 h 747989"/>
                <a:gd name="connsiteX75" fmla="*/ 23200 w 1673466"/>
                <a:gd name="connsiteY75" fmla="*/ 102563 h 747989"/>
                <a:gd name="connsiteX76" fmla="*/ 1521460 w 1673466"/>
                <a:gd name="connsiteY76" fmla="*/ 27384 h 747989"/>
                <a:gd name="connsiteX77" fmla="*/ 1466819 w 1673466"/>
                <a:gd name="connsiteY77" fmla="*/ 27384 h 747989"/>
                <a:gd name="connsiteX78" fmla="*/ 1453127 w 1673466"/>
                <a:gd name="connsiteY78" fmla="*/ 13692 h 747989"/>
                <a:gd name="connsiteX79" fmla="*/ 1466819 w 1673466"/>
                <a:gd name="connsiteY79" fmla="*/ 0 h 747989"/>
                <a:gd name="connsiteX80" fmla="*/ 1521460 w 1673466"/>
                <a:gd name="connsiteY80" fmla="*/ 0 h 747989"/>
                <a:gd name="connsiteX81" fmla="*/ 1535152 w 1673466"/>
                <a:gd name="connsiteY81" fmla="*/ 13692 h 747989"/>
                <a:gd name="connsiteX82" fmla="*/ 1521460 w 1673466"/>
                <a:gd name="connsiteY82" fmla="*/ 27384 h 747989"/>
                <a:gd name="connsiteX83" fmla="*/ 1357663 w 1673466"/>
                <a:gd name="connsiteY83" fmla="*/ 27384 h 747989"/>
                <a:gd name="connsiteX84" fmla="*/ 1303022 w 1673466"/>
                <a:gd name="connsiteY84" fmla="*/ 27384 h 747989"/>
                <a:gd name="connsiteX85" fmla="*/ 1289330 w 1673466"/>
                <a:gd name="connsiteY85" fmla="*/ 13692 h 747989"/>
                <a:gd name="connsiteX86" fmla="*/ 1303022 w 1673466"/>
                <a:gd name="connsiteY86" fmla="*/ 0 h 747989"/>
                <a:gd name="connsiteX87" fmla="*/ 1357663 w 1673466"/>
                <a:gd name="connsiteY87" fmla="*/ 0 h 747989"/>
                <a:gd name="connsiteX88" fmla="*/ 1371355 w 1673466"/>
                <a:gd name="connsiteY88" fmla="*/ 13692 h 747989"/>
                <a:gd name="connsiteX89" fmla="*/ 1357663 w 1673466"/>
                <a:gd name="connsiteY89" fmla="*/ 27384 h 747989"/>
                <a:gd name="connsiteX90" fmla="*/ 1193740 w 1673466"/>
                <a:gd name="connsiteY90" fmla="*/ 27384 h 747989"/>
                <a:gd name="connsiteX91" fmla="*/ 1139098 w 1673466"/>
                <a:gd name="connsiteY91" fmla="*/ 27384 h 747989"/>
                <a:gd name="connsiteX92" fmla="*/ 1125406 w 1673466"/>
                <a:gd name="connsiteY92" fmla="*/ 13692 h 747989"/>
                <a:gd name="connsiteX93" fmla="*/ 1139098 w 1673466"/>
                <a:gd name="connsiteY93" fmla="*/ 0 h 747989"/>
                <a:gd name="connsiteX94" fmla="*/ 1193740 w 1673466"/>
                <a:gd name="connsiteY94" fmla="*/ 0 h 747989"/>
                <a:gd name="connsiteX95" fmla="*/ 1207432 w 1673466"/>
                <a:gd name="connsiteY95" fmla="*/ 13692 h 747989"/>
                <a:gd name="connsiteX96" fmla="*/ 1193740 w 1673466"/>
                <a:gd name="connsiteY96" fmla="*/ 27384 h 747989"/>
                <a:gd name="connsiteX97" fmla="*/ 1029943 w 1673466"/>
                <a:gd name="connsiteY97" fmla="*/ 27384 h 747989"/>
                <a:gd name="connsiteX98" fmla="*/ 975301 w 1673466"/>
                <a:gd name="connsiteY98" fmla="*/ 27384 h 747989"/>
                <a:gd name="connsiteX99" fmla="*/ 961609 w 1673466"/>
                <a:gd name="connsiteY99" fmla="*/ 13692 h 747989"/>
                <a:gd name="connsiteX100" fmla="*/ 975301 w 1673466"/>
                <a:gd name="connsiteY100" fmla="*/ 0 h 747989"/>
                <a:gd name="connsiteX101" fmla="*/ 1029943 w 1673466"/>
                <a:gd name="connsiteY101" fmla="*/ 0 h 747989"/>
                <a:gd name="connsiteX102" fmla="*/ 1043634 w 1673466"/>
                <a:gd name="connsiteY102" fmla="*/ 13692 h 747989"/>
                <a:gd name="connsiteX103" fmla="*/ 1029943 w 1673466"/>
                <a:gd name="connsiteY103" fmla="*/ 27384 h 747989"/>
                <a:gd name="connsiteX104" fmla="*/ 866146 w 1673466"/>
                <a:gd name="connsiteY104" fmla="*/ 27384 h 747989"/>
                <a:gd name="connsiteX105" fmla="*/ 811504 w 1673466"/>
                <a:gd name="connsiteY105" fmla="*/ 27384 h 747989"/>
                <a:gd name="connsiteX106" fmla="*/ 797812 w 1673466"/>
                <a:gd name="connsiteY106" fmla="*/ 13692 h 747989"/>
                <a:gd name="connsiteX107" fmla="*/ 811504 w 1673466"/>
                <a:gd name="connsiteY107" fmla="*/ 0 h 747989"/>
                <a:gd name="connsiteX108" fmla="*/ 866146 w 1673466"/>
                <a:gd name="connsiteY108" fmla="*/ 0 h 747989"/>
                <a:gd name="connsiteX109" fmla="*/ 879838 w 1673466"/>
                <a:gd name="connsiteY109" fmla="*/ 13692 h 747989"/>
                <a:gd name="connsiteX110" fmla="*/ 866146 w 1673466"/>
                <a:gd name="connsiteY110" fmla="*/ 27384 h 747989"/>
                <a:gd name="connsiteX111" fmla="*/ 702222 w 1673466"/>
                <a:gd name="connsiteY111" fmla="*/ 27384 h 747989"/>
                <a:gd name="connsiteX112" fmla="*/ 647581 w 1673466"/>
                <a:gd name="connsiteY112" fmla="*/ 27384 h 747989"/>
                <a:gd name="connsiteX113" fmla="*/ 633889 w 1673466"/>
                <a:gd name="connsiteY113" fmla="*/ 13692 h 747989"/>
                <a:gd name="connsiteX114" fmla="*/ 647581 w 1673466"/>
                <a:gd name="connsiteY114" fmla="*/ 0 h 747989"/>
                <a:gd name="connsiteX115" fmla="*/ 702222 w 1673466"/>
                <a:gd name="connsiteY115" fmla="*/ 0 h 747989"/>
                <a:gd name="connsiteX116" fmla="*/ 715914 w 1673466"/>
                <a:gd name="connsiteY116" fmla="*/ 13692 h 747989"/>
                <a:gd name="connsiteX117" fmla="*/ 702222 w 1673466"/>
                <a:gd name="connsiteY117" fmla="*/ 27384 h 747989"/>
                <a:gd name="connsiteX118" fmla="*/ 538425 w 1673466"/>
                <a:gd name="connsiteY118" fmla="*/ 27384 h 747989"/>
                <a:gd name="connsiteX119" fmla="*/ 483784 w 1673466"/>
                <a:gd name="connsiteY119" fmla="*/ 27384 h 747989"/>
                <a:gd name="connsiteX120" fmla="*/ 470092 w 1673466"/>
                <a:gd name="connsiteY120" fmla="*/ 13692 h 747989"/>
                <a:gd name="connsiteX121" fmla="*/ 483784 w 1673466"/>
                <a:gd name="connsiteY121" fmla="*/ 0 h 747989"/>
                <a:gd name="connsiteX122" fmla="*/ 538425 w 1673466"/>
                <a:gd name="connsiteY122" fmla="*/ 0 h 747989"/>
                <a:gd name="connsiteX123" fmla="*/ 552117 w 1673466"/>
                <a:gd name="connsiteY123" fmla="*/ 13692 h 747989"/>
                <a:gd name="connsiteX124" fmla="*/ 538425 w 1673466"/>
                <a:gd name="connsiteY124" fmla="*/ 27384 h 747989"/>
                <a:gd name="connsiteX125" fmla="*/ 374628 w 1673466"/>
                <a:gd name="connsiteY125" fmla="*/ 27384 h 747989"/>
                <a:gd name="connsiteX126" fmla="*/ 319987 w 1673466"/>
                <a:gd name="connsiteY126" fmla="*/ 27384 h 747989"/>
                <a:gd name="connsiteX127" fmla="*/ 306295 w 1673466"/>
                <a:gd name="connsiteY127" fmla="*/ 13692 h 747989"/>
                <a:gd name="connsiteX128" fmla="*/ 319987 w 1673466"/>
                <a:gd name="connsiteY128" fmla="*/ 0 h 747989"/>
                <a:gd name="connsiteX129" fmla="*/ 374628 w 1673466"/>
                <a:gd name="connsiteY129" fmla="*/ 0 h 747989"/>
                <a:gd name="connsiteX130" fmla="*/ 388320 w 1673466"/>
                <a:gd name="connsiteY130" fmla="*/ 13692 h 747989"/>
                <a:gd name="connsiteX131" fmla="*/ 374628 w 1673466"/>
                <a:gd name="connsiteY131" fmla="*/ 27384 h 747989"/>
                <a:gd name="connsiteX132" fmla="*/ 210705 w 1673466"/>
                <a:gd name="connsiteY132" fmla="*/ 27384 h 747989"/>
                <a:gd name="connsiteX133" fmla="*/ 156063 w 1673466"/>
                <a:gd name="connsiteY133" fmla="*/ 27384 h 747989"/>
                <a:gd name="connsiteX134" fmla="*/ 142371 w 1673466"/>
                <a:gd name="connsiteY134" fmla="*/ 13692 h 747989"/>
                <a:gd name="connsiteX135" fmla="*/ 156063 w 1673466"/>
                <a:gd name="connsiteY135" fmla="*/ 0 h 747989"/>
                <a:gd name="connsiteX136" fmla="*/ 210705 w 1673466"/>
                <a:gd name="connsiteY136" fmla="*/ 0 h 747989"/>
                <a:gd name="connsiteX137" fmla="*/ 224397 w 1673466"/>
                <a:gd name="connsiteY137" fmla="*/ 13692 h 747989"/>
                <a:gd name="connsiteX138" fmla="*/ 210705 w 1673466"/>
                <a:gd name="connsiteY138" fmla="*/ 27384 h 74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673466" h="747989">
                  <a:moveTo>
                    <a:pt x="1663705" y="756864"/>
                  </a:moveTo>
                  <a:cubicBezTo>
                    <a:pt x="1656098" y="756864"/>
                    <a:pt x="1650013" y="750652"/>
                    <a:pt x="1650013" y="743172"/>
                  </a:cubicBezTo>
                  <a:lnTo>
                    <a:pt x="1650013" y="688530"/>
                  </a:lnTo>
                  <a:cubicBezTo>
                    <a:pt x="1650013" y="680924"/>
                    <a:pt x="1656098" y="674838"/>
                    <a:pt x="1663705" y="674838"/>
                  </a:cubicBezTo>
                  <a:cubicBezTo>
                    <a:pt x="1671311" y="674838"/>
                    <a:pt x="1677397" y="681050"/>
                    <a:pt x="1677397" y="688530"/>
                  </a:cubicBezTo>
                  <a:lnTo>
                    <a:pt x="1677397" y="743172"/>
                  </a:lnTo>
                  <a:cubicBezTo>
                    <a:pt x="1677397" y="750652"/>
                    <a:pt x="1671311" y="756864"/>
                    <a:pt x="1663705" y="756864"/>
                  </a:cubicBezTo>
                  <a:close/>
                  <a:moveTo>
                    <a:pt x="13692" y="756610"/>
                  </a:moveTo>
                  <a:cubicBezTo>
                    <a:pt x="6085" y="756610"/>
                    <a:pt x="0" y="750398"/>
                    <a:pt x="0" y="742918"/>
                  </a:cubicBezTo>
                  <a:lnTo>
                    <a:pt x="0" y="688277"/>
                  </a:lnTo>
                  <a:cubicBezTo>
                    <a:pt x="0" y="680670"/>
                    <a:pt x="6085" y="674585"/>
                    <a:pt x="13692" y="674585"/>
                  </a:cubicBezTo>
                  <a:cubicBezTo>
                    <a:pt x="21299" y="674585"/>
                    <a:pt x="27384" y="680797"/>
                    <a:pt x="27384" y="688277"/>
                  </a:cubicBezTo>
                  <a:lnTo>
                    <a:pt x="27384" y="742918"/>
                  </a:lnTo>
                  <a:cubicBezTo>
                    <a:pt x="27384" y="750525"/>
                    <a:pt x="21299" y="756610"/>
                    <a:pt x="13692" y="756610"/>
                  </a:cubicBezTo>
                  <a:close/>
                  <a:moveTo>
                    <a:pt x="1663705" y="593067"/>
                  </a:moveTo>
                  <a:cubicBezTo>
                    <a:pt x="1656098" y="593067"/>
                    <a:pt x="1650013" y="586855"/>
                    <a:pt x="1650013" y="579375"/>
                  </a:cubicBezTo>
                  <a:lnTo>
                    <a:pt x="1650013" y="524733"/>
                  </a:lnTo>
                  <a:cubicBezTo>
                    <a:pt x="1650013" y="517127"/>
                    <a:pt x="1656098" y="511041"/>
                    <a:pt x="1663705" y="511041"/>
                  </a:cubicBezTo>
                  <a:cubicBezTo>
                    <a:pt x="1671311" y="511041"/>
                    <a:pt x="1677397" y="517254"/>
                    <a:pt x="1677397" y="524733"/>
                  </a:cubicBezTo>
                  <a:lnTo>
                    <a:pt x="1677397" y="579375"/>
                  </a:lnTo>
                  <a:cubicBezTo>
                    <a:pt x="1677397" y="586855"/>
                    <a:pt x="1671311" y="593067"/>
                    <a:pt x="1663705" y="593067"/>
                  </a:cubicBezTo>
                  <a:close/>
                  <a:moveTo>
                    <a:pt x="13692" y="592813"/>
                  </a:moveTo>
                  <a:cubicBezTo>
                    <a:pt x="6085" y="592813"/>
                    <a:pt x="0" y="586601"/>
                    <a:pt x="0" y="579121"/>
                  </a:cubicBezTo>
                  <a:lnTo>
                    <a:pt x="0" y="524480"/>
                  </a:lnTo>
                  <a:cubicBezTo>
                    <a:pt x="0" y="516873"/>
                    <a:pt x="6085" y="510788"/>
                    <a:pt x="13692" y="510788"/>
                  </a:cubicBezTo>
                  <a:cubicBezTo>
                    <a:pt x="21299" y="510788"/>
                    <a:pt x="27384" y="517000"/>
                    <a:pt x="27384" y="524480"/>
                  </a:cubicBezTo>
                  <a:lnTo>
                    <a:pt x="27384" y="579121"/>
                  </a:lnTo>
                  <a:cubicBezTo>
                    <a:pt x="27384" y="586728"/>
                    <a:pt x="21299" y="592813"/>
                    <a:pt x="13692" y="592813"/>
                  </a:cubicBezTo>
                  <a:close/>
                  <a:moveTo>
                    <a:pt x="1663705" y="429143"/>
                  </a:moveTo>
                  <a:cubicBezTo>
                    <a:pt x="1656098" y="429143"/>
                    <a:pt x="1650013" y="422931"/>
                    <a:pt x="1650013" y="415451"/>
                  </a:cubicBezTo>
                  <a:lnTo>
                    <a:pt x="1650013" y="360810"/>
                  </a:lnTo>
                  <a:cubicBezTo>
                    <a:pt x="1650013" y="353203"/>
                    <a:pt x="1656098" y="347118"/>
                    <a:pt x="1663705" y="347118"/>
                  </a:cubicBezTo>
                  <a:cubicBezTo>
                    <a:pt x="1671311" y="347118"/>
                    <a:pt x="1677397" y="353330"/>
                    <a:pt x="1677397" y="360810"/>
                  </a:cubicBezTo>
                  <a:lnTo>
                    <a:pt x="1677397" y="415451"/>
                  </a:lnTo>
                  <a:cubicBezTo>
                    <a:pt x="1677397" y="423058"/>
                    <a:pt x="1671311" y="429143"/>
                    <a:pt x="1663705" y="429143"/>
                  </a:cubicBezTo>
                  <a:close/>
                  <a:moveTo>
                    <a:pt x="13692" y="429016"/>
                  </a:moveTo>
                  <a:cubicBezTo>
                    <a:pt x="6085" y="429016"/>
                    <a:pt x="0" y="422804"/>
                    <a:pt x="0" y="415324"/>
                  </a:cubicBezTo>
                  <a:lnTo>
                    <a:pt x="0" y="360683"/>
                  </a:lnTo>
                  <a:cubicBezTo>
                    <a:pt x="0" y="353076"/>
                    <a:pt x="6085" y="346991"/>
                    <a:pt x="13692" y="346991"/>
                  </a:cubicBezTo>
                  <a:cubicBezTo>
                    <a:pt x="21299" y="346991"/>
                    <a:pt x="27384" y="353203"/>
                    <a:pt x="27384" y="360683"/>
                  </a:cubicBezTo>
                  <a:lnTo>
                    <a:pt x="27384" y="415324"/>
                  </a:lnTo>
                  <a:cubicBezTo>
                    <a:pt x="27384" y="422804"/>
                    <a:pt x="21299" y="429016"/>
                    <a:pt x="13692" y="429016"/>
                  </a:cubicBezTo>
                  <a:close/>
                  <a:moveTo>
                    <a:pt x="1663705" y="265346"/>
                  </a:moveTo>
                  <a:cubicBezTo>
                    <a:pt x="1656098" y="265346"/>
                    <a:pt x="1650013" y="259134"/>
                    <a:pt x="1650013" y="251654"/>
                  </a:cubicBezTo>
                  <a:lnTo>
                    <a:pt x="1650013" y="197013"/>
                  </a:lnTo>
                  <a:cubicBezTo>
                    <a:pt x="1650013" y="189406"/>
                    <a:pt x="1656098" y="183321"/>
                    <a:pt x="1663705" y="183321"/>
                  </a:cubicBezTo>
                  <a:cubicBezTo>
                    <a:pt x="1671311" y="183321"/>
                    <a:pt x="1677397" y="189533"/>
                    <a:pt x="1677397" y="197013"/>
                  </a:cubicBezTo>
                  <a:lnTo>
                    <a:pt x="1677397" y="251654"/>
                  </a:lnTo>
                  <a:cubicBezTo>
                    <a:pt x="1677397" y="259134"/>
                    <a:pt x="1671311" y="265346"/>
                    <a:pt x="1663705" y="265346"/>
                  </a:cubicBezTo>
                  <a:close/>
                  <a:moveTo>
                    <a:pt x="13692" y="265092"/>
                  </a:moveTo>
                  <a:cubicBezTo>
                    <a:pt x="6085" y="265092"/>
                    <a:pt x="0" y="258880"/>
                    <a:pt x="0" y="251400"/>
                  </a:cubicBezTo>
                  <a:lnTo>
                    <a:pt x="0" y="196759"/>
                  </a:lnTo>
                  <a:cubicBezTo>
                    <a:pt x="0" y="189153"/>
                    <a:pt x="6085" y="183067"/>
                    <a:pt x="13692" y="183067"/>
                  </a:cubicBezTo>
                  <a:cubicBezTo>
                    <a:pt x="21299" y="183067"/>
                    <a:pt x="27384" y="189279"/>
                    <a:pt x="27384" y="196759"/>
                  </a:cubicBezTo>
                  <a:lnTo>
                    <a:pt x="27384" y="251400"/>
                  </a:lnTo>
                  <a:cubicBezTo>
                    <a:pt x="27384" y="259007"/>
                    <a:pt x="21299" y="265092"/>
                    <a:pt x="13692" y="265092"/>
                  </a:cubicBezTo>
                  <a:close/>
                  <a:moveTo>
                    <a:pt x="1654323" y="102690"/>
                  </a:moveTo>
                  <a:cubicBezTo>
                    <a:pt x="1648998" y="102690"/>
                    <a:pt x="1643800" y="99521"/>
                    <a:pt x="1641645" y="94196"/>
                  </a:cubicBezTo>
                  <a:cubicBezTo>
                    <a:pt x="1636194" y="81011"/>
                    <a:pt x="1628207" y="69221"/>
                    <a:pt x="1618065" y="59078"/>
                  </a:cubicBezTo>
                  <a:cubicBezTo>
                    <a:pt x="1616670" y="57684"/>
                    <a:pt x="1615149" y="56289"/>
                    <a:pt x="1613754" y="55022"/>
                  </a:cubicBezTo>
                  <a:cubicBezTo>
                    <a:pt x="1608049" y="49950"/>
                    <a:pt x="1607669" y="41330"/>
                    <a:pt x="1612740" y="35625"/>
                  </a:cubicBezTo>
                  <a:cubicBezTo>
                    <a:pt x="1617811" y="29920"/>
                    <a:pt x="1626432" y="29539"/>
                    <a:pt x="1632137" y="34610"/>
                  </a:cubicBezTo>
                  <a:cubicBezTo>
                    <a:pt x="1634039" y="36258"/>
                    <a:pt x="1635813" y="38033"/>
                    <a:pt x="1637588" y="39681"/>
                  </a:cubicBezTo>
                  <a:cubicBezTo>
                    <a:pt x="1650266" y="52359"/>
                    <a:pt x="1660155" y="67192"/>
                    <a:pt x="1667127" y="83673"/>
                  </a:cubicBezTo>
                  <a:cubicBezTo>
                    <a:pt x="1670043" y="90646"/>
                    <a:pt x="1666747" y="98760"/>
                    <a:pt x="1659775" y="101676"/>
                  </a:cubicBezTo>
                  <a:cubicBezTo>
                    <a:pt x="1657873" y="102436"/>
                    <a:pt x="1656098" y="102690"/>
                    <a:pt x="1654323" y="102690"/>
                  </a:cubicBezTo>
                  <a:close/>
                  <a:moveTo>
                    <a:pt x="23200" y="102563"/>
                  </a:moveTo>
                  <a:cubicBezTo>
                    <a:pt x="21425" y="102563"/>
                    <a:pt x="19651" y="102183"/>
                    <a:pt x="17876" y="101549"/>
                  </a:cubicBezTo>
                  <a:cubicBezTo>
                    <a:pt x="10903" y="98633"/>
                    <a:pt x="7607" y="90519"/>
                    <a:pt x="10523" y="83547"/>
                  </a:cubicBezTo>
                  <a:cubicBezTo>
                    <a:pt x="17368" y="67192"/>
                    <a:pt x="27257" y="52359"/>
                    <a:pt x="39935" y="39808"/>
                  </a:cubicBezTo>
                  <a:cubicBezTo>
                    <a:pt x="41710" y="38033"/>
                    <a:pt x="43612" y="36258"/>
                    <a:pt x="45513" y="34484"/>
                  </a:cubicBezTo>
                  <a:cubicBezTo>
                    <a:pt x="51218" y="29412"/>
                    <a:pt x="59839" y="29920"/>
                    <a:pt x="64910" y="35625"/>
                  </a:cubicBezTo>
                  <a:cubicBezTo>
                    <a:pt x="69981" y="41330"/>
                    <a:pt x="69474" y="49950"/>
                    <a:pt x="63769" y="55022"/>
                  </a:cubicBezTo>
                  <a:cubicBezTo>
                    <a:pt x="62248" y="56416"/>
                    <a:pt x="60726" y="57811"/>
                    <a:pt x="59332" y="59205"/>
                  </a:cubicBezTo>
                  <a:cubicBezTo>
                    <a:pt x="49190" y="69347"/>
                    <a:pt x="41329" y="81011"/>
                    <a:pt x="35878" y="94069"/>
                  </a:cubicBezTo>
                  <a:cubicBezTo>
                    <a:pt x="33596" y="99394"/>
                    <a:pt x="28525" y="102563"/>
                    <a:pt x="23200" y="102563"/>
                  </a:cubicBezTo>
                  <a:close/>
                  <a:moveTo>
                    <a:pt x="1521460" y="27384"/>
                  </a:moveTo>
                  <a:lnTo>
                    <a:pt x="1466819" y="27384"/>
                  </a:lnTo>
                  <a:cubicBezTo>
                    <a:pt x="1459212" y="27384"/>
                    <a:pt x="1453127" y="21172"/>
                    <a:pt x="1453127" y="13692"/>
                  </a:cubicBezTo>
                  <a:cubicBezTo>
                    <a:pt x="1453127" y="6085"/>
                    <a:pt x="1459212" y="0"/>
                    <a:pt x="1466819" y="0"/>
                  </a:cubicBezTo>
                  <a:lnTo>
                    <a:pt x="1521460" y="0"/>
                  </a:lnTo>
                  <a:cubicBezTo>
                    <a:pt x="1529067" y="0"/>
                    <a:pt x="1535152" y="6212"/>
                    <a:pt x="1535152" y="13692"/>
                  </a:cubicBezTo>
                  <a:cubicBezTo>
                    <a:pt x="1535152" y="21172"/>
                    <a:pt x="1529067" y="27384"/>
                    <a:pt x="1521460" y="27384"/>
                  </a:cubicBezTo>
                  <a:close/>
                  <a:moveTo>
                    <a:pt x="1357663" y="27384"/>
                  </a:moveTo>
                  <a:lnTo>
                    <a:pt x="1303022" y="27384"/>
                  </a:lnTo>
                  <a:cubicBezTo>
                    <a:pt x="1295415" y="27384"/>
                    <a:pt x="1289330" y="21172"/>
                    <a:pt x="1289330" y="13692"/>
                  </a:cubicBezTo>
                  <a:cubicBezTo>
                    <a:pt x="1289330" y="6085"/>
                    <a:pt x="1295415" y="0"/>
                    <a:pt x="1303022" y="0"/>
                  </a:cubicBezTo>
                  <a:lnTo>
                    <a:pt x="1357663" y="0"/>
                  </a:lnTo>
                  <a:cubicBezTo>
                    <a:pt x="1365270" y="0"/>
                    <a:pt x="1371355" y="6212"/>
                    <a:pt x="1371355" y="13692"/>
                  </a:cubicBezTo>
                  <a:cubicBezTo>
                    <a:pt x="1371355" y="21172"/>
                    <a:pt x="1365143" y="27384"/>
                    <a:pt x="1357663" y="27384"/>
                  </a:cubicBezTo>
                  <a:close/>
                  <a:moveTo>
                    <a:pt x="1193740" y="27384"/>
                  </a:moveTo>
                  <a:lnTo>
                    <a:pt x="1139098" y="27384"/>
                  </a:lnTo>
                  <a:cubicBezTo>
                    <a:pt x="1131492" y="27384"/>
                    <a:pt x="1125406" y="21172"/>
                    <a:pt x="1125406" y="13692"/>
                  </a:cubicBezTo>
                  <a:cubicBezTo>
                    <a:pt x="1125406" y="6085"/>
                    <a:pt x="1131492" y="0"/>
                    <a:pt x="1139098" y="0"/>
                  </a:cubicBezTo>
                  <a:lnTo>
                    <a:pt x="1193740" y="0"/>
                  </a:lnTo>
                  <a:cubicBezTo>
                    <a:pt x="1201346" y="0"/>
                    <a:pt x="1207432" y="6212"/>
                    <a:pt x="1207432" y="13692"/>
                  </a:cubicBezTo>
                  <a:cubicBezTo>
                    <a:pt x="1207432" y="21172"/>
                    <a:pt x="1201346" y="27384"/>
                    <a:pt x="1193740" y="27384"/>
                  </a:cubicBezTo>
                  <a:close/>
                  <a:moveTo>
                    <a:pt x="1029943" y="27384"/>
                  </a:moveTo>
                  <a:lnTo>
                    <a:pt x="975301" y="27384"/>
                  </a:lnTo>
                  <a:cubicBezTo>
                    <a:pt x="967695" y="27384"/>
                    <a:pt x="961609" y="21172"/>
                    <a:pt x="961609" y="13692"/>
                  </a:cubicBezTo>
                  <a:cubicBezTo>
                    <a:pt x="961609" y="6085"/>
                    <a:pt x="967695" y="0"/>
                    <a:pt x="975301" y="0"/>
                  </a:cubicBezTo>
                  <a:lnTo>
                    <a:pt x="1029943" y="0"/>
                  </a:lnTo>
                  <a:cubicBezTo>
                    <a:pt x="1037549" y="0"/>
                    <a:pt x="1043634" y="6212"/>
                    <a:pt x="1043634" y="13692"/>
                  </a:cubicBezTo>
                  <a:cubicBezTo>
                    <a:pt x="1043634" y="21172"/>
                    <a:pt x="1037549" y="27384"/>
                    <a:pt x="1029943" y="27384"/>
                  </a:cubicBezTo>
                  <a:close/>
                  <a:moveTo>
                    <a:pt x="866146" y="27384"/>
                  </a:moveTo>
                  <a:lnTo>
                    <a:pt x="811504" y="27384"/>
                  </a:lnTo>
                  <a:cubicBezTo>
                    <a:pt x="803898" y="27384"/>
                    <a:pt x="797812" y="21172"/>
                    <a:pt x="797812" y="13692"/>
                  </a:cubicBezTo>
                  <a:cubicBezTo>
                    <a:pt x="797812" y="6085"/>
                    <a:pt x="803898" y="0"/>
                    <a:pt x="811504" y="0"/>
                  </a:cubicBezTo>
                  <a:lnTo>
                    <a:pt x="866146" y="0"/>
                  </a:lnTo>
                  <a:cubicBezTo>
                    <a:pt x="873752" y="0"/>
                    <a:pt x="879838" y="6212"/>
                    <a:pt x="879838" y="13692"/>
                  </a:cubicBezTo>
                  <a:cubicBezTo>
                    <a:pt x="879838" y="21172"/>
                    <a:pt x="873626" y="27384"/>
                    <a:pt x="866146" y="27384"/>
                  </a:cubicBezTo>
                  <a:close/>
                  <a:moveTo>
                    <a:pt x="702222" y="27384"/>
                  </a:moveTo>
                  <a:lnTo>
                    <a:pt x="647581" y="27384"/>
                  </a:lnTo>
                  <a:cubicBezTo>
                    <a:pt x="639974" y="27384"/>
                    <a:pt x="633889" y="21172"/>
                    <a:pt x="633889" y="13692"/>
                  </a:cubicBezTo>
                  <a:cubicBezTo>
                    <a:pt x="633889" y="6085"/>
                    <a:pt x="639974" y="0"/>
                    <a:pt x="647581" y="0"/>
                  </a:cubicBezTo>
                  <a:lnTo>
                    <a:pt x="702222" y="0"/>
                  </a:lnTo>
                  <a:cubicBezTo>
                    <a:pt x="709829" y="0"/>
                    <a:pt x="715914" y="6212"/>
                    <a:pt x="715914" y="13692"/>
                  </a:cubicBezTo>
                  <a:cubicBezTo>
                    <a:pt x="716041" y="21172"/>
                    <a:pt x="709829" y="27384"/>
                    <a:pt x="702222" y="27384"/>
                  </a:cubicBezTo>
                  <a:close/>
                  <a:moveTo>
                    <a:pt x="538425" y="27384"/>
                  </a:moveTo>
                  <a:lnTo>
                    <a:pt x="483784" y="27384"/>
                  </a:lnTo>
                  <a:cubicBezTo>
                    <a:pt x="476177" y="27384"/>
                    <a:pt x="470092" y="21172"/>
                    <a:pt x="470092" y="13692"/>
                  </a:cubicBezTo>
                  <a:cubicBezTo>
                    <a:pt x="470092" y="6085"/>
                    <a:pt x="476177" y="0"/>
                    <a:pt x="483784" y="0"/>
                  </a:cubicBezTo>
                  <a:lnTo>
                    <a:pt x="538425" y="0"/>
                  </a:lnTo>
                  <a:cubicBezTo>
                    <a:pt x="546032" y="0"/>
                    <a:pt x="552117" y="6212"/>
                    <a:pt x="552117" y="13692"/>
                  </a:cubicBezTo>
                  <a:cubicBezTo>
                    <a:pt x="552117" y="21172"/>
                    <a:pt x="546032" y="27384"/>
                    <a:pt x="538425" y="27384"/>
                  </a:cubicBezTo>
                  <a:close/>
                  <a:moveTo>
                    <a:pt x="374628" y="27384"/>
                  </a:moveTo>
                  <a:lnTo>
                    <a:pt x="319987" y="27384"/>
                  </a:lnTo>
                  <a:cubicBezTo>
                    <a:pt x="312380" y="27384"/>
                    <a:pt x="306295" y="21172"/>
                    <a:pt x="306295" y="13692"/>
                  </a:cubicBezTo>
                  <a:cubicBezTo>
                    <a:pt x="306295" y="6085"/>
                    <a:pt x="312380" y="0"/>
                    <a:pt x="319987" y="0"/>
                  </a:cubicBezTo>
                  <a:lnTo>
                    <a:pt x="374628" y="0"/>
                  </a:lnTo>
                  <a:cubicBezTo>
                    <a:pt x="382235" y="0"/>
                    <a:pt x="388320" y="6212"/>
                    <a:pt x="388320" y="13692"/>
                  </a:cubicBezTo>
                  <a:cubicBezTo>
                    <a:pt x="388320" y="21172"/>
                    <a:pt x="382108" y="27384"/>
                    <a:pt x="374628" y="27384"/>
                  </a:cubicBezTo>
                  <a:close/>
                  <a:moveTo>
                    <a:pt x="210705" y="27384"/>
                  </a:moveTo>
                  <a:lnTo>
                    <a:pt x="156063" y="27384"/>
                  </a:lnTo>
                  <a:cubicBezTo>
                    <a:pt x="148457" y="27384"/>
                    <a:pt x="142371" y="21172"/>
                    <a:pt x="142371" y="13692"/>
                  </a:cubicBezTo>
                  <a:cubicBezTo>
                    <a:pt x="142371" y="6085"/>
                    <a:pt x="148457" y="0"/>
                    <a:pt x="156063" y="0"/>
                  </a:cubicBezTo>
                  <a:lnTo>
                    <a:pt x="210705" y="0"/>
                  </a:lnTo>
                  <a:cubicBezTo>
                    <a:pt x="218311" y="0"/>
                    <a:pt x="224397" y="6212"/>
                    <a:pt x="224397" y="13692"/>
                  </a:cubicBezTo>
                  <a:cubicBezTo>
                    <a:pt x="224523" y="21172"/>
                    <a:pt x="218311" y="27384"/>
                    <a:pt x="210705" y="27384"/>
                  </a:cubicBezTo>
                  <a:close/>
                </a:path>
              </a:pathLst>
            </a:custGeom>
            <a:solidFill>
              <a:srgbClr val="449C8B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D7B9AC-1654-4C6D-9514-3002458A30D1}"/>
                </a:ext>
              </a:extLst>
            </p:cNvPr>
            <p:cNvSpPr/>
            <p:nvPr/>
          </p:nvSpPr>
          <p:spPr>
            <a:xfrm>
              <a:off x="3161247" y="3584251"/>
              <a:ext cx="1863633" cy="849411"/>
            </a:xfrm>
            <a:custGeom>
              <a:avLst/>
              <a:gdLst>
                <a:gd name="connsiteX0" fmla="*/ 1541111 w 1863633"/>
                <a:gd name="connsiteY0" fmla="*/ 852454 h 849411"/>
                <a:gd name="connsiteX1" fmla="*/ 136286 w 1863633"/>
                <a:gd name="connsiteY1" fmla="*/ 852454 h 849411"/>
                <a:gd name="connsiteX2" fmla="*/ 39935 w 1863633"/>
                <a:gd name="connsiteY2" fmla="*/ 812519 h 849411"/>
                <a:gd name="connsiteX3" fmla="*/ 0 w 1863633"/>
                <a:gd name="connsiteY3" fmla="*/ 716168 h 849411"/>
                <a:gd name="connsiteX4" fmla="*/ 0 w 1863633"/>
                <a:gd name="connsiteY4" fmla="*/ 13692 h 849411"/>
                <a:gd name="connsiteX5" fmla="*/ 27511 w 1863633"/>
                <a:gd name="connsiteY5" fmla="*/ 13692 h 849411"/>
                <a:gd name="connsiteX6" fmla="*/ 27511 w 1863633"/>
                <a:gd name="connsiteY6" fmla="*/ 716168 h 849411"/>
                <a:gd name="connsiteX7" fmla="*/ 59332 w 1863633"/>
                <a:gd name="connsiteY7" fmla="*/ 793122 h 849411"/>
                <a:gd name="connsiteX8" fmla="*/ 136286 w 1863633"/>
                <a:gd name="connsiteY8" fmla="*/ 824943 h 849411"/>
                <a:gd name="connsiteX9" fmla="*/ 1541111 w 1863633"/>
                <a:gd name="connsiteY9" fmla="*/ 824943 h 849411"/>
                <a:gd name="connsiteX10" fmla="*/ 1618065 w 1863633"/>
                <a:gd name="connsiteY10" fmla="*/ 793122 h 849411"/>
                <a:gd name="connsiteX11" fmla="*/ 1649886 w 1863633"/>
                <a:gd name="connsiteY11" fmla="*/ 716168 h 849411"/>
                <a:gd name="connsiteX12" fmla="*/ 1649886 w 1863633"/>
                <a:gd name="connsiteY12" fmla="*/ 0 h 849411"/>
                <a:gd name="connsiteX13" fmla="*/ 1868577 w 1863633"/>
                <a:gd name="connsiteY13" fmla="*/ 0 h 849411"/>
                <a:gd name="connsiteX14" fmla="*/ 1868577 w 1863633"/>
                <a:gd name="connsiteY14" fmla="*/ 27511 h 849411"/>
                <a:gd name="connsiteX15" fmla="*/ 1677270 w 1863633"/>
                <a:gd name="connsiteY15" fmla="*/ 27511 h 849411"/>
                <a:gd name="connsiteX16" fmla="*/ 1677270 w 1863633"/>
                <a:gd name="connsiteY16" fmla="*/ 716168 h 849411"/>
                <a:gd name="connsiteX17" fmla="*/ 1637335 w 1863633"/>
                <a:gd name="connsiteY17" fmla="*/ 812519 h 849411"/>
                <a:gd name="connsiteX18" fmla="*/ 1541111 w 1863633"/>
                <a:gd name="connsiteY18" fmla="*/ 852454 h 8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3633" h="849411">
                  <a:moveTo>
                    <a:pt x="1541111" y="852454"/>
                  </a:moveTo>
                  <a:lnTo>
                    <a:pt x="136286" y="852454"/>
                  </a:lnTo>
                  <a:cubicBezTo>
                    <a:pt x="99901" y="852454"/>
                    <a:pt x="65671" y="838255"/>
                    <a:pt x="39935" y="812519"/>
                  </a:cubicBezTo>
                  <a:cubicBezTo>
                    <a:pt x="14199" y="786783"/>
                    <a:pt x="0" y="752553"/>
                    <a:pt x="0" y="716168"/>
                  </a:cubicBezTo>
                  <a:lnTo>
                    <a:pt x="0" y="13692"/>
                  </a:lnTo>
                  <a:lnTo>
                    <a:pt x="27511" y="13692"/>
                  </a:lnTo>
                  <a:lnTo>
                    <a:pt x="27511" y="716168"/>
                  </a:lnTo>
                  <a:cubicBezTo>
                    <a:pt x="27511" y="745200"/>
                    <a:pt x="38794" y="772584"/>
                    <a:pt x="59332" y="793122"/>
                  </a:cubicBezTo>
                  <a:cubicBezTo>
                    <a:pt x="79870" y="813660"/>
                    <a:pt x="107254" y="824943"/>
                    <a:pt x="136286" y="824943"/>
                  </a:cubicBezTo>
                  <a:lnTo>
                    <a:pt x="1541111" y="824943"/>
                  </a:lnTo>
                  <a:cubicBezTo>
                    <a:pt x="1570143" y="824943"/>
                    <a:pt x="1597527" y="813660"/>
                    <a:pt x="1618065" y="793122"/>
                  </a:cubicBezTo>
                  <a:cubicBezTo>
                    <a:pt x="1638602" y="772584"/>
                    <a:pt x="1649886" y="745200"/>
                    <a:pt x="1649886" y="716168"/>
                  </a:cubicBezTo>
                  <a:lnTo>
                    <a:pt x="1649886" y="0"/>
                  </a:lnTo>
                  <a:lnTo>
                    <a:pt x="1868577" y="0"/>
                  </a:lnTo>
                  <a:lnTo>
                    <a:pt x="1868577" y="27511"/>
                  </a:lnTo>
                  <a:lnTo>
                    <a:pt x="1677270" y="27511"/>
                  </a:lnTo>
                  <a:lnTo>
                    <a:pt x="1677270" y="716168"/>
                  </a:lnTo>
                  <a:cubicBezTo>
                    <a:pt x="1677270" y="752553"/>
                    <a:pt x="1663071" y="786783"/>
                    <a:pt x="1637335" y="812519"/>
                  </a:cubicBezTo>
                  <a:cubicBezTo>
                    <a:pt x="1611726" y="838255"/>
                    <a:pt x="1577496" y="852454"/>
                    <a:pt x="1541111" y="852454"/>
                  </a:cubicBezTo>
                  <a:close/>
                </a:path>
              </a:pathLst>
            </a:custGeom>
            <a:solidFill>
              <a:srgbClr val="449C8B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ABD15A-8874-4EAD-92D8-7FEB9C03D98A}"/>
                </a:ext>
              </a:extLst>
            </p:cNvPr>
            <p:cNvSpPr/>
            <p:nvPr/>
          </p:nvSpPr>
          <p:spPr>
            <a:xfrm>
              <a:off x="5009920" y="3529483"/>
              <a:ext cx="114100" cy="126778"/>
            </a:xfrm>
            <a:custGeom>
              <a:avLst/>
              <a:gdLst>
                <a:gd name="connsiteX0" fmla="*/ 0 w 114099"/>
                <a:gd name="connsiteY0" fmla="*/ 136920 h 126777"/>
                <a:gd name="connsiteX1" fmla="*/ 118537 w 114099"/>
                <a:gd name="connsiteY1" fmla="*/ 68460 h 126777"/>
                <a:gd name="connsiteX2" fmla="*/ 0 w 114099"/>
                <a:gd name="connsiteY2" fmla="*/ 0 h 1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099" h="126777">
                  <a:moveTo>
                    <a:pt x="0" y="136920"/>
                  </a:moveTo>
                  <a:lnTo>
                    <a:pt x="118537" y="68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C8B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B8974FE-1C34-4D44-AE19-010096F2059D}"/>
              </a:ext>
            </a:extLst>
          </p:cNvPr>
          <p:cNvGrpSpPr/>
          <p:nvPr/>
        </p:nvGrpSpPr>
        <p:grpSpPr>
          <a:xfrm>
            <a:off x="5099069" y="2759181"/>
            <a:ext cx="1976864" cy="1668523"/>
            <a:chOff x="5099069" y="2759181"/>
            <a:chExt cx="1976864" cy="166852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0FC1CA-0881-4459-A7D8-7D7931B134BF}"/>
                </a:ext>
              </a:extLst>
            </p:cNvPr>
            <p:cNvSpPr/>
            <p:nvPr/>
          </p:nvSpPr>
          <p:spPr>
            <a:xfrm>
              <a:off x="5101073" y="3679715"/>
              <a:ext cx="1673466" cy="747989"/>
            </a:xfrm>
            <a:custGeom>
              <a:avLst/>
              <a:gdLst>
                <a:gd name="connsiteX0" fmla="*/ 1521460 w 1673466"/>
                <a:gd name="connsiteY0" fmla="*/ 756990 h 747989"/>
                <a:gd name="connsiteX1" fmla="*/ 1466819 w 1673466"/>
                <a:gd name="connsiteY1" fmla="*/ 756990 h 747989"/>
                <a:gd name="connsiteX2" fmla="*/ 1453127 w 1673466"/>
                <a:gd name="connsiteY2" fmla="*/ 743298 h 747989"/>
                <a:gd name="connsiteX3" fmla="*/ 1466819 w 1673466"/>
                <a:gd name="connsiteY3" fmla="*/ 729606 h 747989"/>
                <a:gd name="connsiteX4" fmla="*/ 1521460 w 1673466"/>
                <a:gd name="connsiteY4" fmla="*/ 729606 h 747989"/>
                <a:gd name="connsiteX5" fmla="*/ 1535152 w 1673466"/>
                <a:gd name="connsiteY5" fmla="*/ 743298 h 747989"/>
                <a:gd name="connsiteX6" fmla="*/ 1521460 w 1673466"/>
                <a:gd name="connsiteY6" fmla="*/ 756990 h 747989"/>
                <a:gd name="connsiteX7" fmla="*/ 1357663 w 1673466"/>
                <a:gd name="connsiteY7" fmla="*/ 756990 h 747989"/>
                <a:gd name="connsiteX8" fmla="*/ 1303022 w 1673466"/>
                <a:gd name="connsiteY8" fmla="*/ 756990 h 747989"/>
                <a:gd name="connsiteX9" fmla="*/ 1289330 w 1673466"/>
                <a:gd name="connsiteY9" fmla="*/ 743298 h 747989"/>
                <a:gd name="connsiteX10" fmla="*/ 1303022 w 1673466"/>
                <a:gd name="connsiteY10" fmla="*/ 729606 h 747989"/>
                <a:gd name="connsiteX11" fmla="*/ 1357663 w 1673466"/>
                <a:gd name="connsiteY11" fmla="*/ 729606 h 747989"/>
                <a:gd name="connsiteX12" fmla="*/ 1371355 w 1673466"/>
                <a:gd name="connsiteY12" fmla="*/ 743298 h 747989"/>
                <a:gd name="connsiteX13" fmla="*/ 1357663 w 1673466"/>
                <a:gd name="connsiteY13" fmla="*/ 756990 h 747989"/>
                <a:gd name="connsiteX14" fmla="*/ 1193740 w 1673466"/>
                <a:gd name="connsiteY14" fmla="*/ 756990 h 747989"/>
                <a:gd name="connsiteX15" fmla="*/ 1139098 w 1673466"/>
                <a:gd name="connsiteY15" fmla="*/ 756990 h 747989"/>
                <a:gd name="connsiteX16" fmla="*/ 1125406 w 1673466"/>
                <a:gd name="connsiteY16" fmla="*/ 743298 h 747989"/>
                <a:gd name="connsiteX17" fmla="*/ 1139098 w 1673466"/>
                <a:gd name="connsiteY17" fmla="*/ 729606 h 747989"/>
                <a:gd name="connsiteX18" fmla="*/ 1193740 w 1673466"/>
                <a:gd name="connsiteY18" fmla="*/ 729606 h 747989"/>
                <a:gd name="connsiteX19" fmla="*/ 1207431 w 1673466"/>
                <a:gd name="connsiteY19" fmla="*/ 743298 h 747989"/>
                <a:gd name="connsiteX20" fmla="*/ 1193740 w 1673466"/>
                <a:gd name="connsiteY20" fmla="*/ 756990 h 747989"/>
                <a:gd name="connsiteX21" fmla="*/ 1029942 w 1673466"/>
                <a:gd name="connsiteY21" fmla="*/ 756990 h 747989"/>
                <a:gd name="connsiteX22" fmla="*/ 975301 w 1673466"/>
                <a:gd name="connsiteY22" fmla="*/ 756990 h 747989"/>
                <a:gd name="connsiteX23" fmla="*/ 961609 w 1673466"/>
                <a:gd name="connsiteY23" fmla="*/ 743298 h 747989"/>
                <a:gd name="connsiteX24" fmla="*/ 975301 w 1673466"/>
                <a:gd name="connsiteY24" fmla="*/ 729606 h 747989"/>
                <a:gd name="connsiteX25" fmla="*/ 1029942 w 1673466"/>
                <a:gd name="connsiteY25" fmla="*/ 729606 h 747989"/>
                <a:gd name="connsiteX26" fmla="*/ 1043635 w 1673466"/>
                <a:gd name="connsiteY26" fmla="*/ 743298 h 747989"/>
                <a:gd name="connsiteX27" fmla="*/ 1029942 w 1673466"/>
                <a:gd name="connsiteY27" fmla="*/ 756990 h 747989"/>
                <a:gd name="connsiteX28" fmla="*/ 866146 w 1673466"/>
                <a:gd name="connsiteY28" fmla="*/ 756990 h 747989"/>
                <a:gd name="connsiteX29" fmla="*/ 811505 w 1673466"/>
                <a:gd name="connsiteY29" fmla="*/ 756990 h 747989"/>
                <a:gd name="connsiteX30" fmla="*/ 797812 w 1673466"/>
                <a:gd name="connsiteY30" fmla="*/ 743298 h 747989"/>
                <a:gd name="connsiteX31" fmla="*/ 811505 w 1673466"/>
                <a:gd name="connsiteY31" fmla="*/ 729606 h 747989"/>
                <a:gd name="connsiteX32" fmla="*/ 866146 w 1673466"/>
                <a:gd name="connsiteY32" fmla="*/ 729606 h 747989"/>
                <a:gd name="connsiteX33" fmla="*/ 879838 w 1673466"/>
                <a:gd name="connsiteY33" fmla="*/ 743298 h 747989"/>
                <a:gd name="connsiteX34" fmla="*/ 866146 w 1673466"/>
                <a:gd name="connsiteY34" fmla="*/ 756990 h 747989"/>
                <a:gd name="connsiteX35" fmla="*/ 702222 w 1673466"/>
                <a:gd name="connsiteY35" fmla="*/ 756990 h 747989"/>
                <a:gd name="connsiteX36" fmla="*/ 647581 w 1673466"/>
                <a:gd name="connsiteY36" fmla="*/ 756990 h 747989"/>
                <a:gd name="connsiteX37" fmla="*/ 633889 w 1673466"/>
                <a:gd name="connsiteY37" fmla="*/ 743298 h 747989"/>
                <a:gd name="connsiteX38" fmla="*/ 647581 w 1673466"/>
                <a:gd name="connsiteY38" fmla="*/ 729606 h 747989"/>
                <a:gd name="connsiteX39" fmla="*/ 702222 w 1673466"/>
                <a:gd name="connsiteY39" fmla="*/ 729606 h 747989"/>
                <a:gd name="connsiteX40" fmla="*/ 715914 w 1673466"/>
                <a:gd name="connsiteY40" fmla="*/ 743298 h 747989"/>
                <a:gd name="connsiteX41" fmla="*/ 702222 w 1673466"/>
                <a:gd name="connsiteY41" fmla="*/ 756990 h 747989"/>
                <a:gd name="connsiteX42" fmla="*/ 538425 w 1673466"/>
                <a:gd name="connsiteY42" fmla="*/ 756990 h 747989"/>
                <a:gd name="connsiteX43" fmla="*/ 483784 w 1673466"/>
                <a:gd name="connsiteY43" fmla="*/ 756990 h 747989"/>
                <a:gd name="connsiteX44" fmla="*/ 470092 w 1673466"/>
                <a:gd name="connsiteY44" fmla="*/ 743298 h 747989"/>
                <a:gd name="connsiteX45" fmla="*/ 483784 w 1673466"/>
                <a:gd name="connsiteY45" fmla="*/ 729606 h 747989"/>
                <a:gd name="connsiteX46" fmla="*/ 538425 w 1673466"/>
                <a:gd name="connsiteY46" fmla="*/ 729606 h 747989"/>
                <a:gd name="connsiteX47" fmla="*/ 552117 w 1673466"/>
                <a:gd name="connsiteY47" fmla="*/ 743298 h 747989"/>
                <a:gd name="connsiteX48" fmla="*/ 538425 w 1673466"/>
                <a:gd name="connsiteY48" fmla="*/ 756990 h 747989"/>
                <a:gd name="connsiteX49" fmla="*/ 374629 w 1673466"/>
                <a:gd name="connsiteY49" fmla="*/ 756990 h 747989"/>
                <a:gd name="connsiteX50" fmla="*/ 319987 w 1673466"/>
                <a:gd name="connsiteY50" fmla="*/ 756990 h 747989"/>
                <a:gd name="connsiteX51" fmla="*/ 306295 w 1673466"/>
                <a:gd name="connsiteY51" fmla="*/ 743298 h 747989"/>
                <a:gd name="connsiteX52" fmla="*/ 319987 w 1673466"/>
                <a:gd name="connsiteY52" fmla="*/ 729606 h 747989"/>
                <a:gd name="connsiteX53" fmla="*/ 374629 w 1673466"/>
                <a:gd name="connsiteY53" fmla="*/ 729606 h 747989"/>
                <a:gd name="connsiteX54" fmla="*/ 388320 w 1673466"/>
                <a:gd name="connsiteY54" fmla="*/ 743298 h 747989"/>
                <a:gd name="connsiteX55" fmla="*/ 374629 w 1673466"/>
                <a:gd name="connsiteY55" fmla="*/ 756990 h 747989"/>
                <a:gd name="connsiteX56" fmla="*/ 210705 w 1673466"/>
                <a:gd name="connsiteY56" fmla="*/ 756990 h 747989"/>
                <a:gd name="connsiteX57" fmla="*/ 156063 w 1673466"/>
                <a:gd name="connsiteY57" fmla="*/ 756990 h 747989"/>
                <a:gd name="connsiteX58" fmla="*/ 142372 w 1673466"/>
                <a:gd name="connsiteY58" fmla="*/ 743298 h 747989"/>
                <a:gd name="connsiteX59" fmla="*/ 156063 w 1673466"/>
                <a:gd name="connsiteY59" fmla="*/ 729606 h 747989"/>
                <a:gd name="connsiteX60" fmla="*/ 210705 w 1673466"/>
                <a:gd name="connsiteY60" fmla="*/ 729606 h 747989"/>
                <a:gd name="connsiteX61" fmla="*/ 224397 w 1673466"/>
                <a:gd name="connsiteY61" fmla="*/ 743298 h 747989"/>
                <a:gd name="connsiteX62" fmla="*/ 210705 w 1673466"/>
                <a:gd name="connsiteY62" fmla="*/ 756990 h 747989"/>
                <a:gd name="connsiteX63" fmla="*/ 54641 w 1673466"/>
                <a:gd name="connsiteY63" fmla="*/ 725803 h 747989"/>
                <a:gd name="connsiteX64" fmla="*/ 45513 w 1673466"/>
                <a:gd name="connsiteY64" fmla="*/ 722253 h 747989"/>
                <a:gd name="connsiteX65" fmla="*/ 39935 w 1673466"/>
                <a:gd name="connsiteY65" fmla="*/ 716929 h 747989"/>
                <a:gd name="connsiteX66" fmla="*/ 10523 w 1673466"/>
                <a:gd name="connsiteY66" fmla="*/ 673190 h 747989"/>
                <a:gd name="connsiteX67" fmla="*/ 17876 w 1673466"/>
                <a:gd name="connsiteY67" fmla="*/ 655188 h 747989"/>
                <a:gd name="connsiteX68" fmla="*/ 35878 w 1673466"/>
                <a:gd name="connsiteY68" fmla="*/ 662541 h 747989"/>
                <a:gd name="connsiteX69" fmla="*/ 59332 w 1673466"/>
                <a:gd name="connsiteY69" fmla="*/ 697405 h 747989"/>
                <a:gd name="connsiteX70" fmla="*/ 63769 w 1673466"/>
                <a:gd name="connsiteY70" fmla="*/ 701588 h 747989"/>
                <a:gd name="connsiteX71" fmla="*/ 64910 w 1673466"/>
                <a:gd name="connsiteY71" fmla="*/ 720985 h 747989"/>
                <a:gd name="connsiteX72" fmla="*/ 54641 w 1673466"/>
                <a:gd name="connsiteY72" fmla="*/ 725803 h 747989"/>
                <a:gd name="connsiteX73" fmla="*/ 1622882 w 1673466"/>
                <a:gd name="connsiteY73" fmla="*/ 725676 h 747989"/>
                <a:gd name="connsiteX74" fmla="*/ 1612613 w 1673466"/>
                <a:gd name="connsiteY74" fmla="*/ 721112 h 747989"/>
                <a:gd name="connsiteX75" fmla="*/ 1613627 w 1673466"/>
                <a:gd name="connsiteY75" fmla="*/ 701715 h 747989"/>
                <a:gd name="connsiteX76" fmla="*/ 1617938 w 1673466"/>
                <a:gd name="connsiteY76" fmla="*/ 697532 h 747989"/>
                <a:gd name="connsiteX77" fmla="*/ 1641519 w 1673466"/>
                <a:gd name="connsiteY77" fmla="*/ 662414 h 747989"/>
                <a:gd name="connsiteX78" fmla="*/ 1659521 w 1673466"/>
                <a:gd name="connsiteY78" fmla="*/ 655061 h 747989"/>
                <a:gd name="connsiteX79" fmla="*/ 1666874 w 1673466"/>
                <a:gd name="connsiteY79" fmla="*/ 673063 h 747989"/>
                <a:gd name="connsiteX80" fmla="*/ 1637462 w 1673466"/>
                <a:gd name="connsiteY80" fmla="*/ 716929 h 747989"/>
                <a:gd name="connsiteX81" fmla="*/ 1632010 w 1673466"/>
                <a:gd name="connsiteY81" fmla="*/ 722127 h 747989"/>
                <a:gd name="connsiteX82" fmla="*/ 1622882 w 1673466"/>
                <a:gd name="connsiteY82" fmla="*/ 725676 h 747989"/>
                <a:gd name="connsiteX83" fmla="*/ 13692 w 1673466"/>
                <a:gd name="connsiteY83" fmla="*/ 573796 h 747989"/>
                <a:gd name="connsiteX84" fmla="*/ 0 w 1673466"/>
                <a:gd name="connsiteY84" fmla="*/ 560104 h 747989"/>
                <a:gd name="connsiteX85" fmla="*/ 0 w 1673466"/>
                <a:gd name="connsiteY85" fmla="*/ 505463 h 747989"/>
                <a:gd name="connsiteX86" fmla="*/ 13692 w 1673466"/>
                <a:gd name="connsiteY86" fmla="*/ 491771 h 747989"/>
                <a:gd name="connsiteX87" fmla="*/ 27384 w 1673466"/>
                <a:gd name="connsiteY87" fmla="*/ 505463 h 747989"/>
                <a:gd name="connsiteX88" fmla="*/ 27384 w 1673466"/>
                <a:gd name="connsiteY88" fmla="*/ 560104 h 747989"/>
                <a:gd name="connsiteX89" fmla="*/ 13692 w 1673466"/>
                <a:gd name="connsiteY89" fmla="*/ 573796 h 747989"/>
                <a:gd name="connsiteX90" fmla="*/ 1663705 w 1673466"/>
                <a:gd name="connsiteY90" fmla="*/ 573543 h 747989"/>
                <a:gd name="connsiteX91" fmla="*/ 1650013 w 1673466"/>
                <a:gd name="connsiteY91" fmla="*/ 559851 h 747989"/>
                <a:gd name="connsiteX92" fmla="*/ 1650013 w 1673466"/>
                <a:gd name="connsiteY92" fmla="*/ 505210 h 747989"/>
                <a:gd name="connsiteX93" fmla="*/ 1663705 w 1673466"/>
                <a:gd name="connsiteY93" fmla="*/ 491518 h 747989"/>
                <a:gd name="connsiteX94" fmla="*/ 1677397 w 1673466"/>
                <a:gd name="connsiteY94" fmla="*/ 505210 h 747989"/>
                <a:gd name="connsiteX95" fmla="*/ 1677397 w 1673466"/>
                <a:gd name="connsiteY95" fmla="*/ 559851 h 747989"/>
                <a:gd name="connsiteX96" fmla="*/ 1663705 w 1673466"/>
                <a:gd name="connsiteY96" fmla="*/ 573543 h 747989"/>
                <a:gd name="connsiteX97" fmla="*/ 13692 w 1673466"/>
                <a:gd name="connsiteY97" fmla="*/ 409873 h 747989"/>
                <a:gd name="connsiteX98" fmla="*/ 0 w 1673466"/>
                <a:gd name="connsiteY98" fmla="*/ 396181 h 747989"/>
                <a:gd name="connsiteX99" fmla="*/ 0 w 1673466"/>
                <a:gd name="connsiteY99" fmla="*/ 341539 h 747989"/>
                <a:gd name="connsiteX100" fmla="*/ 13692 w 1673466"/>
                <a:gd name="connsiteY100" fmla="*/ 327847 h 747989"/>
                <a:gd name="connsiteX101" fmla="*/ 27384 w 1673466"/>
                <a:gd name="connsiteY101" fmla="*/ 341539 h 747989"/>
                <a:gd name="connsiteX102" fmla="*/ 27384 w 1673466"/>
                <a:gd name="connsiteY102" fmla="*/ 396181 h 747989"/>
                <a:gd name="connsiteX103" fmla="*/ 13692 w 1673466"/>
                <a:gd name="connsiteY103" fmla="*/ 409873 h 747989"/>
                <a:gd name="connsiteX104" fmla="*/ 1663705 w 1673466"/>
                <a:gd name="connsiteY104" fmla="*/ 409746 h 747989"/>
                <a:gd name="connsiteX105" fmla="*/ 1650013 w 1673466"/>
                <a:gd name="connsiteY105" fmla="*/ 396054 h 747989"/>
                <a:gd name="connsiteX106" fmla="*/ 1650013 w 1673466"/>
                <a:gd name="connsiteY106" fmla="*/ 341413 h 747989"/>
                <a:gd name="connsiteX107" fmla="*/ 1663705 w 1673466"/>
                <a:gd name="connsiteY107" fmla="*/ 327721 h 747989"/>
                <a:gd name="connsiteX108" fmla="*/ 1677397 w 1673466"/>
                <a:gd name="connsiteY108" fmla="*/ 341413 h 747989"/>
                <a:gd name="connsiteX109" fmla="*/ 1677397 w 1673466"/>
                <a:gd name="connsiteY109" fmla="*/ 396054 h 747989"/>
                <a:gd name="connsiteX110" fmla="*/ 1663705 w 1673466"/>
                <a:gd name="connsiteY110" fmla="*/ 409746 h 747989"/>
                <a:gd name="connsiteX111" fmla="*/ 13692 w 1673466"/>
                <a:gd name="connsiteY111" fmla="*/ 246076 h 747989"/>
                <a:gd name="connsiteX112" fmla="*/ 0 w 1673466"/>
                <a:gd name="connsiteY112" fmla="*/ 232384 h 747989"/>
                <a:gd name="connsiteX113" fmla="*/ 0 w 1673466"/>
                <a:gd name="connsiteY113" fmla="*/ 177742 h 747989"/>
                <a:gd name="connsiteX114" fmla="*/ 13692 w 1673466"/>
                <a:gd name="connsiteY114" fmla="*/ 164051 h 747989"/>
                <a:gd name="connsiteX115" fmla="*/ 27384 w 1673466"/>
                <a:gd name="connsiteY115" fmla="*/ 177742 h 747989"/>
                <a:gd name="connsiteX116" fmla="*/ 27384 w 1673466"/>
                <a:gd name="connsiteY116" fmla="*/ 232384 h 747989"/>
                <a:gd name="connsiteX117" fmla="*/ 13692 w 1673466"/>
                <a:gd name="connsiteY117" fmla="*/ 246076 h 747989"/>
                <a:gd name="connsiteX118" fmla="*/ 1663705 w 1673466"/>
                <a:gd name="connsiteY118" fmla="*/ 245822 h 747989"/>
                <a:gd name="connsiteX119" fmla="*/ 1650013 w 1673466"/>
                <a:gd name="connsiteY119" fmla="*/ 232130 h 747989"/>
                <a:gd name="connsiteX120" fmla="*/ 1650013 w 1673466"/>
                <a:gd name="connsiteY120" fmla="*/ 177489 h 747989"/>
                <a:gd name="connsiteX121" fmla="*/ 1663705 w 1673466"/>
                <a:gd name="connsiteY121" fmla="*/ 163797 h 747989"/>
                <a:gd name="connsiteX122" fmla="*/ 1677397 w 1673466"/>
                <a:gd name="connsiteY122" fmla="*/ 177489 h 747989"/>
                <a:gd name="connsiteX123" fmla="*/ 1677397 w 1673466"/>
                <a:gd name="connsiteY123" fmla="*/ 232130 h 747989"/>
                <a:gd name="connsiteX124" fmla="*/ 1663705 w 1673466"/>
                <a:gd name="connsiteY124" fmla="*/ 245822 h 747989"/>
                <a:gd name="connsiteX125" fmla="*/ 13692 w 1673466"/>
                <a:gd name="connsiteY125" fmla="*/ 82279 h 747989"/>
                <a:gd name="connsiteX126" fmla="*/ 0 w 1673466"/>
                <a:gd name="connsiteY126" fmla="*/ 68587 h 747989"/>
                <a:gd name="connsiteX127" fmla="*/ 0 w 1673466"/>
                <a:gd name="connsiteY127" fmla="*/ 13946 h 747989"/>
                <a:gd name="connsiteX128" fmla="*/ 13692 w 1673466"/>
                <a:gd name="connsiteY128" fmla="*/ 254 h 747989"/>
                <a:gd name="connsiteX129" fmla="*/ 27384 w 1673466"/>
                <a:gd name="connsiteY129" fmla="*/ 13946 h 747989"/>
                <a:gd name="connsiteX130" fmla="*/ 27384 w 1673466"/>
                <a:gd name="connsiteY130" fmla="*/ 68587 h 747989"/>
                <a:gd name="connsiteX131" fmla="*/ 13692 w 1673466"/>
                <a:gd name="connsiteY131" fmla="*/ 82279 h 747989"/>
                <a:gd name="connsiteX132" fmla="*/ 1663705 w 1673466"/>
                <a:gd name="connsiteY132" fmla="*/ 82025 h 747989"/>
                <a:gd name="connsiteX133" fmla="*/ 1650013 w 1673466"/>
                <a:gd name="connsiteY133" fmla="*/ 68333 h 747989"/>
                <a:gd name="connsiteX134" fmla="*/ 1650013 w 1673466"/>
                <a:gd name="connsiteY134" fmla="*/ 13692 h 747989"/>
                <a:gd name="connsiteX135" fmla="*/ 1663705 w 1673466"/>
                <a:gd name="connsiteY135" fmla="*/ 0 h 747989"/>
                <a:gd name="connsiteX136" fmla="*/ 1677397 w 1673466"/>
                <a:gd name="connsiteY136" fmla="*/ 13692 h 747989"/>
                <a:gd name="connsiteX137" fmla="*/ 1677397 w 1673466"/>
                <a:gd name="connsiteY137" fmla="*/ 68333 h 747989"/>
                <a:gd name="connsiteX138" fmla="*/ 1663705 w 1673466"/>
                <a:gd name="connsiteY138" fmla="*/ 82025 h 74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673466" h="747989">
                  <a:moveTo>
                    <a:pt x="1521460" y="756990"/>
                  </a:moveTo>
                  <a:lnTo>
                    <a:pt x="1466819" y="756990"/>
                  </a:lnTo>
                  <a:cubicBezTo>
                    <a:pt x="1459212" y="756990"/>
                    <a:pt x="1453127" y="750778"/>
                    <a:pt x="1453127" y="743298"/>
                  </a:cubicBezTo>
                  <a:cubicBezTo>
                    <a:pt x="1453127" y="735818"/>
                    <a:pt x="1459212" y="729606"/>
                    <a:pt x="1466819" y="729606"/>
                  </a:cubicBezTo>
                  <a:lnTo>
                    <a:pt x="1521460" y="729606"/>
                  </a:lnTo>
                  <a:cubicBezTo>
                    <a:pt x="1529067" y="729606"/>
                    <a:pt x="1535152" y="735818"/>
                    <a:pt x="1535152" y="743298"/>
                  </a:cubicBezTo>
                  <a:cubicBezTo>
                    <a:pt x="1535152" y="750778"/>
                    <a:pt x="1529067" y="756990"/>
                    <a:pt x="1521460" y="756990"/>
                  </a:cubicBezTo>
                  <a:close/>
                  <a:moveTo>
                    <a:pt x="1357663" y="756990"/>
                  </a:moveTo>
                  <a:lnTo>
                    <a:pt x="1303022" y="756990"/>
                  </a:lnTo>
                  <a:cubicBezTo>
                    <a:pt x="1295415" y="756990"/>
                    <a:pt x="1289330" y="750778"/>
                    <a:pt x="1289330" y="743298"/>
                  </a:cubicBezTo>
                  <a:cubicBezTo>
                    <a:pt x="1289330" y="735818"/>
                    <a:pt x="1295415" y="729606"/>
                    <a:pt x="1303022" y="729606"/>
                  </a:cubicBezTo>
                  <a:lnTo>
                    <a:pt x="1357663" y="729606"/>
                  </a:lnTo>
                  <a:cubicBezTo>
                    <a:pt x="1365270" y="729606"/>
                    <a:pt x="1371355" y="735818"/>
                    <a:pt x="1371355" y="743298"/>
                  </a:cubicBezTo>
                  <a:cubicBezTo>
                    <a:pt x="1371355" y="750778"/>
                    <a:pt x="1365270" y="756990"/>
                    <a:pt x="1357663" y="756990"/>
                  </a:cubicBezTo>
                  <a:close/>
                  <a:moveTo>
                    <a:pt x="1193740" y="756990"/>
                  </a:moveTo>
                  <a:lnTo>
                    <a:pt x="1139098" y="756990"/>
                  </a:lnTo>
                  <a:cubicBezTo>
                    <a:pt x="1131492" y="756990"/>
                    <a:pt x="1125406" y="750778"/>
                    <a:pt x="1125406" y="743298"/>
                  </a:cubicBezTo>
                  <a:cubicBezTo>
                    <a:pt x="1125406" y="735818"/>
                    <a:pt x="1131492" y="729606"/>
                    <a:pt x="1139098" y="729606"/>
                  </a:cubicBezTo>
                  <a:lnTo>
                    <a:pt x="1193740" y="729606"/>
                  </a:lnTo>
                  <a:cubicBezTo>
                    <a:pt x="1201346" y="729606"/>
                    <a:pt x="1207431" y="735818"/>
                    <a:pt x="1207431" y="743298"/>
                  </a:cubicBezTo>
                  <a:cubicBezTo>
                    <a:pt x="1207431" y="750778"/>
                    <a:pt x="1201346" y="756990"/>
                    <a:pt x="1193740" y="756990"/>
                  </a:cubicBezTo>
                  <a:close/>
                  <a:moveTo>
                    <a:pt x="1029942" y="756990"/>
                  </a:moveTo>
                  <a:lnTo>
                    <a:pt x="975301" y="756990"/>
                  </a:lnTo>
                  <a:cubicBezTo>
                    <a:pt x="967695" y="756990"/>
                    <a:pt x="961609" y="750778"/>
                    <a:pt x="961609" y="743298"/>
                  </a:cubicBezTo>
                  <a:cubicBezTo>
                    <a:pt x="961609" y="735818"/>
                    <a:pt x="967695" y="729606"/>
                    <a:pt x="975301" y="729606"/>
                  </a:cubicBezTo>
                  <a:lnTo>
                    <a:pt x="1029942" y="729606"/>
                  </a:lnTo>
                  <a:cubicBezTo>
                    <a:pt x="1037549" y="729606"/>
                    <a:pt x="1043635" y="735818"/>
                    <a:pt x="1043635" y="743298"/>
                  </a:cubicBezTo>
                  <a:cubicBezTo>
                    <a:pt x="1043635" y="750778"/>
                    <a:pt x="1037549" y="756990"/>
                    <a:pt x="1029942" y="756990"/>
                  </a:cubicBezTo>
                  <a:close/>
                  <a:moveTo>
                    <a:pt x="866146" y="756990"/>
                  </a:moveTo>
                  <a:lnTo>
                    <a:pt x="811505" y="756990"/>
                  </a:lnTo>
                  <a:cubicBezTo>
                    <a:pt x="803898" y="756990"/>
                    <a:pt x="797812" y="750778"/>
                    <a:pt x="797812" y="743298"/>
                  </a:cubicBezTo>
                  <a:cubicBezTo>
                    <a:pt x="797812" y="735818"/>
                    <a:pt x="803898" y="729606"/>
                    <a:pt x="811505" y="729606"/>
                  </a:cubicBezTo>
                  <a:lnTo>
                    <a:pt x="866146" y="729606"/>
                  </a:lnTo>
                  <a:cubicBezTo>
                    <a:pt x="873753" y="729606"/>
                    <a:pt x="879838" y="735818"/>
                    <a:pt x="879838" y="743298"/>
                  </a:cubicBezTo>
                  <a:cubicBezTo>
                    <a:pt x="879838" y="750778"/>
                    <a:pt x="873753" y="756990"/>
                    <a:pt x="866146" y="756990"/>
                  </a:cubicBezTo>
                  <a:close/>
                  <a:moveTo>
                    <a:pt x="702222" y="756990"/>
                  </a:moveTo>
                  <a:lnTo>
                    <a:pt x="647581" y="756990"/>
                  </a:lnTo>
                  <a:cubicBezTo>
                    <a:pt x="639974" y="756990"/>
                    <a:pt x="633889" y="750778"/>
                    <a:pt x="633889" y="743298"/>
                  </a:cubicBezTo>
                  <a:cubicBezTo>
                    <a:pt x="633889" y="735818"/>
                    <a:pt x="639974" y="729606"/>
                    <a:pt x="647581" y="729606"/>
                  </a:cubicBezTo>
                  <a:lnTo>
                    <a:pt x="702222" y="729606"/>
                  </a:lnTo>
                  <a:cubicBezTo>
                    <a:pt x="709829" y="729606"/>
                    <a:pt x="715914" y="735818"/>
                    <a:pt x="715914" y="743298"/>
                  </a:cubicBezTo>
                  <a:cubicBezTo>
                    <a:pt x="715914" y="750778"/>
                    <a:pt x="709829" y="756990"/>
                    <a:pt x="702222" y="756990"/>
                  </a:cubicBezTo>
                  <a:close/>
                  <a:moveTo>
                    <a:pt x="538425" y="756990"/>
                  </a:moveTo>
                  <a:lnTo>
                    <a:pt x="483784" y="756990"/>
                  </a:lnTo>
                  <a:cubicBezTo>
                    <a:pt x="476177" y="756990"/>
                    <a:pt x="470092" y="750778"/>
                    <a:pt x="470092" y="743298"/>
                  </a:cubicBezTo>
                  <a:cubicBezTo>
                    <a:pt x="470092" y="735818"/>
                    <a:pt x="476177" y="729606"/>
                    <a:pt x="483784" y="729606"/>
                  </a:cubicBezTo>
                  <a:lnTo>
                    <a:pt x="538425" y="729606"/>
                  </a:lnTo>
                  <a:cubicBezTo>
                    <a:pt x="546032" y="729606"/>
                    <a:pt x="552117" y="735818"/>
                    <a:pt x="552117" y="743298"/>
                  </a:cubicBezTo>
                  <a:cubicBezTo>
                    <a:pt x="552117" y="750778"/>
                    <a:pt x="546032" y="756990"/>
                    <a:pt x="538425" y="756990"/>
                  </a:cubicBezTo>
                  <a:close/>
                  <a:moveTo>
                    <a:pt x="374629" y="756990"/>
                  </a:moveTo>
                  <a:lnTo>
                    <a:pt x="319987" y="756990"/>
                  </a:lnTo>
                  <a:cubicBezTo>
                    <a:pt x="312381" y="756990"/>
                    <a:pt x="306295" y="750778"/>
                    <a:pt x="306295" y="743298"/>
                  </a:cubicBezTo>
                  <a:cubicBezTo>
                    <a:pt x="306295" y="735818"/>
                    <a:pt x="312381" y="729606"/>
                    <a:pt x="319987" y="729606"/>
                  </a:cubicBezTo>
                  <a:lnTo>
                    <a:pt x="374629" y="729606"/>
                  </a:lnTo>
                  <a:cubicBezTo>
                    <a:pt x="382235" y="729606"/>
                    <a:pt x="388320" y="735818"/>
                    <a:pt x="388320" y="743298"/>
                  </a:cubicBezTo>
                  <a:cubicBezTo>
                    <a:pt x="388320" y="750778"/>
                    <a:pt x="382235" y="756990"/>
                    <a:pt x="374629" y="756990"/>
                  </a:cubicBezTo>
                  <a:close/>
                  <a:moveTo>
                    <a:pt x="210705" y="756990"/>
                  </a:moveTo>
                  <a:lnTo>
                    <a:pt x="156063" y="756990"/>
                  </a:lnTo>
                  <a:cubicBezTo>
                    <a:pt x="148457" y="756990"/>
                    <a:pt x="142372" y="750778"/>
                    <a:pt x="142372" y="743298"/>
                  </a:cubicBezTo>
                  <a:cubicBezTo>
                    <a:pt x="142372" y="735818"/>
                    <a:pt x="148457" y="729606"/>
                    <a:pt x="156063" y="729606"/>
                  </a:cubicBezTo>
                  <a:lnTo>
                    <a:pt x="210705" y="729606"/>
                  </a:lnTo>
                  <a:cubicBezTo>
                    <a:pt x="218311" y="729606"/>
                    <a:pt x="224397" y="735818"/>
                    <a:pt x="224397" y="743298"/>
                  </a:cubicBezTo>
                  <a:cubicBezTo>
                    <a:pt x="224397" y="750778"/>
                    <a:pt x="218311" y="756990"/>
                    <a:pt x="210705" y="756990"/>
                  </a:cubicBezTo>
                  <a:close/>
                  <a:moveTo>
                    <a:pt x="54641" y="725803"/>
                  </a:moveTo>
                  <a:cubicBezTo>
                    <a:pt x="51345" y="725803"/>
                    <a:pt x="48176" y="724662"/>
                    <a:pt x="45513" y="722253"/>
                  </a:cubicBezTo>
                  <a:cubicBezTo>
                    <a:pt x="43612" y="720605"/>
                    <a:pt x="41710" y="718830"/>
                    <a:pt x="39935" y="716929"/>
                  </a:cubicBezTo>
                  <a:cubicBezTo>
                    <a:pt x="27257" y="704251"/>
                    <a:pt x="17368" y="689545"/>
                    <a:pt x="10523" y="673190"/>
                  </a:cubicBezTo>
                  <a:cubicBezTo>
                    <a:pt x="7607" y="666218"/>
                    <a:pt x="10903" y="658104"/>
                    <a:pt x="17876" y="655188"/>
                  </a:cubicBezTo>
                  <a:cubicBezTo>
                    <a:pt x="24848" y="652272"/>
                    <a:pt x="32962" y="655568"/>
                    <a:pt x="35878" y="662541"/>
                  </a:cubicBezTo>
                  <a:cubicBezTo>
                    <a:pt x="41330" y="675599"/>
                    <a:pt x="49317" y="687389"/>
                    <a:pt x="59332" y="697405"/>
                  </a:cubicBezTo>
                  <a:cubicBezTo>
                    <a:pt x="60727" y="698799"/>
                    <a:pt x="62248" y="700321"/>
                    <a:pt x="63769" y="701588"/>
                  </a:cubicBezTo>
                  <a:cubicBezTo>
                    <a:pt x="69474" y="706660"/>
                    <a:pt x="69981" y="715280"/>
                    <a:pt x="64910" y="720985"/>
                  </a:cubicBezTo>
                  <a:cubicBezTo>
                    <a:pt x="62121" y="724282"/>
                    <a:pt x="58445" y="725803"/>
                    <a:pt x="54641" y="725803"/>
                  </a:cubicBezTo>
                  <a:close/>
                  <a:moveTo>
                    <a:pt x="1622882" y="725676"/>
                  </a:moveTo>
                  <a:cubicBezTo>
                    <a:pt x="1619079" y="725676"/>
                    <a:pt x="1615402" y="724155"/>
                    <a:pt x="1612613" y="721112"/>
                  </a:cubicBezTo>
                  <a:cubicBezTo>
                    <a:pt x="1607542" y="715407"/>
                    <a:pt x="1608049" y="706786"/>
                    <a:pt x="1613627" y="701715"/>
                  </a:cubicBezTo>
                  <a:cubicBezTo>
                    <a:pt x="1615149" y="700321"/>
                    <a:pt x="1616543" y="699053"/>
                    <a:pt x="1617938" y="697532"/>
                  </a:cubicBezTo>
                  <a:cubicBezTo>
                    <a:pt x="1628080" y="687389"/>
                    <a:pt x="1635940" y="675599"/>
                    <a:pt x="1641519" y="662414"/>
                  </a:cubicBezTo>
                  <a:cubicBezTo>
                    <a:pt x="1644434" y="655441"/>
                    <a:pt x="1652548" y="652145"/>
                    <a:pt x="1659521" y="655061"/>
                  </a:cubicBezTo>
                  <a:cubicBezTo>
                    <a:pt x="1666494" y="657977"/>
                    <a:pt x="1669790" y="665964"/>
                    <a:pt x="1666874" y="673063"/>
                  </a:cubicBezTo>
                  <a:cubicBezTo>
                    <a:pt x="1660028" y="689545"/>
                    <a:pt x="1650139" y="704251"/>
                    <a:pt x="1637462" y="716929"/>
                  </a:cubicBezTo>
                  <a:cubicBezTo>
                    <a:pt x="1635687" y="718704"/>
                    <a:pt x="1633912" y="720478"/>
                    <a:pt x="1632010" y="722127"/>
                  </a:cubicBezTo>
                  <a:cubicBezTo>
                    <a:pt x="1629475" y="724535"/>
                    <a:pt x="1626178" y="725676"/>
                    <a:pt x="1622882" y="725676"/>
                  </a:cubicBezTo>
                  <a:close/>
                  <a:moveTo>
                    <a:pt x="13692" y="573796"/>
                  </a:moveTo>
                  <a:cubicBezTo>
                    <a:pt x="6085" y="573796"/>
                    <a:pt x="0" y="567584"/>
                    <a:pt x="0" y="560104"/>
                  </a:cubicBezTo>
                  <a:lnTo>
                    <a:pt x="0" y="505463"/>
                  </a:lnTo>
                  <a:cubicBezTo>
                    <a:pt x="0" y="497856"/>
                    <a:pt x="6085" y="491771"/>
                    <a:pt x="13692" y="491771"/>
                  </a:cubicBezTo>
                  <a:cubicBezTo>
                    <a:pt x="21299" y="491771"/>
                    <a:pt x="27384" y="497983"/>
                    <a:pt x="27384" y="505463"/>
                  </a:cubicBezTo>
                  <a:lnTo>
                    <a:pt x="27384" y="560104"/>
                  </a:lnTo>
                  <a:cubicBezTo>
                    <a:pt x="27384" y="567584"/>
                    <a:pt x="21299" y="573796"/>
                    <a:pt x="13692" y="573796"/>
                  </a:cubicBezTo>
                  <a:close/>
                  <a:moveTo>
                    <a:pt x="1663705" y="573543"/>
                  </a:moveTo>
                  <a:cubicBezTo>
                    <a:pt x="1656098" y="573543"/>
                    <a:pt x="1650013" y="567331"/>
                    <a:pt x="1650013" y="559851"/>
                  </a:cubicBezTo>
                  <a:lnTo>
                    <a:pt x="1650013" y="505210"/>
                  </a:lnTo>
                  <a:cubicBezTo>
                    <a:pt x="1650013" y="497603"/>
                    <a:pt x="1656098" y="491518"/>
                    <a:pt x="1663705" y="491518"/>
                  </a:cubicBezTo>
                  <a:cubicBezTo>
                    <a:pt x="1671312" y="491518"/>
                    <a:pt x="1677397" y="497730"/>
                    <a:pt x="1677397" y="505210"/>
                  </a:cubicBezTo>
                  <a:lnTo>
                    <a:pt x="1677397" y="559851"/>
                  </a:lnTo>
                  <a:cubicBezTo>
                    <a:pt x="1677397" y="567458"/>
                    <a:pt x="1671312" y="573543"/>
                    <a:pt x="1663705" y="573543"/>
                  </a:cubicBezTo>
                  <a:close/>
                  <a:moveTo>
                    <a:pt x="13692" y="409873"/>
                  </a:moveTo>
                  <a:cubicBezTo>
                    <a:pt x="6085" y="409873"/>
                    <a:pt x="0" y="403661"/>
                    <a:pt x="0" y="396181"/>
                  </a:cubicBezTo>
                  <a:lnTo>
                    <a:pt x="0" y="341539"/>
                  </a:lnTo>
                  <a:cubicBezTo>
                    <a:pt x="0" y="333933"/>
                    <a:pt x="6085" y="327847"/>
                    <a:pt x="13692" y="327847"/>
                  </a:cubicBezTo>
                  <a:cubicBezTo>
                    <a:pt x="21299" y="327847"/>
                    <a:pt x="27384" y="334060"/>
                    <a:pt x="27384" y="341539"/>
                  </a:cubicBezTo>
                  <a:lnTo>
                    <a:pt x="27384" y="396181"/>
                  </a:lnTo>
                  <a:cubicBezTo>
                    <a:pt x="27384" y="403787"/>
                    <a:pt x="21299" y="409873"/>
                    <a:pt x="13692" y="409873"/>
                  </a:cubicBezTo>
                  <a:close/>
                  <a:moveTo>
                    <a:pt x="1663705" y="409746"/>
                  </a:moveTo>
                  <a:cubicBezTo>
                    <a:pt x="1656098" y="409746"/>
                    <a:pt x="1650013" y="403534"/>
                    <a:pt x="1650013" y="396054"/>
                  </a:cubicBezTo>
                  <a:lnTo>
                    <a:pt x="1650013" y="341413"/>
                  </a:lnTo>
                  <a:cubicBezTo>
                    <a:pt x="1650013" y="333806"/>
                    <a:pt x="1656098" y="327721"/>
                    <a:pt x="1663705" y="327721"/>
                  </a:cubicBezTo>
                  <a:cubicBezTo>
                    <a:pt x="1671312" y="327721"/>
                    <a:pt x="1677397" y="333933"/>
                    <a:pt x="1677397" y="341413"/>
                  </a:cubicBezTo>
                  <a:lnTo>
                    <a:pt x="1677397" y="396054"/>
                  </a:lnTo>
                  <a:cubicBezTo>
                    <a:pt x="1677397" y="403534"/>
                    <a:pt x="1671312" y="409746"/>
                    <a:pt x="1663705" y="409746"/>
                  </a:cubicBezTo>
                  <a:close/>
                  <a:moveTo>
                    <a:pt x="13692" y="246076"/>
                  </a:moveTo>
                  <a:cubicBezTo>
                    <a:pt x="6085" y="246076"/>
                    <a:pt x="0" y="239864"/>
                    <a:pt x="0" y="232384"/>
                  </a:cubicBezTo>
                  <a:lnTo>
                    <a:pt x="0" y="177742"/>
                  </a:lnTo>
                  <a:cubicBezTo>
                    <a:pt x="0" y="170136"/>
                    <a:pt x="6085" y="164051"/>
                    <a:pt x="13692" y="164051"/>
                  </a:cubicBezTo>
                  <a:cubicBezTo>
                    <a:pt x="21299" y="164051"/>
                    <a:pt x="27384" y="170263"/>
                    <a:pt x="27384" y="177742"/>
                  </a:cubicBezTo>
                  <a:lnTo>
                    <a:pt x="27384" y="232384"/>
                  </a:lnTo>
                  <a:cubicBezTo>
                    <a:pt x="27384" y="239864"/>
                    <a:pt x="21299" y="246076"/>
                    <a:pt x="13692" y="246076"/>
                  </a:cubicBezTo>
                  <a:close/>
                  <a:moveTo>
                    <a:pt x="1663705" y="245822"/>
                  </a:moveTo>
                  <a:cubicBezTo>
                    <a:pt x="1656098" y="245822"/>
                    <a:pt x="1650013" y="239610"/>
                    <a:pt x="1650013" y="232130"/>
                  </a:cubicBezTo>
                  <a:lnTo>
                    <a:pt x="1650013" y="177489"/>
                  </a:lnTo>
                  <a:cubicBezTo>
                    <a:pt x="1650013" y="169882"/>
                    <a:pt x="1656098" y="163797"/>
                    <a:pt x="1663705" y="163797"/>
                  </a:cubicBezTo>
                  <a:cubicBezTo>
                    <a:pt x="1671312" y="163797"/>
                    <a:pt x="1677397" y="170009"/>
                    <a:pt x="1677397" y="177489"/>
                  </a:cubicBezTo>
                  <a:lnTo>
                    <a:pt x="1677397" y="232130"/>
                  </a:lnTo>
                  <a:cubicBezTo>
                    <a:pt x="1677397" y="239737"/>
                    <a:pt x="1671312" y="245822"/>
                    <a:pt x="1663705" y="245822"/>
                  </a:cubicBezTo>
                  <a:close/>
                  <a:moveTo>
                    <a:pt x="13692" y="82279"/>
                  </a:moveTo>
                  <a:cubicBezTo>
                    <a:pt x="6085" y="82279"/>
                    <a:pt x="0" y="76067"/>
                    <a:pt x="0" y="68587"/>
                  </a:cubicBezTo>
                  <a:lnTo>
                    <a:pt x="0" y="13946"/>
                  </a:lnTo>
                  <a:cubicBezTo>
                    <a:pt x="0" y="6339"/>
                    <a:pt x="6085" y="254"/>
                    <a:pt x="13692" y="254"/>
                  </a:cubicBezTo>
                  <a:cubicBezTo>
                    <a:pt x="21299" y="254"/>
                    <a:pt x="27384" y="6466"/>
                    <a:pt x="27384" y="13946"/>
                  </a:cubicBezTo>
                  <a:lnTo>
                    <a:pt x="27384" y="68587"/>
                  </a:lnTo>
                  <a:cubicBezTo>
                    <a:pt x="27384" y="76067"/>
                    <a:pt x="21299" y="82279"/>
                    <a:pt x="13692" y="82279"/>
                  </a:cubicBezTo>
                  <a:close/>
                  <a:moveTo>
                    <a:pt x="1663705" y="82025"/>
                  </a:moveTo>
                  <a:cubicBezTo>
                    <a:pt x="1656098" y="82025"/>
                    <a:pt x="1650013" y="75813"/>
                    <a:pt x="1650013" y="68333"/>
                  </a:cubicBezTo>
                  <a:lnTo>
                    <a:pt x="1650013" y="13692"/>
                  </a:lnTo>
                  <a:cubicBezTo>
                    <a:pt x="1650013" y="6085"/>
                    <a:pt x="1656098" y="0"/>
                    <a:pt x="1663705" y="0"/>
                  </a:cubicBezTo>
                  <a:cubicBezTo>
                    <a:pt x="1671312" y="0"/>
                    <a:pt x="1677397" y="6212"/>
                    <a:pt x="1677397" y="13692"/>
                  </a:cubicBezTo>
                  <a:lnTo>
                    <a:pt x="1677397" y="68333"/>
                  </a:lnTo>
                  <a:cubicBezTo>
                    <a:pt x="1677397" y="75940"/>
                    <a:pt x="1671312" y="82025"/>
                    <a:pt x="1663705" y="82025"/>
                  </a:cubicBezTo>
                  <a:close/>
                </a:path>
              </a:pathLst>
            </a:custGeom>
            <a:solidFill>
              <a:srgbClr val="2A92A8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04CBC78-DB70-42BC-BAB6-B25ED08C6450}"/>
                </a:ext>
              </a:extLst>
            </p:cNvPr>
            <p:cNvSpPr/>
            <p:nvPr/>
          </p:nvSpPr>
          <p:spPr>
            <a:xfrm>
              <a:off x="5099069" y="2759181"/>
              <a:ext cx="1863633" cy="849411"/>
            </a:xfrm>
            <a:custGeom>
              <a:avLst/>
              <a:gdLst>
                <a:gd name="connsiteX0" fmla="*/ 1868831 w 1863633"/>
                <a:gd name="connsiteY0" fmla="*/ 852454 h 849411"/>
                <a:gd name="connsiteX1" fmla="*/ 1650139 w 1863633"/>
                <a:gd name="connsiteY1" fmla="*/ 852454 h 849411"/>
                <a:gd name="connsiteX2" fmla="*/ 1650139 w 1863633"/>
                <a:gd name="connsiteY2" fmla="*/ 136286 h 849411"/>
                <a:gd name="connsiteX3" fmla="*/ 1618318 w 1863633"/>
                <a:gd name="connsiteY3" fmla="*/ 59332 h 849411"/>
                <a:gd name="connsiteX4" fmla="*/ 1541364 w 1863633"/>
                <a:gd name="connsiteY4" fmla="*/ 27511 h 849411"/>
                <a:gd name="connsiteX5" fmla="*/ 136286 w 1863633"/>
                <a:gd name="connsiteY5" fmla="*/ 27511 h 849411"/>
                <a:gd name="connsiteX6" fmla="*/ 59332 w 1863633"/>
                <a:gd name="connsiteY6" fmla="*/ 59332 h 849411"/>
                <a:gd name="connsiteX7" fmla="*/ 27511 w 1863633"/>
                <a:gd name="connsiteY7" fmla="*/ 136286 h 849411"/>
                <a:gd name="connsiteX8" fmla="*/ 27511 w 1863633"/>
                <a:gd name="connsiteY8" fmla="*/ 838762 h 849411"/>
                <a:gd name="connsiteX9" fmla="*/ 0 w 1863633"/>
                <a:gd name="connsiteY9" fmla="*/ 838762 h 849411"/>
                <a:gd name="connsiteX10" fmla="*/ 0 w 1863633"/>
                <a:gd name="connsiteY10" fmla="*/ 136286 h 849411"/>
                <a:gd name="connsiteX11" fmla="*/ 39935 w 1863633"/>
                <a:gd name="connsiteY11" fmla="*/ 39935 h 849411"/>
                <a:gd name="connsiteX12" fmla="*/ 136286 w 1863633"/>
                <a:gd name="connsiteY12" fmla="*/ 0 h 849411"/>
                <a:gd name="connsiteX13" fmla="*/ 1541111 w 1863633"/>
                <a:gd name="connsiteY13" fmla="*/ 0 h 849411"/>
                <a:gd name="connsiteX14" fmla="*/ 1637462 w 1863633"/>
                <a:gd name="connsiteY14" fmla="*/ 39935 h 849411"/>
                <a:gd name="connsiteX15" fmla="*/ 1677397 w 1863633"/>
                <a:gd name="connsiteY15" fmla="*/ 136286 h 849411"/>
                <a:gd name="connsiteX16" fmla="*/ 1677397 w 1863633"/>
                <a:gd name="connsiteY16" fmla="*/ 824943 h 849411"/>
                <a:gd name="connsiteX17" fmla="*/ 1868704 w 1863633"/>
                <a:gd name="connsiteY17" fmla="*/ 824943 h 849411"/>
                <a:gd name="connsiteX18" fmla="*/ 1868704 w 1863633"/>
                <a:gd name="connsiteY18" fmla="*/ 852454 h 84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3633" h="849411">
                  <a:moveTo>
                    <a:pt x="1868831" y="852454"/>
                  </a:moveTo>
                  <a:lnTo>
                    <a:pt x="1650139" y="852454"/>
                  </a:lnTo>
                  <a:lnTo>
                    <a:pt x="1650139" y="136286"/>
                  </a:lnTo>
                  <a:cubicBezTo>
                    <a:pt x="1650139" y="107254"/>
                    <a:pt x="1638856" y="79870"/>
                    <a:pt x="1618318" y="59332"/>
                  </a:cubicBezTo>
                  <a:cubicBezTo>
                    <a:pt x="1597780" y="38794"/>
                    <a:pt x="1570396" y="27511"/>
                    <a:pt x="1541364" y="27511"/>
                  </a:cubicBezTo>
                  <a:lnTo>
                    <a:pt x="136286" y="27511"/>
                  </a:lnTo>
                  <a:cubicBezTo>
                    <a:pt x="107254" y="27511"/>
                    <a:pt x="79870" y="38794"/>
                    <a:pt x="59332" y="59332"/>
                  </a:cubicBezTo>
                  <a:cubicBezTo>
                    <a:pt x="38794" y="79870"/>
                    <a:pt x="27511" y="107254"/>
                    <a:pt x="27511" y="136286"/>
                  </a:cubicBezTo>
                  <a:lnTo>
                    <a:pt x="27511" y="838762"/>
                  </a:lnTo>
                  <a:lnTo>
                    <a:pt x="0" y="838762"/>
                  </a:lnTo>
                  <a:lnTo>
                    <a:pt x="0" y="136286"/>
                  </a:lnTo>
                  <a:cubicBezTo>
                    <a:pt x="0" y="99901"/>
                    <a:pt x="14199" y="65671"/>
                    <a:pt x="39935" y="39935"/>
                  </a:cubicBezTo>
                  <a:cubicBezTo>
                    <a:pt x="65671" y="14199"/>
                    <a:pt x="99901" y="0"/>
                    <a:pt x="136286" y="0"/>
                  </a:cubicBezTo>
                  <a:lnTo>
                    <a:pt x="1541111" y="0"/>
                  </a:lnTo>
                  <a:cubicBezTo>
                    <a:pt x="1577496" y="0"/>
                    <a:pt x="1611726" y="14199"/>
                    <a:pt x="1637462" y="39935"/>
                  </a:cubicBezTo>
                  <a:cubicBezTo>
                    <a:pt x="1663198" y="65671"/>
                    <a:pt x="1677397" y="99901"/>
                    <a:pt x="1677397" y="136286"/>
                  </a:cubicBezTo>
                  <a:lnTo>
                    <a:pt x="1677397" y="824943"/>
                  </a:lnTo>
                  <a:lnTo>
                    <a:pt x="1868704" y="824943"/>
                  </a:lnTo>
                  <a:lnTo>
                    <a:pt x="1868704" y="852454"/>
                  </a:lnTo>
                  <a:close/>
                </a:path>
              </a:pathLst>
            </a:custGeom>
            <a:solidFill>
              <a:srgbClr val="2A92A8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70E3D-29E0-488F-ABDF-14FEA8D7C6A6}"/>
                </a:ext>
              </a:extLst>
            </p:cNvPr>
            <p:cNvSpPr/>
            <p:nvPr/>
          </p:nvSpPr>
          <p:spPr>
            <a:xfrm>
              <a:off x="6961833" y="3529483"/>
              <a:ext cx="114100" cy="126778"/>
            </a:xfrm>
            <a:custGeom>
              <a:avLst/>
              <a:gdLst>
                <a:gd name="connsiteX0" fmla="*/ 0 w 114099"/>
                <a:gd name="connsiteY0" fmla="*/ 136920 h 126777"/>
                <a:gd name="connsiteX1" fmla="*/ 118537 w 114099"/>
                <a:gd name="connsiteY1" fmla="*/ 68460 h 126777"/>
                <a:gd name="connsiteX2" fmla="*/ 0 w 114099"/>
                <a:gd name="connsiteY2" fmla="*/ 0 h 1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099" h="126777">
                  <a:moveTo>
                    <a:pt x="0" y="136920"/>
                  </a:moveTo>
                  <a:lnTo>
                    <a:pt x="118537" y="68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2A8"/>
            </a:solidFill>
            <a:ln w="12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4CE8153-1AF0-40DD-95C7-98F456F94E76}"/>
              </a:ext>
            </a:extLst>
          </p:cNvPr>
          <p:cNvGrpSpPr/>
          <p:nvPr/>
        </p:nvGrpSpPr>
        <p:grpSpPr>
          <a:xfrm>
            <a:off x="1423285" y="3240652"/>
            <a:ext cx="1278836" cy="704347"/>
            <a:chOff x="1423285" y="3240652"/>
            <a:chExt cx="1278836" cy="704347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DBC3D63-E6A1-4BE9-B5C3-91A1D5598E45}"/>
                </a:ext>
              </a:extLst>
            </p:cNvPr>
            <p:cNvSpPr/>
            <p:nvPr/>
          </p:nvSpPr>
          <p:spPr>
            <a:xfrm>
              <a:off x="1503184" y="3240652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E138AFB-EB22-40C6-AB17-D9AC621E3512}"/>
                </a:ext>
              </a:extLst>
            </p:cNvPr>
            <p:cNvSpPr/>
            <p:nvPr/>
          </p:nvSpPr>
          <p:spPr>
            <a:xfrm>
              <a:off x="1423285" y="348333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BC4AE7-4EB7-4D2C-900D-E7AA5932C87B}"/>
              </a:ext>
            </a:extLst>
          </p:cNvPr>
          <p:cNvGrpSpPr/>
          <p:nvPr/>
        </p:nvGrpSpPr>
        <p:grpSpPr>
          <a:xfrm>
            <a:off x="3349846" y="3240652"/>
            <a:ext cx="1278836" cy="704347"/>
            <a:chOff x="3349846" y="3240652"/>
            <a:chExt cx="1278836" cy="704347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CCAC022-CC7F-47B5-A004-DFDF8323F237}"/>
                </a:ext>
              </a:extLst>
            </p:cNvPr>
            <p:cNvSpPr/>
            <p:nvPr/>
          </p:nvSpPr>
          <p:spPr>
            <a:xfrm>
              <a:off x="3429745" y="3240652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217B8E8-686B-448A-AA0E-7521FFEF9D19}"/>
                </a:ext>
              </a:extLst>
            </p:cNvPr>
            <p:cNvSpPr/>
            <p:nvPr/>
          </p:nvSpPr>
          <p:spPr>
            <a:xfrm>
              <a:off x="3349846" y="348333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426DFDE-FF0D-41AC-B85C-5F21056DA180}"/>
              </a:ext>
            </a:extLst>
          </p:cNvPr>
          <p:cNvGrpSpPr/>
          <p:nvPr/>
        </p:nvGrpSpPr>
        <p:grpSpPr>
          <a:xfrm>
            <a:off x="5302940" y="3240652"/>
            <a:ext cx="1278836" cy="704347"/>
            <a:chOff x="5302940" y="3240652"/>
            <a:chExt cx="1278836" cy="704347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2E604F3-171D-4E84-9002-14FCDE7EEAA7}"/>
                </a:ext>
              </a:extLst>
            </p:cNvPr>
            <p:cNvSpPr/>
            <p:nvPr/>
          </p:nvSpPr>
          <p:spPr>
            <a:xfrm>
              <a:off x="5382839" y="3240652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B87564B-2CB0-4FCE-95DF-FE0EFFBA5A6B}"/>
                </a:ext>
              </a:extLst>
            </p:cNvPr>
            <p:cNvSpPr/>
            <p:nvPr/>
          </p:nvSpPr>
          <p:spPr>
            <a:xfrm>
              <a:off x="5302940" y="348333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35741BC-CE38-47BC-A3A3-45866459B1B5}"/>
              </a:ext>
            </a:extLst>
          </p:cNvPr>
          <p:cNvGrpSpPr/>
          <p:nvPr/>
        </p:nvGrpSpPr>
        <p:grpSpPr>
          <a:xfrm>
            <a:off x="7246448" y="3240652"/>
            <a:ext cx="1278836" cy="704347"/>
            <a:chOff x="7246448" y="3240652"/>
            <a:chExt cx="1278836" cy="704347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4BC22DD-8026-4540-9DC1-AA214688393C}"/>
                </a:ext>
              </a:extLst>
            </p:cNvPr>
            <p:cNvSpPr/>
            <p:nvPr/>
          </p:nvSpPr>
          <p:spPr>
            <a:xfrm>
              <a:off x="7326347" y="3240652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7C3B690-9004-48F3-A1AE-F5810F3E2FEB}"/>
                </a:ext>
              </a:extLst>
            </p:cNvPr>
            <p:cNvSpPr/>
            <p:nvPr/>
          </p:nvSpPr>
          <p:spPr>
            <a:xfrm>
              <a:off x="7246448" y="348333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FDB606-C996-4FC2-9FF2-0EE44A58D309}"/>
              </a:ext>
            </a:extLst>
          </p:cNvPr>
          <p:cNvGrpSpPr/>
          <p:nvPr/>
        </p:nvGrpSpPr>
        <p:grpSpPr>
          <a:xfrm>
            <a:off x="9191801" y="3240652"/>
            <a:ext cx="1278836" cy="704347"/>
            <a:chOff x="9191801" y="3240652"/>
            <a:chExt cx="1278836" cy="704347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BB3D384-7827-4F80-944B-B666B1ED714C}"/>
                </a:ext>
              </a:extLst>
            </p:cNvPr>
            <p:cNvSpPr/>
            <p:nvPr/>
          </p:nvSpPr>
          <p:spPr>
            <a:xfrm>
              <a:off x="9271700" y="3240652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5460055-39F0-48AC-85B5-460D58D2DB63}"/>
                </a:ext>
              </a:extLst>
            </p:cNvPr>
            <p:cNvSpPr/>
            <p:nvPr/>
          </p:nvSpPr>
          <p:spPr>
            <a:xfrm>
              <a:off x="9191801" y="348333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6D26ADD-F1A7-45D3-9CC9-A1483A9B96F1}"/>
              </a:ext>
            </a:extLst>
          </p:cNvPr>
          <p:cNvSpPr/>
          <p:nvPr/>
        </p:nvSpPr>
        <p:spPr>
          <a:xfrm>
            <a:off x="1612898" y="448739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74A017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4861DED-7A04-45F4-8EEF-D5EC6B3DF7C5}"/>
              </a:ext>
            </a:extLst>
          </p:cNvPr>
          <p:cNvSpPr/>
          <p:nvPr/>
        </p:nvSpPr>
        <p:spPr>
          <a:xfrm>
            <a:off x="3529330" y="448739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449C8B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2F8845C-66C1-4C86-A294-B9E097472BC6}"/>
              </a:ext>
            </a:extLst>
          </p:cNvPr>
          <p:cNvSpPr/>
          <p:nvPr/>
        </p:nvSpPr>
        <p:spPr>
          <a:xfrm>
            <a:off x="5495061" y="448739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A92A8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730AFD2-961F-485C-AC15-D7DB10518862}"/>
              </a:ext>
            </a:extLst>
          </p:cNvPr>
          <p:cNvSpPr/>
          <p:nvPr/>
        </p:nvSpPr>
        <p:spPr>
          <a:xfrm>
            <a:off x="7440872" y="448739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35629B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F47AD94-54D4-48D5-9C25-195D30613DE7}"/>
              </a:ext>
            </a:extLst>
          </p:cNvPr>
          <p:cNvSpPr/>
          <p:nvPr/>
        </p:nvSpPr>
        <p:spPr>
          <a:xfrm>
            <a:off x="9327118" y="448739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7974B7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891023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9500"/>
                            </p:stCondLst>
                            <p:childTnLst>
                              <p:par>
                                <p:cTn id="9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7" grpId="0"/>
      <p:bldP spid="138" grpId="0"/>
      <p:bldP spid="141" grpId="0"/>
      <p:bldP spid="1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5BE357F9-84FD-4701-B202-92ABA29527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27F5C0B-C6E9-410A-989C-3485CCC3B3DE}"/>
              </a:ext>
            </a:extLst>
          </p:cNvPr>
          <p:cNvSpPr/>
          <p:nvPr/>
        </p:nvSpPr>
        <p:spPr>
          <a:xfrm>
            <a:off x="1450598" y="3762148"/>
            <a:ext cx="1119828" cy="199421"/>
          </a:xfrm>
          <a:custGeom>
            <a:avLst/>
            <a:gdLst>
              <a:gd name="connsiteX0" fmla="*/ 1029756 w 1119827"/>
              <a:gd name="connsiteY0" fmla="*/ 200495 h 199421"/>
              <a:gd name="connsiteX1" fmla="*/ 7031 w 1119827"/>
              <a:gd name="connsiteY1" fmla="*/ 200495 h 199421"/>
              <a:gd name="connsiteX2" fmla="*/ 1662 w 1119827"/>
              <a:gd name="connsiteY2" fmla="*/ 188837 h 199421"/>
              <a:gd name="connsiteX3" fmla="*/ 74681 w 1119827"/>
              <a:gd name="connsiteY3" fmla="*/ 104159 h 199421"/>
              <a:gd name="connsiteX4" fmla="*/ 74681 w 1119827"/>
              <a:gd name="connsiteY4" fmla="*/ 94955 h 199421"/>
              <a:gd name="connsiteX5" fmla="*/ 1816 w 1119827"/>
              <a:gd name="connsiteY5" fmla="*/ 11659 h 199421"/>
              <a:gd name="connsiteX6" fmla="*/ 7185 w 1119827"/>
              <a:gd name="connsiteY6" fmla="*/ 0 h 199421"/>
              <a:gd name="connsiteX7" fmla="*/ 1027455 w 1119827"/>
              <a:gd name="connsiteY7" fmla="*/ 0 h 199421"/>
              <a:gd name="connsiteX8" fmla="*/ 1032671 w 1119827"/>
              <a:gd name="connsiteY8" fmla="*/ 2301 h 199421"/>
              <a:gd name="connsiteX9" fmla="*/ 1118422 w 1119827"/>
              <a:gd name="connsiteY9" fmla="*/ 95569 h 199421"/>
              <a:gd name="connsiteX10" fmla="*/ 1118422 w 1119827"/>
              <a:gd name="connsiteY10" fmla="*/ 105080 h 199421"/>
              <a:gd name="connsiteX11" fmla="*/ 1035125 w 1119827"/>
              <a:gd name="connsiteY11" fmla="*/ 198348 h 199421"/>
              <a:gd name="connsiteX12" fmla="*/ 1029756 w 1119827"/>
              <a:gd name="connsiteY12" fmla="*/ 200495 h 19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19827" h="199421">
                <a:moveTo>
                  <a:pt x="1029756" y="200495"/>
                </a:moveTo>
                <a:lnTo>
                  <a:pt x="7031" y="200495"/>
                </a:lnTo>
                <a:cubicBezTo>
                  <a:pt x="1049" y="200495"/>
                  <a:pt x="-2173" y="193439"/>
                  <a:pt x="1662" y="188837"/>
                </a:cubicBezTo>
                <a:lnTo>
                  <a:pt x="74681" y="104159"/>
                </a:lnTo>
                <a:cubicBezTo>
                  <a:pt x="76982" y="101552"/>
                  <a:pt x="76982" y="97563"/>
                  <a:pt x="74681" y="94955"/>
                </a:cubicBezTo>
                <a:lnTo>
                  <a:pt x="1816" y="11659"/>
                </a:lnTo>
                <a:cubicBezTo>
                  <a:pt x="-2173" y="7056"/>
                  <a:pt x="1049" y="0"/>
                  <a:pt x="7185" y="0"/>
                </a:cubicBezTo>
                <a:lnTo>
                  <a:pt x="1027455" y="0"/>
                </a:lnTo>
                <a:cubicBezTo>
                  <a:pt x="1029450" y="0"/>
                  <a:pt x="1031290" y="767"/>
                  <a:pt x="1032671" y="2301"/>
                </a:cubicBezTo>
                <a:lnTo>
                  <a:pt x="1118422" y="95569"/>
                </a:lnTo>
                <a:cubicBezTo>
                  <a:pt x="1120877" y="98177"/>
                  <a:pt x="1120877" y="102319"/>
                  <a:pt x="1118422" y="105080"/>
                </a:cubicBezTo>
                <a:lnTo>
                  <a:pt x="1035125" y="198348"/>
                </a:lnTo>
                <a:cubicBezTo>
                  <a:pt x="1033592" y="199728"/>
                  <a:pt x="1031751" y="200495"/>
                  <a:pt x="1029756" y="200495"/>
                </a:cubicBezTo>
                <a:close/>
              </a:path>
            </a:pathLst>
          </a:custGeom>
          <a:solidFill>
            <a:srgbClr val="12525B"/>
          </a:solidFill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9333A9D-2912-4449-AC9A-2A11B80B9644}"/>
              </a:ext>
            </a:extLst>
          </p:cNvPr>
          <p:cNvSpPr/>
          <p:nvPr/>
        </p:nvSpPr>
        <p:spPr>
          <a:xfrm>
            <a:off x="2910144" y="3762148"/>
            <a:ext cx="1104488" cy="199421"/>
          </a:xfrm>
          <a:custGeom>
            <a:avLst/>
            <a:gdLst>
              <a:gd name="connsiteX0" fmla="*/ 1024453 w 1104487"/>
              <a:gd name="connsiteY0" fmla="*/ 200495 h 199421"/>
              <a:gd name="connsiteX1" fmla="*/ 10318 w 1104487"/>
              <a:gd name="connsiteY1" fmla="*/ 200495 h 199421"/>
              <a:gd name="connsiteX2" fmla="*/ 2495 w 1104487"/>
              <a:gd name="connsiteY2" fmla="*/ 183468 h 199421"/>
              <a:gd name="connsiteX3" fmla="*/ 69071 w 1104487"/>
              <a:gd name="connsiteY3" fmla="*/ 106307 h 199421"/>
              <a:gd name="connsiteX4" fmla="*/ 69071 w 1104487"/>
              <a:gd name="connsiteY4" fmla="*/ 92808 h 199421"/>
              <a:gd name="connsiteX5" fmla="*/ 2802 w 1104487"/>
              <a:gd name="connsiteY5" fmla="*/ 17028 h 199421"/>
              <a:gd name="connsiteX6" fmla="*/ 10625 w 1104487"/>
              <a:gd name="connsiteY6" fmla="*/ 0 h 199421"/>
              <a:gd name="connsiteX7" fmla="*/ 1022305 w 1104487"/>
              <a:gd name="connsiteY7" fmla="*/ 0 h 199421"/>
              <a:gd name="connsiteX8" fmla="*/ 1029976 w 1104487"/>
              <a:gd name="connsiteY8" fmla="*/ 3375 h 199421"/>
              <a:gd name="connsiteX9" fmla="*/ 1112659 w 1104487"/>
              <a:gd name="connsiteY9" fmla="*/ 93421 h 199421"/>
              <a:gd name="connsiteX10" fmla="*/ 1112812 w 1104487"/>
              <a:gd name="connsiteY10" fmla="*/ 107227 h 199421"/>
              <a:gd name="connsiteX11" fmla="*/ 1032430 w 1104487"/>
              <a:gd name="connsiteY11" fmla="*/ 197120 h 199421"/>
              <a:gd name="connsiteX12" fmla="*/ 1024453 w 1104487"/>
              <a:gd name="connsiteY12" fmla="*/ 200495 h 19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4487" h="199421">
                <a:moveTo>
                  <a:pt x="1024453" y="200495"/>
                </a:moveTo>
                <a:lnTo>
                  <a:pt x="10318" y="200495"/>
                </a:lnTo>
                <a:cubicBezTo>
                  <a:pt x="1421" y="200495"/>
                  <a:pt x="-3181" y="190064"/>
                  <a:pt x="2495" y="183468"/>
                </a:cubicBezTo>
                <a:lnTo>
                  <a:pt x="69071" y="106307"/>
                </a:lnTo>
                <a:cubicBezTo>
                  <a:pt x="72446" y="102472"/>
                  <a:pt x="72446" y="96643"/>
                  <a:pt x="69071" y="92808"/>
                </a:cubicBezTo>
                <a:lnTo>
                  <a:pt x="2802" y="17028"/>
                </a:lnTo>
                <a:cubicBezTo>
                  <a:pt x="-3027" y="10431"/>
                  <a:pt x="1728" y="0"/>
                  <a:pt x="10625" y="0"/>
                </a:cubicBezTo>
                <a:lnTo>
                  <a:pt x="1022305" y="0"/>
                </a:lnTo>
                <a:cubicBezTo>
                  <a:pt x="1025220" y="0"/>
                  <a:pt x="1027981" y="1227"/>
                  <a:pt x="1029976" y="3375"/>
                </a:cubicBezTo>
                <a:lnTo>
                  <a:pt x="1112659" y="93421"/>
                </a:lnTo>
                <a:cubicBezTo>
                  <a:pt x="1116187" y="97256"/>
                  <a:pt x="1116340" y="103392"/>
                  <a:pt x="1112812" y="107227"/>
                </a:cubicBezTo>
                <a:lnTo>
                  <a:pt x="1032430" y="197120"/>
                </a:lnTo>
                <a:cubicBezTo>
                  <a:pt x="1030282" y="199268"/>
                  <a:pt x="1027368" y="200495"/>
                  <a:pt x="1024453" y="200495"/>
                </a:cubicBezTo>
                <a:close/>
              </a:path>
            </a:pathLst>
          </a:custGeom>
          <a:solidFill>
            <a:srgbClr val="1BB6B3"/>
          </a:solidFill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D3244AA-FD7B-4632-B3FF-E0B4C80AE228}"/>
              </a:ext>
            </a:extLst>
          </p:cNvPr>
          <p:cNvSpPr/>
          <p:nvPr/>
        </p:nvSpPr>
        <p:spPr>
          <a:xfrm>
            <a:off x="4350399" y="3762148"/>
            <a:ext cx="1119828" cy="199421"/>
          </a:xfrm>
          <a:custGeom>
            <a:avLst/>
            <a:gdLst>
              <a:gd name="connsiteX0" fmla="*/ 1033685 w 1119827"/>
              <a:gd name="connsiteY0" fmla="*/ 200495 h 199421"/>
              <a:gd name="connsiteX1" fmla="*/ 4670 w 1119827"/>
              <a:gd name="connsiteY1" fmla="*/ 200495 h 199421"/>
              <a:gd name="connsiteX2" fmla="*/ 1142 w 1119827"/>
              <a:gd name="connsiteY2" fmla="*/ 192825 h 199421"/>
              <a:gd name="connsiteX3" fmla="*/ 78916 w 1119827"/>
              <a:gd name="connsiteY3" fmla="*/ 102625 h 199421"/>
              <a:gd name="connsiteX4" fmla="*/ 78916 w 1119827"/>
              <a:gd name="connsiteY4" fmla="*/ 96489 h 199421"/>
              <a:gd name="connsiteX5" fmla="*/ 1295 w 1119827"/>
              <a:gd name="connsiteY5" fmla="*/ 7670 h 199421"/>
              <a:gd name="connsiteX6" fmla="*/ 4823 w 1119827"/>
              <a:gd name="connsiteY6" fmla="*/ 0 h 199421"/>
              <a:gd name="connsiteX7" fmla="*/ 1031230 w 1119827"/>
              <a:gd name="connsiteY7" fmla="*/ 0 h 199421"/>
              <a:gd name="connsiteX8" fmla="*/ 1034605 w 1119827"/>
              <a:gd name="connsiteY8" fmla="*/ 1534 h 199421"/>
              <a:gd name="connsiteX9" fmla="*/ 1122504 w 1119827"/>
              <a:gd name="connsiteY9" fmla="*/ 97256 h 199421"/>
              <a:gd name="connsiteX10" fmla="*/ 1122504 w 1119827"/>
              <a:gd name="connsiteY10" fmla="*/ 103546 h 199421"/>
              <a:gd name="connsiteX11" fmla="*/ 1036906 w 1119827"/>
              <a:gd name="connsiteY11" fmla="*/ 199115 h 199421"/>
              <a:gd name="connsiteX12" fmla="*/ 1033685 w 1119827"/>
              <a:gd name="connsiteY12" fmla="*/ 200495 h 19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19827" h="199421">
                <a:moveTo>
                  <a:pt x="1033685" y="200495"/>
                </a:moveTo>
                <a:lnTo>
                  <a:pt x="4670" y="200495"/>
                </a:lnTo>
                <a:cubicBezTo>
                  <a:pt x="682" y="200495"/>
                  <a:pt x="-1466" y="195893"/>
                  <a:pt x="1142" y="192825"/>
                </a:cubicBezTo>
                <a:lnTo>
                  <a:pt x="78916" y="102625"/>
                </a:lnTo>
                <a:cubicBezTo>
                  <a:pt x="80450" y="100938"/>
                  <a:pt x="80450" y="98330"/>
                  <a:pt x="78916" y="96489"/>
                </a:cubicBezTo>
                <a:lnTo>
                  <a:pt x="1295" y="7670"/>
                </a:lnTo>
                <a:cubicBezTo>
                  <a:pt x="-1313" y="4602"/>
                  <a:pt x="835" y="0"/>
                  <a:pt x="4823" y="0"/>
                </a:cubicBezTo>
                <a:lnTo>
                  <a:pt x="1031230" y="0"/>
                </a:lnTo>
                <a:cubicBezTo>
                  <a:pt x="1032457" y="0"/>
                  <a:pt x="1033838" y="614"/>
                  <a:pt x="1034605" y="1534"/>
                </a:cubicBezTo>
                <a:lnTo>
                  <a:pt x="1122504" y="97256"/>
                </a:lnTo>
                <a:cubicBezTo>
                  <a:pt x="1124191" y="98944"/>
                  <a:pt x="1124191" y="101705"/>
                  <a:pt x="1122504" y="103546"/>
                </a:cubicBezTo>
                <a:lnTo>
                  <a:pt x="1036906" y="199115"/>
                </a:lnTo>
                <a:cubicBezTo>
                  <a:pt x="1036292" y="200035"/>
                  <a:pt x="1034912" y="200495"/>
                  <a:pt x="1033685" y="200495"/>
                </a:cubicBezTo>
                <a:close/>
              </a:path>
            </a:pathLst>
          </a:custGeom>
          <a:solidFill>
            <a:srgbClr val="869A14"/>
          </a:solidFill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51727E-725E-4C99-AB03-0FFF539D24D8}"/>
              </a:ext>
            </a:extLst>
          </p:cNvPr>
          <p:cNvSpPr/>
          <p:nvPr/>
        </p:nvSpPr>
        <p:spPr>
          <a:xfrm>
            <a:off x="5794800" y="3762148"/>
            <a:ext cx="1119828" cy="199421"/>
          </a:xfrm>
          <a:custGeom>
            <a:avLst/>
            <a:gdLst>
              <a:gd name="connsiteX0" fmla="*/ 1035089 w 1119827"/>
              <a:gd name="connsiteY0" fmla="*/ 200495 h 199421"/>
              <a:gd name="connsiteX1" fmla="*/ 3774 w 1119827"/>
              <a:gd name="connsiteY1" fmla="*/ 200495 h 199421"/>
              <a:gd name="connsiteX2" fmla="*/ 859 w 1119827"/>
              <a:gd name="connsiteY2" fmla="*/ 194206 h 199421"/>
              <a:gd name="connsiteX3" fmla="*/ 80321 w 1119827"/>
              <a:gd name="connsiteY3" fmla="*/ 102012 h 199421"/>
              <a:gd name="connsiteX4" fmla="*/ 80321 w 1119827"/>
              <a:gd name="connsiteY4" fmla="*/ 97103 h 199421"/>
              <a:gd name="connsiteX5" fmla="*/ 1012 w 1119827"/>
              <a:gd name="connsiteY5" fmla="*/ 6289 h 199421"/>
              <a:gd name="connsiteX6" fmla="*/ 3927 w 1119827"/>
              <a:gd name="connsiteY6" fmla="*/ 0 h 199421"/>
              <a:gd name="connsiteX7" fmla="*/ 1032788 w 1119827"/>
              <a:gd name="connsiteY7" fmla="*/ 0 h 199421"/>
              <a:gd name="connsiteX8" fmla="*/ 1035549 w 1119827"/>
              <a:gd name="connsiteY8" fmla="*/ 1227 h 199421"/>
              <a:gd name="connsiteX9" fmla="*/ 1124215 w 1119827"/>
              <a:gd name="connsiteY9" fmla="*/ 97717 h 199421"/>
              <a:gd name="connsiteX10" fmla="*/ 1124215 w 1119827"/>
              <a:gd name="connsiteY10" fmla="*/ 102779 h 199421"/>
              <a:gd name="connsiteX11" fmla="*/ 1037850 w 1119827"/>
              <a:gd name="connsiteY11" fmla="*/ 199268 h 199421"/>
              <a:gd name="connsiteX12" fmla="*/ 1035089 w 1119827"/>
              <a:gd name="connsiteY12" fmla="*/ 200495 h 19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19827" h="199421">
                <a:moveTo>
                  <a:pt x="1035089" y="200495"/>
                </a:moveTo>
                <a:lnTo>
                  <a:pt x="3774" y="200495"/>
                </a:lnTo>
                <a:cubicBezTo>
                  <a:pt x="552" y="200495"/>
                  <a:pt x="-1135" y="196660"/>
                  <a:pt x="859" y="194206"/>
                </a:cubicBezTo>
                <a:lnTo>
                  <a:pt x="80321" y="102012"/>
                </a:lnTo>
                <a:cubicBezTo>
                  <a:pt x="81548" y="100631"/>
                  <a:pt x="81548" y="98483"/>
                  <a:pt x="80321" y="97103"/>
                </a:cubicBezTo>
                <a:lnTo>
                  <a:pt x="1012" y="6289"/>
                </a:lnTo>
                <a:cubicBezTo>
                  <a:pt x="-1135" y="3835"/>
                  <a:pt x="552" y="0"/>
                  <a:pt x="3927" y="0"/>
                </a:cubicBezTo>
                <a:lnTo>
                  <a:pt x="1032788" y="0"/>
                </a:lnTo>
                <a:cubicBezTo>
                  <a:pt x="1033862" y="0"/>
                  <a:pt x="1034783" y="460"/>
                  <a:pt x="1035549" y="1227"/>
                </a:cubicBezTo>
                <a:lnTo>
                  <a:pt x="1124215" y="97717"/>
                </a:lnTo>
                <a:cubicBezTo>
                  <a:pt x="1125596" y="99097"/>
                  <a:pt x="1125596" y="101398"/>
                  <a:pt x="1124215" y="102779"/>
                </a:cubicBezTo>
                <a:lnTo>
                  <a:pt x="1037850" y="199268"/>
                </a:lnTo>
                <a:cubicBezTo>
                  <a:pt x="1037237" y="200035"/>
                  <a:pt x="1036163" y="200495"/>
                  <a:pt x="1035089" y="200495"/>
                </a:cubicBezTo>
                <a:close/>
              </a:path>
            </a:pathLst>
          </a:custGeom>
          <a:solidFill>
            <a:srgbClr val="FA9E28"/>
          </a:solidFill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B2AD6A8-6B80-4CA1-B462-A3CF35741558}"/>
              </a:ext>
            </a:extLst>
          </p:cNvPr>
          <p:cNvSpPr/>
          <p:nvPr/>
        </p:nvSpPr>
        <p:spPr>
          <a:xfrm>
            <a:off x="7251034" y="3761995"/>
            <a:ext cx="1119828" cy="199421"/>
          </a:xfrm>
          <a:custGeom>
            <a:avLst/>
            <a:gdLst>
              <a:gd name="connsiteX0" fmla="*/ 1034325 w 1119827"/>
              <a:gd name="connsiteY0" fmla="*/ 200649 h 199421"/>
              <a:gd name="connsiteX1" fmla="*/ 4237 w 1119827"/>
              <a:gd name="connsiteY1" fmla="*/ 200649 h 199421"/>
              <a:gd name="connsiteX2" fmla="*/ 1015 w 1119827"/>
              <a:gd name="connsiteY2" fmla="*/ 193592 h 199421"/>
              <a:gd name="connsiteX3" fmla="*/ 79710 w 1119827"/>
              <a:gd name="connsiteY3" fmla="*/ 102472 h 199421"/>
              <a:gd name="connsiteX4" fmla="*/ 79710 w 1119827"/>
              <a:gd name="connsiteY4" fmla="*/ 96949 h 199421"/>
              <a:gd name="connsiteX5" fmla="*/ 1168 w 1119827"/>
              <a:gd name="connsiteY5" fmla="*/ 7056 h 199421"/>
              <a:gd name="connsiteX6" fmla="*/ 4390 w 1119827"/>
              <a:gd name="connsiteY6" fmla="*/ 0 h 199421"/>
              <a:gd name="connsiteX7" fmla="*/ 1032024 w 1119827"/>
              <a:gd name="connsiteY7" fmla="*/ 0 h 199421"/>
              <a:gd name="connsiteX8" fmla="*/ 1035092 w 1119827"/>
              <a:gd name="connsiteY8" fmla="*/ 1381 h 199421"/>
              <a:gd name="connsiteX9" fmla="*/ 1123297 w 1119827"/>
              <a:gd name="connsiteY9" fmla="*/ 97563 h 199421"/>
              <a:gd name="connsiteX10" fmla="*/ 1123297 w 1119827"/>
              <a:gd name="connsiteY10" fmla="*/ 103239 h 199421"/>
              <a:gd name="connsiteX11" fmla="*/ 1037393 w 1119827"/>
              <a:gd name="connsiteY11" fmla="*/ 199268 h 199421"/>
              <a:gd name="connsiteX12" fmla="*/ 1034325 w 1119827"/>
              <a:gd name="connsiteY12" fmla="*/ 200649 h 19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19827" h="199421">
                <a:moveTo>
                  <a:pt x="1034325" y="200649"/>
                </a:moveTo>
                <a:lnTo>
                  <a:pt x="4237" y="200649"/>
                </a:lnTo>
                <a:cubicBezTo>
                  <a:pt x="555" y="200649"/>
                  <a:pt x="-1286" y="196353"/>
                  <a:pt x="1015" y="193592"/>
                </a:cubicBezTo>
                <a:lnTo>
                  <a:pt x="79710" y="102472"/>
                </a:lnTo>
                <a:cubicBezTo>
                  <a:pt x="81090" y="100938"/>
                  <a:pt x="81090" y="98483"/>
                  <a:pt x="79710" y="96949"/>
                </a:cubicBezTo>
                <a:lnTo>
                  <a:pt x="1168" y="7056"/>
                </a:lnTo>
                <a:cubicBezTo>
                  <a:pt x="-1286" y="4295"/>
                  <a:pt x="708" y="0"/>
                  <a:pt x="4390" y="0"/>
                </a:cubicBezTo>
                <a:lnTo>
                  <a:pt x="1032024" y="0"/>
                </a:lnTo>
                <a:cubicBezTo>
                  <a:pt x="1033251" y="0"/>
                  <a:pt x="1034325" y="460"/>
                  <a:pt x="1035092" y="1381"/>
                </a:cubicBezTo>
                <a:lnTo>
                  <a:pt x="1123297" y="97563"/>
                </a:lnTo>
                <a:cubicBezTo>
                  <a:pt x="1124831" y="99097"/>
                  <a:pt x="1124831" y="101705"/>
                  <a:pt x="1123297" y="103239"/>
                </a:cubicBezTo>
                <a:lnTo>
                  <a:pt x="1037393" y="199268"/>
                </a:lnTo>
                <a:cubicBezTo>
                  <a:pt x="1036779" y="200188"/>
                  <a:pt x="1035552" y="200649"/>
                  <a:pt x="1034325" y="200649"/>
                </a:cubicBezTo>
                <a:close/>
              </a:path>
            </a:pathLst>
          </a:custGeom>
          <a:solidFill>
            <a:srgbClr val="EF3E22"/>
          </a:solidFill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0F8582B-6760-43DA-9CC3-7F4FAD33A2E6}"/>
              </a:ext>
            </a:extLst>
          </p:cNvPr>
          <p:cNvSpPr/>
          <p:nvPr/>
        </p:nvSpPr>
        <p:spPr>
          <a:xfrm>
            <a:off x="8688427" y="3761995"/>
            <a:ext cx="1119828" cy="199421"/>
          </a:xfrm>
          <a:custGeom>
            <a:avLst/>
            <a:gdLst>
              <a:gd name="connsiteX0" fmla="*/ 1034760 w 1119827"/>
              <a:gd name="connsiteY0" fmla="*/ 200649 h 199421"/>
              <a:gd name="connsiteX1" fmla="*/ 4058 w 1119827"/>
              <a:gd name="connsiteY1" fmla="*/ 200649 h 199421"/>
              <a:gd name="connsiteX2" fmla="*/ 990 w 1119827"/>
              <a:gd name="connsiteY2" fmla="*/ 194052 h 199421"/>
              <a:gd name="connsiteX3" fmla="*/ 79992 w 1119827"/>
              <a:gd name="connsiteY3" fmla="*/ 102319 h 199421"/>
              <a:gd name="connsiteX4" fmla="*/ 79992 w 1119827"/>
              <a:gd name="connsiteY4" fmla="*/ 97103 h 199421"/>
              <a:gd name="connsiteX5" fmla="*/ 1144 w 1119827"/>
              <a:gd name="connsiteY5" fmla="*/ 6750 h 199421"/>
              <a:gd name="connsiteX6" fmla="*/ 4211 w 1119827"/>
              <a:gd name="connsiteY6" fmla="*/ 0 h 199421"/>
              <a:gd name="connsiteX7" fmla="*/ 1032459 w 1119827"/>
              <a:gd name="connsiteY7" fmla="*/ 0 h 199421"/>
              <a:gd name="connsiteX8" fmla="*/ 1035373 w 1119827"/>
              <a:gd name="connsiteY8" fmla="*/ 1227 h 199421"/>
              <a:gd name="connsiteX9" fmla="*/ 1123886 w 1119827"/>
              <a:gd name="connsiteY9" fmla="*/ 97563 h 199421"/>
              <a:gd name="connsiteX10" fmla="*/ 1123886 w 1119827"/>
              <a:gd name="connsiteY10" fmla="*/ 102932 h 199421"/>
              <a:gd name="connsiteX11" fmla="*/ 1037827 w 1119827"/>
              <a:gd name="connsiteY11" fmla="*/ 199115 h 199421"/>
              <a:gd name="connsiteX12" fmla="*/ 1034760 w 1119827"/>
              <a:gd name="connsiteY12" fmla="*/ 200649 h 19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19827" h="199421">
                <a:moveTo>
                  <a:pt x="1034760" y="200649"/>
                </a:moveTo>
                <a:lnTo>
                  <a:pt x="4058" y="200649"/>
                </a:lnTo>
                <a:cubicBezTo>
                  <a:pt x="683" y="200649"/>
                  <a:pt x="-1311" y="196660"/>
                  <a:pt x="990" y="194052"/>
                </a:cubicBezTo>
                <a:lnTo>
                  <a:pt x="79992" y="102319"/>
                </a:lnTo>
                <a:cubicBezTo>
                  <a:pt x="81372" y="100785"/>
                  <a:pt x="81372" y="98483"/>
                  <a:pt x="79992" y="97103"/>
                </a:cubicBezTo>
                <a:lnTo>
                  <a:pt x="1144" y="6750"/>
                </a:lnTo>
                <a:cubicBezTo>
                  <a:pt x="-1158" y="4142"/>
                  <a:pt x="683" y="0"/>
                  <a:pt x="4211" y="0"/>
                </a:cubicBezTo>
                <a:lnTo>
                  <a:pt x="1032459" y="0"/>
                </a:lnTo>
                <a:cubicBezTo>
                  <a:pt x="1033533" y="0"/>
                  <a:pt x="1034607" y="460"/>
                  <a:pt x="1035373" y="1227"/>
                </a:cubicBezTo>
                <a:lnTo>
                  <a:pt x="1123886" y="97563"/>
                </a:lnTo>
                <a:cubicBezTo>
                  <a:pt x="1125266" y="99097"/>
                  <a:pt x="1125266" y="101398"/>
                  <a:pt x="1123886" y="102932"/>
                </a:cubicBezTo>
                <a:lnTo>
                  <a:pt x="1037827" y="199115"/>
                </a:lnTo>
                <a:cubicBezTo>
                  <a:pt x="1037061" y="200188"/>
                  <a:pt x="1035834" y="200649"/>
                  <a:pt x="1034760" y="200649"/>
                </a:cubicBezTo>
                <a:close/>
              </a:path>
            </a:pathLst>
          </a:custGeom>
          <a:solidFill>
            <a:srgbClr val="851022"/>
          </a:solidFill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8765E04-C2F3-4713-93EB-8E854BB1BEB2}"/>
              </a:ext>
            </a:extLst>
          </p:cNvPr>
          <p:cNvSpPr/>
          <p:nvPr/>
        </p:nvSpPr>
        <p:spPr>
          <a:xfrm>
            <a:off x="10154658" y="3761995"/>
            <a:ext cx="1104488" cy="199421"/>
          </a:xfrm>
          <a:custGeom>
            <a:avLst/>
            <a:gdLst>
              <a:gd name="connsiteX0" fmla="*/ 1025686 w 1104487"/>
              <a:gd name="connsiteY0" fmla="*/ 200649 h 199421"/>
              <a:gd name="connsiteX1" fmla="*/ 9557 w 1104487"/>
              <a:gd name="connsiteY1" fmla="*/ 200649 h 199421"/>
              <a:gd name="connsiteX2" fmla="*/ 2347 w 1104487"/>
              <a:gd name="connsiteY2" fmla="*/ 184848 h 199421"/>
              <a:gd name="connsiteX3" fmla="*/ 70457 w 1104487"/>
              <a:gd name="connsiteY3" fmla="*/ 105847 h 199421"/>
              <a:gd name="connsiteX4" fmla="*/ 70457 w 1104487"/>
              <a:gd name="connsiteY4" fmla="*/ 93421 h 199421"/>
              <a:gd name="connsiteX5" fmla="*/ 2654 w 1104487"/>
              <a:gd name="connsiteY5" fmla="*/ 15800 h 199421"/>
              <a:gd name="connsiteX6" fmla="*/ 9863 w 1104487"/>
              <a:gd name="connsiteY6" fmla="*/ 0 h 199421"/>
              <a:gd name="connsiteX7" fmla="*/ 1023538 w 1104487"/>
              <a:gd name="connsiteY7" fmla="*/ 0 h 199421"/>
              <a:gd name="connsiteX8" fmla="*/ 1030595 w 1104487"/>
              <a:gd name="connsiteY8" fmla="*/ 3068 h 199421"/>
              <a:gd name="connsiteX9" fmla="*/ 1114045 w 1104487"/>
              <a:gd name="connsiteY9" fmla="*/ 93882 h 199421"/>
              <a:gd name="connsiteX10" fmla="*/ 1114199 w 1104487"/>
              <a:gd name="connsiteY10" fmla="*/ 106614 h 199421"/>
              <a:gd name="connsiteX11" fmla="*/ 1033049 w 1104487"/>
              <a:gd name="connsiteY11" fmla="*/ 197274 h 199421"/>
              <a:gd name="connsiteX12" fmla="*/ 1025686 w 1104487"/>
              <a:gd name="connsiteY12" fmla="*/ 200649 h 19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4487" h="199421">
                <a:moveTo>
                  <a:pt x="1025686" y="200649"/>
                </a:moveTo>
                <a:lnTo>
                  <a:pt x="9557" y="200649"/>
                </a:lnTo>
                <a:cubicBezTo>
                  <a:pt x="1427" y="200649"/>
                  <a:pt x="-3022" y="191138"/>
                  <a:pt x="2347" y="184848"/>
                </a:cubicBezTo>
                <a:lnTo>
                  <a:pt x="70457" y="105847"/>
                </a:lnTo>
                <a:cubicBezTo>
                  <a:pt x="73525" y="102319"/>
                  <a:pt x="73525" y="96949"/>
                  <a:pt x="70457" y="93421"/>
                </a:cubicBezTo>
                <a:lnTo>
                  <a:pt x="2654" y="15800"/>
                </a:lnTo>
                <a:cubicBezTo>
                  <a:pt x="-2716" y="9664"/>
                  <a:pt x="1580" y="0"/>
                  <a:pt x="9863" y="0"/>
                </a:cubicBezTo>
                <a:lnTo>
                  <a:pt x="1023538" y="0"/>
                </a:lnTo>
                <a:cubicBezTo>
                  <a:pt x="1026146" y="0"/>
                  <a:pt x="1028754" y="1074"/>
                  <a:pt x="1030595" y="3068"/>
                </a:cubicBezTo>
                <a:lnTo>
                  <a:pt x="1114045" y="93882"/>
                </a:lnTo>
                <a:cubicBezTo>
                  <a:pt x="1117420" y="97563"/>
                  <a:pt x="1117420" y="103086"/>
                  <a:pt x="1114199" y="106614"/>
                </a:cubicBezTo>
                <a:lnTo>
                  <a:pt x="1033049" y="197274"/>
                </a:lnTo>
                <a:cubicBezTo>
                  <a:pt x="1030901" y="199575"/>
                  <a:pt x="1028294" y="200649"/>
                  <a:pt x="1025686" y="200649"/>
                </a:cubicBezTo>
                <a:close/>
              </a:path>
            </a:pathLst>
          </a:custGeom>
          <a:solidFill>
            <a:srgbClr val="6F6E6E"/>
          </a:solidFill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733BB88-6956-4D59-BBEB-5AF17A1F5991}"/>
              </a:ext>
            </a:extLst>
          </p:cNvPr>
          <p:cNvSpPr/>
          <p:nvPr/>
        </p:nvSpPr>
        <p:spPr>
          <a:xfrm>
            <a:off x="1468367" y="3320353"/>
            <a:ext cx="997107" cy="337482"/>
          </a:xfrm>
          <a:custGeom>
            <a:avLst/>
            <a:gdLst>
              <a:gd name="connsiteX0" fmla="*/ 0 w 997107"/>
              <a:gd name="connsiteY0" fmla="*/ 0 h 337482"/>
              <a:gd name="connsiteX1" fmla="*/ 1005544 w 997107"/>
              <a:gd name="connsiteY1" fmla="*/ 0 h 337482"/>
              <a:gd name="connsiteX2" fmla="*/ 1005544 w 997107"/>
              <a:gd name="connsiteY2" fmla="*/ 346533 h 337482"/>
              <a:gd name="connsiteX3" fmla="*/ 0 w 997107"/>
              <a:gd name="connsiteY3" fmla="*/ 346533 h 33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107" h="337482">
                <a:moveTo>
                  <a:pt x="0" y="0"/>
                </a:moveTo>
                <a:lnTo>
                  <a:pt x="1005544" y="0"/>
                </a:lnTo>
                <a:lnTo>
                  <a:pt x="1005544" y="346533"/>
                </a:lnTo>
                <a:lnTo>
                  <a:pt x="0" y="346533"/>
                </a:lnTo>
                <a:close/>
              </a:path>
            </a:pathLst>
          </a:custGeom>
          <a:noFill/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E091F5C-2AA5-4462-96A5-4211322FB198}"/>
              </a:ext>
            </a:extLst>
          </p:cNvPr>
          <p:cNvSpPr/>
          <p:nvPr/>
        </p:nvSpPr>
        <p:spPr>
          <a:xfrm>
            <a:off x="7206335" y="3320353"/>
            <a:ext cx="997107" cy="337482"/>
          </a:xfrm>
          <a:custGeom>
            <a:avLst/>
            <a:gdLst>
              <a:gd name="connsiteX0" fmla="*/ 0 w 997107"/>
              <a:gd name="connsiteY0" fmla="*/ 0 h 337482"/>
              <a:gd name="connsiteX1" fmla="*/ 1005544 w 997107"/>
              <a:gd name="connsiteY1" fmla="*/ 0 h 337482"/>
              <a:gd name="connsiteX2" fmla="*/ 1005544 w 997107"/>
              <a:gd name="connsiteY2" fmla="*/ 346533 h 337482"/>
              <a:gd name="connsiteX3" fmla="*/ 0 w 997107"/>
              <a:gd name="connsiteY3" fmla="*/ 346533 h 33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107" h="337482">
                <a:moveTo>
                  <a:pt x="0" y="0"/>
                </a:moveTo>
                <a:lnTo>
                  <a:pt x="1005544" y="0"/>
                </a:lnTo>
                <a:lnTo>
                  <a:pt x="1005544" y="346533"/>
                </a:lnTo>
                <a:lnTo>
                  <a:pt x="0" y="346533"/>
                </a:lnTo>
                <a:close/>
              </a:path>
            </a:pathLst>
          </a:custGeom>
          <a:noFill/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DACA60-9136-40A4-8CDE-E838E9EDA269}"/>
              </a:ext>
            </a:extLst>
          </p:cNvPr>
          <p:cNvSpPr/>
          <p:nvPr/>
        </p:nvSpPr>
        <p:spPr>
          <a:xfrm>
            <a:off x="8746329" y="4180013"/>
            <a:ext cx="997107" cy="337482"/>
          </a:xfrm>
          <a:custGeom>
            <a:avLst/>
            <a:gdLst>
              <a:gd name="connsiteX0" fmla="*/ 0 w 997107"/>
              <a:gd name="connsiteY0" fmla="*/ 0 h 337482"/>
              <a:gd name="connsiteX1" fmla="*/ 1005544 w 997107"/>
              <a:gd name="connsiteY1" fmla="*/ 0 h 337482"/>
              <a:gd name="connsiteX2" fmla="*/ 1005544 w 997107"/>
              <a:gd name="connsiteY2" fmla="*/ 346533 h 337482"/>
              <a:gd name="connsiteX3" fmla="*/ 0 w 997107"/>
              <a:gd name="connsiteY3" fmla="*/ 346533 h 33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107" h="337482">
                <a:moveTo>
                  <a:pt x="0" y="0"/>
                </a:moveTo>
                <a:lnTo>
                  <a:pt x="1005544" y="0"/>
                </a:lnTo>
                <a:lnTo>
                  <a:pt x="1005544" y="346533"/>
                </a:lnTo>
                <a:lnTo>
                  <a:pt x="0" y="346533"/>
                </a:lnTo>
                <a:close/>
              </a:path>
            </a:pathLst>
          </a:custGeom>
          <a:noFill/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00CD8E7-F9DD-4952-A972-5B2C2747B65E}"/>
              </a:ext>
            </a:extLst>
          </p:cNvPr>
          <p:cNvSpPr/>
          <p:nvPr/>
        </p:nvSpPr>
        <p:spPr>
          <a:xfrm>
            <a:off x="10130467" y="3320353"/>
            <a:ext cx="997107" cy="337482"/>
          </a:xfrm>
          <a:custGeom>
            <a:avLst/>
            <a:gdLst>
              <a:gd name="connsiteX0" fmla="*/ 0 w 997107"/>
              <a:gd name="connsiteY0" fmla="*/ 0 h 337482"/>
              <a:gd name="connsiteX1" fmla="*/ 1005544 w 997107"/>
              <a:gd name="connsiteY1" fmla="*/ 0 h 337482"/>
              <a:gd name="connsiteX2" fmla="*/ 1005544 w 997107"/>
              <a:gd name="connsiteY2" fmla="*/ 346533 h 337482"/>
              <a:gd name="connsiteX3" fmla="*/ 0 w 997107"/>
              <a:gd name="connsiteY3" fmla="*/ 346533 h 33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107" h="337482">
                <a:moveTo>
                  <a:pt x="0" y="0"/>
                </a:moveTo>
                <a:lnTo>
                  <a:pt x="1005544" y="0"/>
                </a:lnTo>
                <a:lnTo>
                  <a:pt x="1005544" y="346533"/>
                </a:lnTo>
                <a:lnTo>
                  <a:pt x="0" y="346533"/>
                </a:lnTo>
                <a:close/>
              </a:path>
            </a:pathLst>
          </a:custGeom>
          <a:noFill/>
          <a:ln w="153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3055EA-D9E5-4770-B002-F55B4B520626}"/>
              </a:ext>
            </a:extLst>
          </p:cNvPr>
          <p:cNvGrpSpPr/>
          <p:nvPr/>
        </p:nvGrpSpPr>
        <p:grpSpPr>
          <a:xfrm>
            <a:off x="871637" y="2253295"/>
            <a:ext cx="843706" cy="1726223"/>
            <a:chOff x="871637" y="2253295"/>
            <a:chExt cx="843706" cy="172622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F4144A2-9F0C-46D8-8E9E-7134BF005090}"/>
                </a:ext>
              </a:extLst>
            </p:cNvPr>
            <p:cNvSpPr/>
            <p:nvPr/>
          </p:nvSpPr>
          <p:spPr>
            <a:xfrm>
              <a:off x="1212341" y="3780863"/>
              <a:ext cx="153401" cy="153401"/>
            </a:xfrm>
            <a:custGeom>
              <a:avLst/>
              <a:gdLst>
                <a:gd name="connsiteX0" fmla="*/ 167514 w 153401"/>
                <a:gd name="connsiteY0" fmla="*/ 83757 h 153401"/>
                <a:gd name="connsiteX1" fmla="*/ 83757 w 153401"/>
                <a:gd name="connsiteY1" fmla="*/ 167514 h 153401"/>
                <a:gd name="connsiteX2" fmla="*/ 0 w 153401"/>
                <a:gd name="connsiteY2" fmla="*/ 83757 h 153401"/>
                <a:gd name="connsiteX3" fmla="*/ 83757 w 153401"/>
                <a:gd name="connsiteY3" fmla="*/ 0 h 153401"/>
                <a:gd name="connsiteX4" fmla="*/ 167514 w 153401"/>
                <a:gd name="connsiteY4" fmla="*/ 83757 h 153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01" h="153401">
                  <a:moveTo>
                    <a:pt x="167514" y="83757"/>
                  </a:moveTo>
                  <a:cubicBezTo>
                    <a:pt x="167514" y="129931"/>
                    <a:pt x="130084" y="167514"/>
                    <a:pt x="83757" y="167514"/>
                  </a:cubicBezTo>
                  <a:cubicBezTo>
                    <a:pt x="37430" y="167514"/>
                    <a:pt x="0" y="130084"/>
                    <a:pt x="0" y="83757"/>
                  </a:cubicBezTo>
                  <a:cubicBezTo>
                    <a:pt x="0" y="37583"/>
                    <a:pt x="37430" y="0"/>
                    <a:pt x="83757" y="0"/>
                  </a:cubicBezTo>
                  <a:cubicBezTo>
                    <a:pt x="130084" y="0"/>
                    <a:pt x="167514" y="37583"/>
                    <a:pt x="167514" y="83757"/>
                  </a:cubicBezTo>
                  <a:close/>
                </a:path>
              </a:pathLst>
            </a:custGeom>
            <a:solidFill>
              <a:srgbClr val="12525B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8DEB835-E840-45A9-8DC7-47B2C9936D40}"/>
                </a:ext>
              </a:extLst>
            </p:cNvPr>
            <p:cNvSpPr/>
            <p:nvPr/>
          </p:nvSpPr>
          <p:spPr>
            <a:xfrm>
              <a:off x="1293490" y="3105745"/>
              <a:ext cx="15340" cy="644285"/>
            </a:xfrm>
            <a:custGeom>
              <a:avLst/>
              <a:gdLst>
                <a:gd name="connsiteX0" fmla="*/ 0 w 0"/>
                <a:gd name="connsiteY0" fmla="*/ 0 h 644284"/>
                <a:gd name="connsiteX1" fmla="*/ 7823 w 0"/>
                <a:gd name="connsiteY1" fmla="*/ 0 h 644284"/>
                <a:gd name="connsiteX2" fmla="*/ 7823 w 0"/>
                <a:gd name="connsiteY2" fmla="*/ 647659 h 644284"/>
                <a:gd name="connsiteX3" fmla="*/ 0 w 0"/>
                <a:gd name="connsiteY3" fmla="*/ 647659 h 64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644284">
                  <a:moveTo>
                    <a:pt x="0" y="0"/>
                  </a:moveTo>
                  <a:lnTo>
                    <a:pt x="7823" y="0"/>
                  </a:lnTo>
                  <a:lnTo>
                    <a:pt x="7823" y="647659"/>
                  </a:lnTo>
                  <a:lnTo>
                    <a:pt x="0" y="647659"/>
                  </a:lnTo>
                  <a:close/>
                </a:path>
              </a:pathLst>
            </a:custGeom>
            <a:solidFill>
              <a:srgbClr val="12525B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85FFFBE-2C1A-4885-B2E9-5ADB421E56BC}"/>
                </a:ext>
              </a:extLst>
            </p:cNvPr>
            <p:cNvSpPr/>
            <p:nvPr/>
          </p:nvSpPr>
          <p:spPr>
            <a:xfrm>
              <a:off x="1181047" y="3749416"/>
              <a:ext cx="230102" cy="230102"/>
            </a:xfrm>
            <a:custGeom>
              <a:avLst/>
              <a:gdLst>
                <a:gd name="connsiteX0" fmla="*/ 115204 w 230101"/>
                <a:gd name="connsiteY0" fmla="*/ 230409 h 230101"/>
                <a:gd name="connsiteX1" fmla="*/ 0 w 230101"/>
                <a:gd name="connsiteY1" fmla="*/ 115204 h 230101"/>
                <a:gd name="connsiteX2" fmla="*/ 115204 w 230101"/>
                <a:gd name="connsiteY2" fmla="*/ 0 h 230101"/>
                <a:gd name="connsiteX3" fmla="*/ 230408 w 230101"/>
                <a:gd name="connsiteY3" fmla="*/ 115204 h 230101"/>
                <a:gd name="connsiteX4" fmla="*/ 115204 w 230101"/>
                <a:gd name="connsiteY4" fmla="*/ 230409 h 230101"/>
                <a:gd name="connsiteX5" fmla="*/ 115204 w 230101"/>
                <a:gd name="connsiteY5" fmla="*/ 7823 h 230101"/>
                <a:gd name="connsiteX6" fmla="*/ 7977 w 230101"/>
                <a:gd name="connsiteY6" fmla="*/ 115051 h 230101"/>
                <a:gd name="connsiteX7" fmla="*/ 115204 w 230101"/>
                <a:gd name="connsiteY7" fmla="*/ 222432 h 230101"/>
                <a:gd name="connsiteX8" fmla="*/ 222585 w 230101"/>
                <a:gd name="connsiteY8" fmla="*/ 115051 h 230101"/>
                <a:gd name="connsiteX9" fmla="*/ 115204 w 230101"/>
                <a:gd name="connsiteY9" fmla="*/ 7823 h 23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0101" h="230101">
                  <a:moveTo>
                    <a:pt x="115204" y="230409"/>
                  </a:moveTo>
                  <a:cubicBezTo>
                    <a:pt x="51696" y="230409"/>
                    <a:pt x="0" y="178712"/>
                    <a:pt x="0" y="115204"/>
                  </a:cubicBezTo>
                  <a:cubicBezTo>
                    <a:pt x="0" y="51696"/>
                    <a:pt x="51696" y="0"/>
                    <a:pt x="115204" y="0"/>
                  </a:cubicBezTo>
                  <a:cubicBezTo>
                    <a:pt x="178712" y="0"/>
                    <a:pt x="230408" y="51696"/>
                    <a:pt x="230408" y="115204"/>
                  </a:cubicBezTo>
                  <a:cubicBezTo>
                    <a:pt x="230255" y="178712"/>
                    <a:pt x="178712" y="230409"/>
                    <a:pt x="115204" y="230409"/>
                  </a:cubicBezTo>
                  <a:close/>
                  <a:moveTo>
                    <a:pt x="115204" y="7823"/>
                  </a:moveTo>
                  <a:cubicBezTo>
                    <a:pt x="55991" y="7823"/>
                    <a:pt x="7977" y="55991"/>
                    <a:pt x="7977" y="115051"/>
                  </a:cubicBezTo>
                  <a:cubicBezTo>
                    <a:pt x="7977" y="174264"/>
                    <a:pt x="56145" y="222432"/>
                    <a:pt x="115204" y="222432"/>
                  </a:cubicBezTo>
                  <a:cubicBezTo>
                    <a:pt x="174417" y="222432"/>
                    <a:pt x="222585" y="174264"/>
                    <a:pt x="222585" y="115051"/>
                  </a:cubicBezTo>
                  <a:cubicBezTo>
                    <a:pt x="222432" y="55991"/>
                    <a:pt x="174264" y="7823"/>
                    <a:pt x="115204" y="7823"/>
                  </a:cubicBezTo>
                  <a:close/>
                </a:path>
              </a:pathLst>
            </a:custGeom>
            <a:solidFill>
              <a:srgbClr val="12525B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2F030B7-C1A5-41EE-BD6B-EA91042DADFE}"/>
                </a:ext>
              </a:extLst>
            </p:cNvPr>
            <p:cNvGrpSpPr/>
            <p:nvPr/>
          </p:nvGrpSpPr>
          <p:grpSpPr>
            <a:xfrm>
              <a:off x="871637" y="2253295"/>
              <a:ext cx="843706" cy="843706"/>
              <a:chOff x="871637" y="2253295"/>
              <a:chExt cx="843706" cy="843706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7EF60A3-6144-4375-9064-C7DC3CADFEDC}"/>
                  </a:ext>
                </a:extLst>
              </p:cNvPr>
              <p:cNvSpPr/>
              <p:nvPr/>
            </p:nvSpPr>
            <p:spPr>
              <a:xfrm>
                <a:off x="910946" y="2292604"/>
                <a:ext cx="767005" cy="767005"/>
              </a:xfrm>
              <a:custGeom>
                <a:avLst/>
                <a:gdLst>
                  <a:gd name="connsiteX0" fmla="*/ 733986 w 767005"/>
                  <a:gd name="connsiteY0" fmla="*/ 285748 h 767005"/>
                  <a:gd name="connsiteX1" fmla="*/ 490692 w 767005"/>
                  <a:gd name="connsiteY1" fmla="*/ 42454 h 767005"/>
                  <a:gd name="connsiteX2" fmla="*/ 285748 w 767005"/>
                  <a:gd name="connsiteY2" fmla="*/ 42454 h 767005"/>
                  <a:gd name="connsiteX3" fmla="*/ 42454 w 767005"/>
                  <a:gd name="connsiteY3" fmla="*/ 285748 h 767005"/>
                  <a:gd name="connsiteX4" fmla="*/ 42454 w 767005"/>
                  <a:gd name="connsiteY4" fmla="*/ 490538 h 767005"/>
                  <a:gd name="connsiteX5" fmla="*/ 285748 w 767005"/>
                  <a:gd name="connsiteY5" fmla="*/ 733986 h 767005"/>
                  <a:gd name="connsiteX6" fmla="*/ 490692 w 767005"/>
                  <a:gd name="connsiteY6" fmla="*/ 733986 h 767005"/>
                  <a:gd name="connsiteX7" fmla="*/ 733986 w 767005"/>
                  <a:gd name="connsiteY7" fmla="*/ 490538 h 767005"/>
                  <a:gd name="connsiteX8" fmla="*/ 733986 w 767005"/>
                  <a:gd name="connsiteY8" fmla="*/ 285748 h 767005"/>
                  <a:gd name="connsiteX9" fmla="*/ 635042 w 767005"/>
                  <a:gd name="connsiteY9" fmla="*/ 461239 h 767005"/>
                  <a:gd name="connsiteX10" fmla="*/ 461392 w 767005"/>
                  <a:gd name="connsiteY10" fmla="*/ 634889 h 767005"/>
                  <a:gd name="connsiteX11" fmla="*/ 315201 w 767005"/>
                  <a:gd name="connsiteY11" fmla="*/ 634889 h 767005"/>
                  <a:gd name="connsiteX12" fmla="*/ 141397 w 767005"/>
                  <a:gd name="connsiteY12" fmla="*/ 461239 h 767005"/>
                  <a:gd name="connsiteX13" fmla="*/ 141397 w 767005"/>
                  <a:gd name="connsiteY13" fmla="*/ 315048 h 767005"/>
                  <a:gd name="connsiteX14" fmla="*/ 315048 w 767005"/>
                  <a:gd name="connsiteY14" fmla="*/ 141397 h 767005"/>
                  <a:gd name="connsiteX15" fmla="*/ 461239 w 767005"/>
                  <a:gd name="connsiteY15" fmla="*/ 141397 h 767005"/>
                  <a:gd name="connsiteX16" fmla="*/ 634889 w 767005"/>
                  <a:gd name="connsiteY16" fmla="*/ 315048 h 767005"/>
                  <a:gd name="connsiteX17" fmla="*/ 635042 w 767005"/>
                  <a:gd name="connsiteY17" fmla="*/ 461239 h 767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67005" h="767005">
                    <a:moveTo>
                      <a:pt x="733986" y="285748"/>
                    </a:moveTo>
                    <a:lnTo>
                      <a:pt x="490692" y="42454"/>
                    </a:lnTo>
                    <a:cubicBezTo>
                      <a:pt x="434087" y="-14151"/>
                      <a:pt x="342353" y="-14151"/>
                      <a:pt x="285748" y="42454"/>
                    </a:cubicBezTo>
                    <a:lnTo>
                      <a:pt x="42454" y="285748"/>
                    </a:lnTo>
                    <a:cubicBezTo>
                      <a:pt x="-14151" y="342200"/>
                      <a:pt x="-14151" y="434087"/>
                      <a:pt x="42454" y="490538"/>
                    </a:cubicBezTo>
                    <a:lnTo>
                      <a:pt x="285748" y="733986"/>
                    </a:lnTo>
                    <a:cubicBezTo>
                      <a:pt x="342353" y="790438"/>
                      <a:pt x="434087" y="790438"/>
                      <a:pt x="490692" y="733986"/>
                    </a:cubicBezTo>
                    <a:lnTo>
                      <a:pt x="733986" y="490538"/>
                    </a:lnTo>
                    <a:cubicBezTo>
                      <a:pt x="790591" y="434087"/>
                      <a:pt x="790591" y="342353"/>
                      <a:pt x="733986" y="285748"/>
                    </a:cubicBezTo>
                    <a:close/>
                    <a:moveTo>
                      <a:pt x="635042" y="461239"/>
                    </a:moveTo>
                    <a:lnTo>
                      <a:pt x="461392" y="634889"/>
                    </a:lnTo>
                    <a:cubicBezTo>
                      <a:pt x="421048" y="675233"/>
                      <a:pt x="355545" y="675233"/>
                      <a:pt x="315201" y="634889"/>
                    </a:cubicBezTo>
                    <a:lnTo>
                      <a:pt x="141397" y="461239"/>
                    </a:lnTo>
                    <a:cubicBezTo>
                      <a:pt x="101053" y="420894"/>
                      <a:pt x="101053" y="355392"/>
                      <a:pt x="141397" y="315048"/>
                    </a:cubicBezTo>
                    <a:lnTo>
                      <a:pt x="315048" y="141397"/>
                    </a:lnTo>
                    <a:cubicBezTo>
                      <a:pt x="355392" y="101053"/>
                      <a:pt x="420894" y="101053"/>
                      <a:pt x="461239" y="141397"/>
                    </a:cubicBezTo>
                    <a:lnTo>
                      <a:pt x="634889" y="315048"/>
                    </a:lnTo>
                    <a:cubicBezTo>
                      <a:pt x="675387" y="355545"/>
                      <a:pt x="675387" y="420894"/>
                      <a:pt x="635042" y="461239"/>
                    </a:cubicBezTo>
                    <a:close/>
                  </a:path>
                </a:pathLst>
              </a:custGeom>
              <a:solidFill>
                <a:srgbClr val="12525B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FD3D15A-CA0E-4D29-A5D7-A20EB212ADFE}"/>
                  </a:ext>
                </a:extLst>
              </p:cNvPr>
              <p:cNvSpPr/>
              <p:nvPr/>
            </p:nvSpPr>
            <p:spPr>
              <a:xfrm>
                <a:off x="871637" y="2253295"/>
                <a:ext cx="843706" cy="843706"/>
              </a:xfrm>
              <a:custGeom>
                <a:avLst/>
                <a:gdLst>
                  <a:gd name="connsiteX0" fmla="*/ 427529 w 843706"/>
                  <a:gd name="connsiteY0" fmla="*/ 855058 h 843706"/>
                  <a:gd name="connsiteX1" fmla="*/ 322296 w 843706"/>
                  <a:gd name="connsiteY1" fmla="*/ 811492 h 843706"/>
                  <a:gd name="connsiteX2" fmla="*/ 43566 w 843706"/>
                  <a:gd name="connsiteY2" fmla="*/ 532762 h 843706"/>
                  <a:gd name="connsiteX3" fmla="*/ 0 w 843706"/>
                  <a:gd name="connsiteY3" fmla="*/ 427529 h 843706"/>
                  <a:gd name="connsiteX4" fmla="*/ 43566 w 843706"/>
                  <a:gd name="connsiteY4" fmla="*/ 322296 h 843706"/>
                  <a:gd name="connsiteX5" fmla="*/ 322296 w 843706"/>
                  <a:gd name="connsiteY5" fmla="*/ 43566 h 843706"/>
                  <a:gd name="connsiteX6" fmla="*/ 427529 w 843706"/>
                  <a:gd name="connsiteY6" fmla="*/ 0 h 843706"/>
                  <a:gd name="connsiteX7" fmla="*/ 532762 w 843706"/>
                  <a:gd name="connsiteY7" fmla="*/ 43566 h 843706"/>
                  <a:gd name="connsiteX8" fmla="*/ 811492 w 843706"/>
                  <a:gd name="connsiteY8" fmla="*/ 322296 h 843706"/>
                  <a:gd name="connsiteX9" fmla="*/ 811492 w 843706"/>
                  <a:gd name="connsiteY9" fmla="*/ 532762 h 843706"/>
                  <a:gd name="connsiteX10" fmla="*/ 532762 w 843706"/>
                  <a:gd name="connsiteY10" fmla="*/ 811492 h 843706"/>
                  <a:gd name="connsiteX11" fmla="*/ 427529 w 843706"/>
                  <a:gd name="connsiteY11" fmla="*/ 855058 h 843706"/>
                  <a:gd name="connsiteX12" fmla="*/ 427529 w 843706"/>
                  <a:gd name="connsiteY12" fmla="*/ 7977 h 843706"/>
                  <a:gd name="connsiteX13" fmla="*/ 327818 w 843706"/>
                  <a:gd name="connsiteY13" fmla="*/ 49242 h 843706"/>
                  <a:gd name="connsiteX14" fmla="*/ 49088 w 843706"/>
                  <a:gd name="connsiteY14" fmla="*/ 327818 h 843706"/>
                  <a:gd name="connsiteX15" fmla="*/ 7823 w 843706"/>
                  <a:gd name="connsiteY15" fmla="*/ 427529 h 843706"/>
                  <a:gd name="connsiteX16" fmla="*/ 49088 w 843706"/>
                  <a:gd name="connsiteY16" fmla="*/ 527240 h 843706"/>
                  <a:gd name="connsiteX17" fmla="*/ 327818 w 843706"/>
                  <a:gd name="connsiteY17" fmla="*/ 805969 h 843706"/>
                  <a:gd name="connsiteX18" fmla="*/ 427529 w 843706"/>
                  <a:gd name="connsiteY18" fmla="*/ 847234 h 843706"/>
                  <a:gd name="connsiteX19" fmla="*/ 527240 w 843706"/>
                  <a:gd name="connsiteY19" fmla="*/ 805969 h 843706"/>
                  <a:gd name="connsiteX20" fmla="*/ 805969 w 843706"/>
                  <a:gd name="connsiteY20" fmla="*/ 527240 h 843706"/>
                  <a:gd name="connsiteX21" fmla="*/ 805969 w 843706"/>
                  <a:gd name="connsiteY21" fmla="*/ 327972 h 843706"/>
                  <a:gd name="connsiteX22" fmla="*/ 527086 w 843706"/>
                  <a:gd name="connsiteY22" fmla="*/ 49088 h 843706"/>
                  <a:gd name="connsiteX23" fmla="*/ 427529 w 843706"/>
                  <a:gd name="connsiteY23" fmla="*/ 7977 h 843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43706" h="843706">
                    <a:moveTo>
                      <a:pt x="427529" y="855058"/>
                    </a:moveTo>
                    <a:cubicBezTo>
                      <a:pt x="387798" y="855058"/>
                      <a:pt x="350368" y="839564"/>
                      <a:pt x="322296" y="811492"/>
                    </a:cubicBezTo>
                    <a:lnTo>
                      <a:pt x="43566" y="532762"/>
                    </a:lnTo>
                    <a:cubicBezTo>
                      <a:pt x="15494" y="504690"/>
                      <a:pt x="0" y="467260"/>
                      <a:pt x="0" y="427529"/>
                    </a:cubicBezTo>
                    <a:cubicBezTo>
                      <a:pt x="0" y="387798"/>
                      <a:pt x="15494" y="350368"/>
                      <a:pt x="43566" y="322296"/>
                    </a:cubicBezTo>
                    <a:lnTo>
                      <a:pt x="322296" y="43566"/>
                    </a:lnTo>
                    <a:cubicBezTo>
                      <a:pt x="350368" y="15494"/>
                      <a:pt x="387798" y="0"/>
                      <a:pt x="427529" y="0"/>
                    </a:cubicBezTo>
                    <a:cubicBezTo>
                      <a:pt x="467260" y="0"/>
                      <a:pt x="504690" y="15494"/>
                      <a:pt x="532762" y="43566"/>
                    </a:cubicBezTo>
                    <a:lnTo>
                      <a:pt x="811492" y="322296"/>
                    </a:lnTo>
                    <a:cubicBezTo>
                      <a:pt x="869477" y="380281"/>
                      <a:pt x="869477" y="474776"/>
                      <a:pt x="811492" y="532762"/>
                    </a:cubicBezTo>
                    <a:lnTo>
                      <a:pt x="532762" y="811492"/>
                    </a:lnTo>
                    <a:cubicBezTo>
                      <a:pt x="504690" y="839564"/>
                      <a:pt x="467260" y="855058"/>
                      <a:pt x="427529" y="855058"/>
                    </a:cubicBezTo>
                    <a:close/>
                    <a:moveTo>
                      <a:pt x="427529" y="7977"/>
                    </a:moveTo>
                    <a:cubicBezTo>
                      <a:pt x="391480" y="7977"/>
                      <a:pt x="355430" y="21783"/>
                      <a:pt x="327818" y="49242"/>
                    </a:cubicBezTo>
                    <a:lnTo>
                      <a:pt x="49088" y="327818"/>
                    </a:lnTo>
                    <a:cubicBezTo>
                      <a:pt x="22397" y="354510"/>
                      <a:pt x="7823" y="389792"/>
                      <a:pt x="7823" y="427529"/>
                    </a:cubicBezTo>
                    <a:cubicBezTo>
                      <a:pt x="7823" y="465266"/>
                      <a:pt x="22550" y="500548"/>
                      <a:pt x="49088" y="527240"/>
                    </a:cubicBezTo>
                    <a:lnTo>
                      <a:pt x="327818" y="805969"/>
                    </a:lnTo>
                    <a:cubicBezTo>
                      <a:pt x="354357" y="832661"/>
                      <a:pt x="389792" y="847234"/>
                      <a:pt x="427529" y="847234"/>
                    </a:cubicBezTo>
                    <a:cubicBezTo>
                      <a:pt x="465112" y="847234"/>
                      <a:pt x="500548" y="832508"/>
                      <a:pt x="527240" y="805969"/>
                    </a:cubicBezTo>
                    <a:lnTo>
                      <a:pt x="805969" y="527240"/>
                    </a:lnTo>
                    <a:cubicBezTo>
                      <a:pt x="860887" y="472322"/>
                      <a:pt x="860887" y="382889"/>
                      <a:pt x="805969" y="327972"/>
                    </a:cubicBezTo>
                    <a:lnTo>
                      <a:pt x="527086" y="49088"/>
                    </a:lnTo>
                    <a:cubicBezTo>
                      <a:pt x="499627" y="21630"/>
                      <a:pt x="463578" y="7977"/>
                      <a:pt x="427529" y="7977"/>
                    </a:cubicBezTo>
                    <a:close/>
                  </a:path>
                </a:pathLst>
              </a:custGeom>
              <a:solidFill>
                <a:srgbClr val="12525B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943508F-6F6A-4A4B-BE2F-DE65CBBBE94A}"/>
              </a:ext>
            </a:extLst>
          </p:cNvPr>
          <p:cNvGrpSpPr/>
          <p:nvPr/>
        </p:nvGrpSpPr>
        <p:grpSpPr>
          <a:xfrm>
            <a:off x="2309389" y="3749416"/>
            <a:ext cx="843706" cy="1715177"/>
            <a:chOff x="2309389" y="3749416"/>
            <a:chExt cx="843706" cy="1715177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9E5239B-B3E2-425A-95C4-1ECE6938D73C}"/>
                </a:ext>
              </a:extLst>
            </p:cNvPr>
            <p:cNvGrpSpPr/>
            <p:nvPr/>
          </p:nvGrpSpPr>
          <p:grpSpPr>
            <a:xfrm>
              <a:off x="2348621" y="3749416"/>
              <a:ext cx="767005" cy="1677901"/>
              <a:chOff x="2348621" y="3749416"/>
              <a:chExt cx="767005" cy="167790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FC52125-74BE-460C-8661-6E1888FD5CFB}"/>
                  </a:ext>
                </a:extLst>
              </p:cNvPr>
              <p:cNvSpPr/>
              <p:nvPr/>
            </p:nvSpPr>
            <p:spPr>
              <a:xfrm>
                <a:off x="2656152" y="3780863"/>
                <a:ext cx="153401" cy="153401"/>
              </a:xfrm>
              <a:custGeom>
                <a:avLst/>
                <a:gdLst>
                  <a:gd name="connsiteX0" fmla="*/ 0 w 153401"/>
                  <a:gd name="connsiteY0" fmla="*/ 83757 h 153401"/>
                  <a:gd name="connsiteX1" fmla="*/ 83757 w 153401"/>
                  <a:gd name="connsiteY1" fmla="*/ 0 h 153401"/>
                  <a:gd name="connsiteX2" fmla="*/ 167514 w 153401"/>
                  <a:gd name="connsiteY2" fmla="*/ 83757 h 153401"/>
                  <a:gd name="connsiteX3" fmla="*/ 83757 w 153401"/>
                  <a:gd name="connsiteY3" fmla="*/ 167514 h 153401"/>
                  <a:gd name="connsiteX4" fmla="*/ 0 w 153401"/>
                  <a:gd name="connsiteY4" fmla="*/ 83757 h 153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401" h="153401">
                    <a:moveTo>
                      <a:pt x="0" y="83757"/>
                    </a:moveTo>
                    <a:cubicBezTo>
                      <a:pt x="0" y="37583"/>
                      <a:pt x="37430" y="0"/>
                      <a:pt x="83757" y="0"/>
                    </a:cubicBezTo>
                    <a:cubicBezTo>
                      <a:pt x="129931" y="0"/>
                      <a:pt x="167514" y="37430"/>
                      <a:pt x="167514" y="83757"/>
                    </a:cubicBezTo>
                    <a:cubicBezTo>
                      <a:pt x="167514" y="129931"/>
                      <a:pt x="130084" y="167514"/>
                      <a:pt x="83757" y="167514"/>
                    </a:cubicBezTo>
                    <a:cubicBezTo>
                      <a:pt x="37430" y="167514"/>
                      <a:pt x="0" y="129931"/>
                      <a:pt x="0" y="83757"/>
                    </a:cubicBezTo>
                    <a:close/>
                  </a:path>
                </a:pathLst>
              </a:custGeom>
              <a:solidFill>
                <a:srgbClr val="1BB6B3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9008B52-9539-466B-B0DB-352A973A84AF}"/>
                  </a:ext>
                </a:extLst>
              </p:cNvPr>
              <p:cNvSpPr/>
              <p:nvPr/>
            </p:nvSpPr>
            <p:spPr>
              <a:xfrm>
                <a:off x="2734693" y="3975836"/>
                <a:ext cx="15340" cy="644285"/>
              </a:xfrm>
              <a:custGeom>
                <a:avLst/>
                <a:gdLst>
                  <a:gd name="connsiteX0" fmla="*/ 0 w 0"/>
                  <a:gd name="connsiteY0" fmla="*/ 0 h 644284"/>
                  <a:gd name="connsiteX1" fmla="*/ 7823 w 0"/>
                  <a:gd name="connsiteY1" fmla="*/ 0 h 644284"/>
                  <a:gd name="connsiteX2" fmla="*/ 7823 w 0"/>
                  <a:gd name="connsiteY2" fmla="*/ 647659 h 644284"/>
                  <a:gd name="connsiteX3" fmla="*/ 0 w 0"/>
                  <a:gd name="connsiteY3" fmla="*/ 647659 h 64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644284">
                    <a:moveTo>
                      <a:pt x="0" y="0"/>
                    </a:moveTo>
                    <a:lnTo>
                      <a:pt x="7823" y="0"/>
                    </a:lnTo>
                    <a:lnTo>
                      <a:pt x="7823" y="647659"/>
                    </a:lnTo>
                    <a:lnTo>
                      <a:pt x="0" y="647659"/>
                    </a:lnTo>
                    <a:close/>
                  </a:path>
                </a:pathLst>
              </a:custGeom>
              <a:solidFill>
                <a:srgbClr val="1BB6B3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CCBE85E-20A3-4620-B6A8-53C17E9D5B10}"/>
                  </a:ext>
                </a:extLst>
              </p:cNvPr>
              <p:cNvSpPr/>
              <p:nvPr/>
            </p:nvSpPr>
            <p:spPr>
              <a:xfrm>
                <a:off x="2624705" y="3749416"/>
                <a:ext cx="230102" cy="230102"/>
              </a:xfrm>
              <a:custGeom>
                <a:avLst/>
                <a:gdLst>
                  <a:gd name="connsiteX0" fmla="*/ 115204 w 230101"/>
                  <a:gd name="connsiteY0" fmla="*/ 0 h 230101"/>
                  <a:gd name="connsiteX1" fmla="*/ 230409 w 230101"/>
                  <a:gd name="connsiteY1" fmla="*/ 115204 h 230101"/>
                  <a:gd name="connsiteX2" fmla="*/ 115204 w 230101"/>
                  <a:gd name="connsiteY2" fmla="*/ 230409 h 230101"/>
                  <a:gd name="connsiteX3" fmla="*/ 0 w 230101"/>
                  <a:gd name="connsiteY3" fmla="*/ 115204 h 230101"/>
                  <a:gd name="connsiteX4" fmla="*/ 115204 w 230101"/>
                  <a:gd name="connsiteY4" fmla="*/ 0 h 230101"/>
                  <a:gd name="connsiteX5" fmla="*/ 115204 w 230101"/>
                  <a:gd name="connsiteY5" fmla="*/ 222432 h 230101"/>
                  <a:gd name="connsiteX6" fmla="*/ 222432 w 230101"/>
                  <a:gd name="connsiteY6" fmla="*/ 115204 h 230101"/>
                  <a:gd name="connsiteX7" fmla="*/ 115204 w 230101"/>
                  <a:gd name="connsiteY7" fmla="*/ 7823 h 230101"/>
                  <a:gd name="connsiteX8" fmla="*/ 7823 w 230101"/>
                  <a:gd name="connsiteY8" fmla="*/ 115204 h 230101"/>
                  <a:gd name="connsiteX9" fmla="*/ 115204 w 230101"/>
                  <a:gd name="connsiteY9" fmla="*/ 222432 h 230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0101" h="230101">
                    <a:moveTo>
                      <a:pt x="115204" y="0"/>
                    </a:moveTo>
                    <a:cubicBezTo>
                      <a:pt x="178712" y="0"/>
                      <a:pt x="230409" y="51696"/>
                      <a:pt x="230409" y="115204"/>
                    </a:cubicBezTo>
                    <a:cubicBezTo>
                      <a:pt x="230409" y="178712"/>
                      <a:pt x="178712" y="230409"/>
                      <a:pt x="115204" y="230409"/>
                    </a:cubicBezTo>
                    <a:cubicBezTo>
                      <a:pt x="51696" y="230409"/>
                      <a:pt x="0" y="178712"/>
                      <a:pt x="0" y="115204"/>
                    </a:cubicBezTo>
                    <a:cubicBezTo>
                      <a:pt x="0" y="51696"/>
                      <a:pt x="51696" y="0"/>
                      <a:pt x="115204" y="0"/>
                    </a:cubicBezTo>
                    <a:close/>
                    <a:moveTo>
                      <a:pt x="115204" y="222432"/>
                    </a:moveTo>
                    <a:cubicBezTo>
                      <a:pt x="174417" y="222432"/>
                      <a:pt x="222432" y="174264"/>
                      <a:pt x="222432" y="115204"/>
                    </a:cubicBezTo>
                    <a:cubicBezTo>
                      <a:pt x="222432" y="55991"/>
                      <a:pt x="174264" y="7823"/>
                      <a:pt x="115204" y="7823"/>
                    </a:cubicBezTo>
                    <a:cubicBezTo>
                      <a:pt x="55991" y="7823"/>
                      <a:pt x="7823" y="55991"/>
                      <a:pt x="7823" y="115204"/>
                    </a:cubicBezTo>
                    <a:cubicBezTo>
                      <a:pt x="7823" y="174417"/>
                      <a:pt x="55991" y="222432"/>
                      <a:pt x="115204" y="222432"/>
                    </a:cubicBezTo>
                    <a:close/>
                  </a:path>
                </a:pathLst>
              </a:custGeom>
              <a:solidFill>
                <a:srgbClr val="1BB6B3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88EC08A-D58E-486A-A489-E1D960C0A976}"/>
                  </a:ext>
                </a:extLst>
              </p:cNvPr>
              <p:cNvSpPr/>
              <p:nvPr/>
            </p:nvSpPr>
            <p:spPr>
              <a:xfrm>
                <a:off x="2348621" y="4660312"/>
                <a:ext cx="767005" cy="767005"/>
              </a:xfrm>
              <a:custGeom>
                <a:avLst/>
                <a:gdLst>
                  <a:gd name="connsiteX0" fmla="*/ 42454 w 767005"/>
                  <a:gd name="connsiteY0" fmla="*/ 490577 h 767005"/>
                  <a:gd name="connsiteX1" fmla="*/ 285748 w 767005"/>
                  <a:gd name="connsiteY1" fmla="*/ 734024 h 767005"/>
                  <a:gd name="connsiteX2" fmla="*/ 490692 w 767005"/>
                  <a:gd name="connsiteY2" fmla="*/ 734024 h 767005"/>
                  <a:gd name="connsiteX3" fmla="*/ 733986 w 767005"/>
                  <a:gd name="connsiteY3" fmla="*/ 490577 h 767005"/>
                  <a:gd name="connsiteX4" fmla="*/ 733986 w 767005"/>
                  <a:gd name="connsiteY4" fmla="*/ 285786 h 767005"/>
                  <a:gd name="connsiteX5" fmla="*/ 490692 w 767005"/>
                  <a:gd name="connsiteY5" fmla="*/ 42339 h 767005"/>
                  <a:gd name="connsiteX6" fmla="*/ 285748 w 767005"/>
                  <a:gd name="connsiteY6" fmla="*/ 42339 h 767005"/>
                  <a:gd name="connsiteX7" fmla="*/ 42454 w 767005"/>
                  <a:gd name="connsiteY7" fmla="*/ 285786 h 767005"/>
                  <a:gd name="connsiteX8" fmla="*/ 42454 w 767005"/>
                  <a:gd name="connsiteY8" fmla="*/ 490577 h 767005"/>
                  <a:gd name="connsiteX9" fmla="*/ 141551 w 767005"/>
                  <a:gd name="connsiteY9" fmla="*/ 315086 h 767005"/>
                  <a:gd name="connsiteX10" fmla="*/ 315201 w 767005"/>
                  <a:gd name="connsiteY10" fmla="*/ 141436 h 767005"/>
                  <a:gd name="connsiteX11" fmla="*/ 461392 w 767005"/>
                  <a:gd name="connsiteY11" fmla="*/ 141436 h 767005"/>
                  <a:gd name="connsiteX12" fmla="*/ 635042 w 767005"/>
                  <a:gd name="connsiteY12" fmla="*/ 315086 h 767005"/>
                  <a:gd name="connsiteX13" fmla="*/ 635042 w 767005"/>
                  <a:gd name="connsiteY13" fmla="*/ 461277 h 767005"/>
                  <a:gd name="connsiteX14" fmla="*/ 461392 w 767005"/>
                  <a:gd name="connsiteY14" fmla="*/ 634927 h 767005"/>
                  <a:gd name="connsiteX15" fmla="*/ 315201 w 767005"/>
                  <a:gd name="connsiteY15" fmla="*/ 634927 h 767005"/>
                  <a:gd name="connsiteX16" fmla="*/ 141551 w 767005"/>
                  <a:gd name="connsiteY16" fmla="*/ 461277 h 767005"/>
                  <a:gd name="connsiteX17" fmla="*/ 141551 w 767005"/>
                  <a:gd name="connsiteY17" fmla="*/ 315086 h 767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67005" h="767005">
                    <a:moveTo>
                      <a:pt x="42454" y="490577"/>
                    </a:moveTo>
                    <a:lnTo>
                      <a:pt x="285748" y="734024"/>
                    </a:lnTo>
                    <a:cubicBezTo>
                      <a:pt x="342353" y="790629"/>
                      <a:pt x="434087" y="790629"/>
                      <a:pt x="490692" y="734024"/>
                    </a:cubicBezTo>
                    <a:lnTo>
                      <a:pt x="733986" y="490577"/>
                    </a:lnTo>
                    <a:cubicBezTo>
                      <a:pt x="790591" y="434125"/>
                      <a:pt x="790591" y="342238"/>
                      <a:pt x="733986" y="285786"/>
                    </a:cubicBezTo>
                    <a:lnTo>
                      <a:pt x="490692" y="42339"/>
                    </a:lnTo>
                    <a:cubicBezTo>
                      <a:pt x="434087" y="-14113"/>
                      <a:pt x="342353" y="-14113"/>
                      <a:pt x="285748" y="42339"/>
                    </a:cubicBezTo>
                    <a:lnTo>
                      <a:pt x="42454" y="285786"/>
                    </a:lnTo>
                    <a:cubicBezTo>
                      <a:pt x="-14151" y="342238"/>
                      <a:pt x="-14151" y="433972"/>
                      <a:pt x="42454" y="490577"/>
                    </a:cubicBezTo>
                    <a:close/>
                    <a:moveTo>
                      <a:pt x="141551" y="315086"/>
                    </a:moveTo>
                    <a:lnTo>
                      <a:pt x="315201" y="141436"/>
                    </a:lnTo>
                    <a:cubicBezTo>
                      <a:pt x="355545" y="101091"/>
                      <a:pt x="421048" y="101091"/>
                      <a:pt x="461392" y="141436"/>
                    </a:cubicBezTo>
                    <a:lnTo>
                      <a:pt x="635042" y="315086"/>
                    </a:lnTo>
                    <a:cubicBezTo>
                      <a:pt x="675387" y="355430"/>
                      <a:pt x="675387" y="420933"/>
                      <a:pt x="635042" y="461277"/>
                    </a:cubicBezTo>
                    <a:lnTo>
                      <a:pt x="461392" y="634927"/>
                    </a:lnTo>
                    <a:cubicBezTo>
                      <a:pt x="421048" y="675271"/>
                      <a:pt x="355545" y="675271"/>
                      <a:pt x="315201" y="634927"/>
                    </a:cubicBezTo>
                    <a:lnTo>
                      <a:pt x="141551" y="461277"/>
                    </a:lnTo>
                    <a:cubicBezTo>
                      <a:pt x="101206" y="420779"/>
                      <a:pt x="101206" y="355430"/>
                      <a:pt x="141551" y="315086"/>
                    </a:cubicBezTo>
                    <a:close/>
                  </a:path>
                </a:pathLst>
              </a:custGeom>
              <a:solidFill>
                <a:srgbClr val="1BB6B3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A132655-E9E7-49BE-AFFC-7B7ED459A0F1}"/>
                </a:ext>
              </a:extLst>
            </p:cNvPr>
            <p:cNvSpPr/>
            <p:nvPr/>
          </p:nvSpPr>
          <p:spPr>
            <a:xfrm>
              <a:off x="2309389" y="4620887"/>
              <a:ext cx="843706" cy="843706"/>
            </a:xfrm>
            <a:custGeom>
              <a:avLst/>
              <a:gdLst>
                <a:gd name="connsiteX0" fmla="*/ 427452 w 843706"/>
                <a:gd name="connsiteY0" fmla="*/ 0 h 843706"/>
                <a:gd name="connsiteX1" fmla="*/ 532685 w 843706"/>
                <a:gd name="connsiteY1" fmla="*/ 43566 h 843706"/>
                <a:gd name="connsiteX2" fmla="*/ 811415 w 843706"/>
                <a:gd name="connsiteY2" fmla="*/ 322296 h 843706"/>
                <a:gd name="connsiteX3" fmla="*/ 854981 w 843706"/>
                <a:gd name="connsiteY3" fmla="*/ 427529 h 843706"/>
                <a:gd name="connsiteX4" fmla="*/ 811415 w 843706"/>
                <a:gd name="connsiteY4" fmla="*/ 532762 h 843706"/>
                <a:gd name="connsiteX5" fmla="*/ 532685 w 843706"/>
                <a:gd name="connsiteY5" fmla="*/ 811492 h 843706"/>
                <a:gd name="connsiteX6" fmla="*/ 427452 w 843706"/>
                <a:gd name="connsiteY6" fmla="*/ 855058 h 843706"/>
                <a:gd name="connsiteX7" fmla="*/ 322219 w 843706"/>
                <a:gd name="connsiteY7" fmla="*/ 811492 h 843706"/>
                <a:gd name="connsiteX8" fmla="*/ 43489 w 843706"/>
                <a:gd name="connsiteY8" fmla="*/ 532762 h 843706"/>
                <a:gd name="connsiteX9" fmla="*/ 43489 w 843706"/>
                <a:gd name="connsiteY9" fmla="*/ 322296 h 843706"/>
                <a:gd name="connsiteX10" fmla="*/ 322219 w 843706"/>
                <a:gd name="connsiteY10" fmla="*/ 43566 h 843706"/>
                <a:gd name="connsiteX11" fmla="*/ 427452 w 843706"/>
                <a:gd name="connsiteY11" fmla="*/ 0 h 843706"/>
                <a:gd name="connsiteX12" fmla="*/ 427452 w 843706"/>
                <a:gd name="connsiteY12" fmla="*/ 847081 h 843706"/>
                <a:gd name="connsiteX13" fmla="*/ 527163 w 843706"/>
                <a:gd name="connsiteY13" fmla="*/ 805816 h 843706"/>
                <a:gd name="connsiteX14" fmla="*/ 805893 w 843706"/>
                <a:gd name="connsiteY14" fmla="*/ 527086 h 843706"/>
                <a:gd name="connsiteX15" fmla="*/ 847158 w 843706"/>
                <a:gd name="connsiteY15" fmla="*/ 427375 h 843706"/>
                <a:gd name="connsiteX16" fmla="*/ 805893 w 843706"/>
                <a:gd name="connsiteY16" fmla="*/ 327665 h 843706"/>
                <a:gd name="connsiteX17" fmla="*/ 527163 w 843706"/>
                <a:gd name="connsiteY17" fmla="*/ 48935 h 843706"/>
                <a:gd name="connsiteX18" fmla="*/ 427452 w 843706"/>
                <a:gd name="connsiteY18" fmla="*/ 7670 h 843706"/>
                <a:gd name="connsiteX19" fmla="*/ 327741 w 843706"/>
                <a:gd name="connsiteY19" fmla="*/ 48935 h 843706"/>
                <a:gd name="connsiteX20" fmla="*/ 49012 w 843706"/>
                <a:gd name="connsiteY20" fmla="*/ 327665 h 843706"/>
                <a:gd name="connsiteX21" fmla="*/ 49012 w 843706"/>
                <a:gd name="connsiteY21" fmla="*/ 526933 h 843706"/>
                <a:gd name="connsiteX22" fmla="*/ 327741 w 843706"/>
                <a:gd name="connsiteY22" fmla="*/ 805663 h 843706"/>
                <a:gd name="connsiteX23" fmla="*/ 427452 w 843706"/>
                <a:gd name="connsiteY23" fmla="*/ 847081 h 84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706" h="843706">
                  <a:moveTo>
                    <a:pt x="427452" y="0"/>
                  </a:moveTo>
                  <a:cubicBezTo>
                    <a:pt x="467183" y="0"/>
                    <a:pt x="504613" y="15494"/>
                    <a:pt x="532685" y="43566"/>
                  </a:cubicBezTo>
                  <a:lnTo>
                    <a:pt x="811415" y="322296"/>
                  </a:lnTo>
                  <a:cubicBezTo>
                    <a:pt x="839487" y="350368"/>
                    <a:pt x="854981" y="387798"/>
                    <a:pt x="854981" y="427529"/>
                  </a:cubicBezTo>
                  <a:cubicBezTo>
                    <a:pt x="854981" y="467260"/>
                    <a:pt x="839487" y="504690"/>
                    <a:pt x="811415" y="532762"/>
                  </a:cubicBezTo>
                  <a:lnTo>
                    <a:pt x="532685" y="811492"/>
                  </a:lnTo>
                  <a:cubicBezTo>
                    <a:pt x="504613" y="839564"/>
                    <a:pt x="467183" y="855058"/>
                    <a:pt x="427452" y="855058"/>
                  </a:cubicBezTo>
                  <a:cubicBezTo>
                    <a:pt x="387721" y="855058"/>
                    <a:pt x="350291" y="839564"/>
                    <a:pt x="322219" y="811492"/>
                  </a:cubicBezTo>
                  <a:lnTo>
                    <a:pt x="43489" y="532762"/>
                  </a:lnTo>
                  <a:cubicBezTo>
                    <a:pt x="-14496" y="474776"/>
                    <a:pt x="-14496" y="380281"/>
                    <a:pt x="43489" y="322296"/>
                  </a:cubicBezTo>
                  <a:lnTo>
                    <a:pt x="322219" y="43566"/>
                  </a:lnTo>
                  <a:cubicBezTo>
                    <a:pt x="350445" y="15494"/>
                    <a:pt x="387721" y="0"/>
                    <a:pt x="427452" y="0"/>
                  </a:cubicBezTo>
                  <a:close/>
                  <a:moveTo>
                    <a:pt x="427452" y="847081"/>
                  </a:moveTo>
                  <a:cubicBezTo>
                    <a:pt x="463501" y="847081"/>
                    <a:pt x="499551" y="833275"/>
                    <a:pt x="527163" y="805816"/>
                  </a:cubicBezTo>
                  <a:lnTo>
                    <a:pt x="805893" y="527086"/>
                  </a:lnTo>
                  <a:cubicBezTo>
                    <a:pt x="832584" y="500395"/>
                    <a:pt x="847158" y="465112"/>
                    <a:pt x="847158" y="427375"/>
                  </a:cubicBezTo>
                  <a:cubicBezTo>
                    <a:pt x="847158" y="389639"/>
                    <a:pt x="832431" y="354357"/>
                    <a:pt x="805893" y="327665"/>
                  </a:cubicBezTo>
                  <a:lnTo>
                    <a:pt x="527163" y="48935"/>
                  </a:lnTo>
                  <a:cubicBezTo>
                    <a:pt x="500625" y="22243"/>
                    <a:pt x="465189" y="7670"/>
                    <a:pt x="427452" y="7670"/>
                  </a:cubicBezTo>
                  <a:cubicBezTo>
                    <a:pt x="389869" y="7670"/>
                    <a:pt x="354433" y="22397"/>
                    <a:pt x="327741" y="48935"/>
                  </a:cubicBezTo>
                  <a:lnTo>
                    <a:pt x="49012" y="327665"/>
                  </a:lnTo>
                  <a:cubicBezTo>
                    <a:pt x="-5906" y="382582"/>
                    <a:pt x="-5906" y="472015"/>
                    <a:pt x="49012" y="526933"/>
                  </a:cubicBezTo>
                  <a:lnTo>
                    <a:pt x="327741" y="805663"/>
                  </a:lnTo>
                  <a:cubicBezTo>
                    <a:pt x="355354" y="833428"/>
                    <a:pt x="391403" y="847081"/>
                    <a:pt x="427452" y="847081"/>
                  </a:cubicBezTo>
                  <a:close/>
                </a:path>
              </a:pathLst>
            </a:custGeom>
            <a:solidFill>
              <a:srgbClr val="1BB6B3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611DC9-F3CB-4B10-BA96-5CD5CE4E5200}"/>
              </a:ext>
            </a:extLst>
          </p:cNvPr>
          <p:cNvGrpSpPr/>
          <p:nvPr/>
        </p:nvGrpSpPr>
        <p:grpSpPr>
          <a:xfrm>
            <a:off x="5207749" y="3749416"/>
            <a:ext cx="843706" cy="1715177"/>
            <a:chOff x="5207749" y="3749416"/>
            <a:chExt cx="843706" cy="171517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A444D0D-1AF9-49B8-AAE4-6FFF577E62D3}"/>
                </a:ext>
              </a:extLst>
            </p:cNvPr>
            <p:cNvSpPr/>
            <p:nvPr/>
          </p:nvSpPr>
          <p:spPr>
            <a:xfrm>
              <a:off x="5554512" y="3780863"/>
              <a:ext cx="153401" cy="153401"/>
            </a:xfrm>
            <a:custGeom>
              <a:avLst/>
              <a:gdLst>
                <a:gd name="connsiteX0" fmla="*/ 0 w 153401"/>
                <a:gd name="connsiteY0" fmla="*/ 83757 h 153401"/>
                <a:gd name="connsiteX1" fmla="*/ 83757 w 153401"/>
                <a:gd name="connsiteY1" fmla="*/ 0 h 153401"/>
                <a:gd name="connsiteX2" fmla="*/ 167514 w 153401"/>
                <a:gd name="connsiteY2" fmla="*/ 83757 h 153401"/>
                <a:gd name="connsiteX3" fmla="*/ 83757 w 153401"/>
                <a:gd name="connsiteY3" fmla="*/ 167514 h 153401"/>
                <a:gd name="connsiteX4" fmla="*/ 0 w 153401"/>
                <a:gd name="connsiteY4" fmla="*/ 83757 h 153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01" h="153401">
                  <a:moveTo>
                    <a:pt x="0" y="83757"/>
                  </a:moveTo>
                  <a:cubicBezTo>
                    <a:pt x="0" y="37583"/>
                    <a:pt x="37430" y="0"/>
                    <a:pt x="83757" y="0"/>
                  </a:cubicBezTo>
                  <a:cubicBezTo>
                    <a:pt x="129931" y="0"/>
                    <a:pt x="167514" y="37430"/>
                    <a:pt x="167514" y="83757"/>
                  </a:cubicBezTo>
                  <a:cubicBezTo>
                    <a:pt x="167514" y="129931"/>
                    <a:pt x="130084" y="167514"/>
                    <a:pt x="83757" y="167514"/>
                  </a:cubicBezTo>
                  <a:cubicBezTo>
                    <a:pt x="37430" y="167514"/>
                    <a:pt x="0" y="129931"/>
                    <a:pt x="0" y="83757"/>
                  </a:cubicBezTo>
                  <a:close/>
                </a:path>
              </a:pathLst>
            </a:custGeom>
            <a:solidFill>
              <a:srgbClr val="FA9E28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6A567C-E9C5-4AB2-BA5F-31A4E099F57F}"/>
                </a:ext>
              </a:extLst>
            </p:cNvPr>
            <p:cNvSpPr/>
            <p:nvPr/>
          </p:nvSpPr>
          <p:spPr>
            <a:xfrm>
              <a:off x="5633053" y="3975836"/>
              <a:ext cx="15340" cy="644285"/>
            </a:xfrm>
            <a:custGeom>
              <a:avLst/>
              <a:gdLst>
                <a:gd name="connsiteX0" fmla="*/ 0 w 0"/>
                <a:gd name="connsiteY0" fmla="*/ 0 h 644284"/>
                <a:gd name="connsiteX1" fmla="*/ 7824 w 0"/>
                <a:gd name="connsiteY1" fmla="*/ 0 h 644284"/>
                <a:gd name="connsiteX2" fmla="*/ 7824 w 0"/>
                <a:gd name="connsiteY2" fmla="*/ 647659 h 644284"/>
                <a:gd name="connsiteX3" fmla="*/ 0 w 0"/>
                <a:gd name="connsiteY3" fmla="*/ 647659 h 64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644284">
                  <a:moveTo>
                    <a:pt x="0" y="0"/>
                  </a:moveTo>
                  <a:lnTo>
                    <a:pt x="7824" y="0"/>
                  </a:lnTo>
                  <a:lnTo>
                    <a:pt x="7824" y="647659"/>
                  </a:lnTo>
                  <a:lnTo>
                    <a:pt x="0" y="647659"/>
                  </a:lnTo>
                  <a:close/>
                </a:path>
              </a:pathLst>
            </a:custGeom>
            <a:solidFill>
              <a:srgbClr val="FA9E28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AC13960-0F30-43D2-AF60-C3E74235C1A8}"/>
                </a:ext>
              </a:extLst>
            </p:cNvPr>
            <p:cNvSpPr/>
            <p:nvPr/>
          </p:nvSpPr>
          <p:spPr>
            <a:xfrm>
              <a:off x="5523065" y="3749416"/>
              <a:ext cx="230102" cy="230102"/>
            </a:xfrm>
            <a:custGeom>
              <a:avLst/>
              <a:gdLst>
                <a:gd name="connsiteX0" fmla="*/ 115204 w 230101"/>
                <a:gd name="connsiteY0" fmla="*/ 0 h 230101"/>
                <a:gd name="connsiteX1" fmla="*/ 230408 w 230101"/>
                <a:gd name="connsiteY1" fmla="*/ 115204 h 230101"/>
                <a:gd name="connsiteX2" fmla="*/ 115204 w 230101"/>
                <a:gd name="connsiteY2" fmla="*/ 230409 h 230101"/>
                <a:gd name="connsiteX3" fmla="*/ 0 w 230101"/>
                <a:gd name="connsiteY3" fmla="*/ 115204 h 230101"/>
                <a:gd name="connsiteX4" fmla="*/ 115204 w 230101"/>
                <a:gd name="connsiteY4" fmla="*/ 0 h 230101"/>
                <a:gd name="connsiteX5" fmla="*/ 115204 w 230101"/>
                <a:gd name="connsiteY5" fmla="*/ 222432 h 230101"/>
                <a:gd name="connsiteX6" fmla="*/ 222432 w 230101"/>
                <a:gd name="connsiteY6" fmla="*/ 115204 h 230101"/>
                <a:gd name="connsiteX7" fmla="*/ 115204 w 230101"/>
                <a:gd name="connsiteY7" fmla="*/ 7823 h 230101"/>
                <a:gd name="connsiteX8" fmla="*/ 7824 w 230101"/>
                <a:gd name="connsiteY8" fmla="*/ 115204 h 230101"/>
                <a:gd name="connsiteX9" fmla="*/ 115204 w 230101"/>
                <a:gd name="connsiteY9" fmla="*/ 222432 h 23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0101" h="230101">
                  <a:moveTo>
                    <a:pt x="115204" y="0"/>
                  </a:moveTo>
                  <a:cubicBezTo>
                    <a:pt x="178712" y="0"/>
                    <a:pt x="230408" y="51696"/>
                    <a:pt x="230408" y="115204"/>
                  </a:cubicBezTo>
                  <a:cubicBezTo>
                    <a:pt x="230408" y="178712"/>
                    <a:pt x="178712" y="230409"/>
                    <a:pt x="115204" y="230409"/>
                  </a:cubicBezTo>
                  <a:cubicBezTo>
                    <a:pt x="51696" y="230409"/>
                    <a:pt x="0" y="178712"/>
                    <a:pt x="0" y="115204"/>
                  </a:cubicBezTo>
                  <a:cubicBezTo>
                    <a:pt x="0" y="51696"/>
                    <a:pt x="51696" y="0"/>
                    <a:pt x="115204" y="0"/>
                  </a:cubicBezTo>
                  <a:close/>
                  <a:moveTo>
                    <a:pt x="115204" y="222432"/>
                  </a:moveTo>
                  <a:cubicBezTo>
                    <a:pt x="174417" y="222432"/>
                    <a:pt x="222432" y="174264"/>
                    <a:pt x="222432" y="115204"/>
                  </a:cubicBezTo>
                  <a:cubicBezTo>
                    <a:pt x="222432" y="55991"/>
                    <a:pt x="174263" y="7823"/>
                    <a:pt x="115204" y="7823"/>
                  </a:cubicBezTo>
                  <a:cubicBezTo>
                    <a:pt x="55991" y="7823"/>
                    <a:pt x="7824" y="55991"/>
                    <a:pt x="7824" y="115204"/>
                  </a:cubicBezTo>
                  <a:cubicBezTo>
                    <a:pt x="7824" y="174417"/>
                    <a:pt x="55991" y="222432"/>
                    <a:pt x="115204" y="222432"/>
                  </a:cubicBezTo>
                  <a:close/>
                </a:path>
              </a:pathLst>
            </a:custGeom>
            <a:solidFill>
              <a:srgbClr val="FA9E28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FA7FE0-AC58-42DD-8C92-0D13C54E3B90}"/>
                </a:ext>
              </a:extLst>
            </p:cNvPr>
            <p:cNvSpPr/>
            <p:nvPr/>
          </p:nvSpPr>
          <p:spPr>
            <a:xfrm>
              <a:off x="5246981" y="4660312"/>
              <a:ext cx="767005" cy="767005"/>
            </a:xfrm>
            <a:custGeom>
              <a:avLst/>
              <a:gdLst>
                <a:gd name="connsiteX0" fmla="*/ 42454 w 767005"/>
                <a:gd name="connsiteY0" fmla="*/ 490577 h 767005"/>
                <a:gd name="connsiteX1" fmla="*/ 285748 w 767005"/>
                <a:gd name="connsiteY1" fmla="*/ 734024 h 767005"/>
                <a:gd name="connsiteX2" fmla="*/ 490692 w 767005"/>
                <a:gd name="connsiteY2" fmla="*/ 734024 h 767005"/>
                <a:gd name="connsiteX3" fmla="*/ 733986 w 767005"/>
                <a:gd name="connsiteY3" fmla="*/ 490577 h 767005"/>
                <a:gd name="connsiteX4" fmla="*/ 733986 w 767005"/>
                <a:gd name="connsiteY4" fmla="*/ 285786 h 767005"/>
                <a:gd name="connsiteX5" fmla="*/ 490692 w 767005"/>
                <a:gd name="connsiteY5" fmla="*/ 42339 h 767005"/>
                <a:gd name="connsiteX6" fmla="*/ 285748 w 767005"/>
                <a:gd name="connsiteY6" fmla="*/ 42339 h 767005"/>
                <a:gd name="connsiteX7" fmla="*/ 42454 w 767005"/>
                <a:gd name="connsiteY7" fmla="*/ 285786 h 767005"/>
                <a:gd name="connsiteX8" fmla="*/ 42454 w 767005"/>
                <a:gd name="connsiteY8" fmla="*/ 490577 h 767005"/>
                <a:gd name="connsiteX9" fmla="*/ 141551 w 767005"/>
                <a:gd name="connsiteY9" fmla="*/ 315086 h 767005"/>
                <a:gd name="connsiteX10" fmla="*/ 315201 w 767005"/>
                <a:gd name="connsiteY10" fmla="*/ 141436 h 767005"/>
                <a:gd name="connsiteX11" fmla="*/ 461392 w 767005"/>
                <a:gd name="connsiteY11" fmla="*/ 141436 h 767005"/>
                <a:gd name="connsiteX12" fmla="*/ 635042 w 767005"/>
                <a:gd name="connsiteY12" fmla="*/ 315086 h 767005"/>
                <a:gd name="connsiteX13" fmla="*/ 635042 w 767005"/>
                <a:gd name="connsiteY13" fmla="*/ 461277 h 767005"/>
                <a:gd name="connsiteX14" fmla="*/ 461392 w 767005"/>
                <a:gd name="connsiteY14" fmla="*/ 634927 h 767005"/>
                <a:gd name="connsiteX15" fmla="*/ 315201 w 767005"/>
                <a:gd name="connsiteY15" fmla="*/ 634927 h 767005"/>
                <a:gd name="connsiteX16" fmla="*/ 141551 w 767005"/>
                <a:gd name="connsiteY16" fmla="*/ 461277 h 767005"/>
                <a:gd name="connsiteX17" fmla="*/ 141551 w 767005"/>
                <a:gd name="connsiteY17" fmla="*/ 315086 h 767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7005" h="767005">
                  <a:moveTo>
                    <a:pt x="42454" y="490577"/>
                  </a:moveTo>
                  <a:lnTo>
                    <a:pt x="285748" y="734024"/>
                  </a:lnTo>
                  <a:cubicBezTo>
                    <a:pt x="342353" y="790629"/>
                    <a:pt x="434087" y="790629"/>
                    <a:pt x="490692" y="734024"/>
                  </a:cubicBezTo>
                  <a:lnTo>
                    <a:pt x="733986" y="490577"/>
                  </a:lnTo>
                  <a:cubicBezTo>
                    <a:pt x="790591" y="434125"/>
                    <a:pt x="790591" y="342238"/>
                    <a:pt x="733986" y="285786"/>
                  </a:cubicBezTo>
                  <a:lnTo>
                    <a:pt x="490692" y="42339"/>
                  </a:lnTo>
                  <a:cubicBezTo>
                    <a:pt x="434087" y="-14113"/>
                    <a:pt x="342353" y="-14113"/>
                    <a:pt x="285748" y="42339"/>
                  </a:cubicBezTo>
                  <a:lnTo>
                    <a:pt x="42454" y="285786"/>
                  </a:lnTo>
                  <a:cubicBezTo>
                    <a:pt x="-14151" y="342238"/>
                    <a:pt x="-14151" y="433972"/>
                    <a:pt x="42454" y="490577"/>
                  </a:cubicBezTo>
                  <a:close/>
                  <a:moveTo>
                    <a:pt x="141551" y="315086"/>
                  </a:moveTo>
                  <a:lnTo>
                    <a:pt x="315201" y="141436"/>
                  </a:lnTo>
                  <a:cubicBezTo>
                    <a:pt x="355545" y="101091"/>
                    <a:pt x="421048" y="101091"/>
                    <a:pt x="461392" y="141436"/>
                  </a:cubicBezTo>
                  <a:lnTo>
                    <a:pt x="635042" y="315086"/>
                  </a:lnTo>
                  <a:cubicBezTo>
                    <a:pt x="675387" y="355430"/>
                    <a:pt x="675387" y="420933"/>
                    <a:pt x="635042" y="461277"/>
                  </a:cubicBezTo>
                  <a:lnTo>
                    <a:pt x="461392" y="634927"/>
                  </a:lnTo>
                  <a:cubicBezTo>
                    <a:pt x="421048" y="675271"/>
                    <a:pt x="355545" y="675271"/>
                    <a:pt x="315201" y="634927"/>
                  </a:cubicBezTo>
                  <a:lnTo>
                    <a:pt x="141551" y="461277"/>
                  </a:lnTo>
                  <a:cubicBezTo>
                    <a:pt x="101207" y="420779"/>
                    <a:pt x="101207" y="355430"/>
                    <a:pt x="141551" y="315086"/>
                  </a:cubicBezTo>
                  <a:close/>
                </a:path>
              </a:pathLst>
            </a:custGeom>
            <a:solidFill>
              <a:srgbClr val="FA9E28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FDEFA05-08A3-4527-AFBC-A460E5A4B3FB}"/>
                </a:ext>
              </a:extLst>
            </p:cNvPr>
            <p:cNvSpPr/>
            <p:nvPr/>
          </p:nvSpPr>
          <p:spPr>
            <a:xfrm>
              <a:off x="5207749" y="4620887"/>
              <a:ext cx="843706" cy="843706"/>
            </a:xfrm>
            <a:custGeom>
              <a:avLst/>
              <a:gdLst>
                <a:gd name="connsiteX0" fmla="*/ 427452 w 843706"/>
                <a:gd name="connsiteY0" fmla="*/ 0 h 843706"/>
                <a:gd name="connsiteX1" fmla="*/ 532686 w 843706"/>
                <a:gd name="connsiteY1" fmla="*/ 43566 h 843706"/>
                <a:gd name="connsiteX2" fmla="*/ 811415 w 843706"/>
                <a:gd name="connsiteY2" fmla="*/ 322296 h 843706"/>
                <a:gd name="connsiteX3" fmla="*/ 854981 w 843706"/>
                <a:gd name="connsiteY3" fmla="*/ 427529 h 843706"/>
                <a:gd name="connsiteX4" fmla="*/ 811415 w 843706"/>
                <a:gd name="connsiteY4" fmla="*/ 532762 h 843706"/>
                <a:gd name="connsiteX5" fmla="*/ 532686 w 843706"/>
                <a:gd name="connsiteY5" fmla="*/ 811492 h 843706"/>
                <a:gd name="connsiteX6" fmla="*/ 427452 w 843706"/>
                <a:gd name="connsiteY6" fmla="*/ 855058 h 843706"/>
                <a:gd name="connsiteX7" fmla="*/ 322219 w 843706"/>
                <a:gd name="connsiteY7" fmla="*/ 811492 h 843706"/>
                <a:gd name="connsiteX8" fmla="*/ 43489 w 843706"/>
                <a:gd name="connsiteY8" fmla="*/ 532762 h 843706"/>
                <a:gd name="connsiteX9" fmla="*/ 43489 w 843706"/>
                <a:gd name="connsiteY9" fmla="*/ 322296 h 843706"/>
                <a:gd name="connsiteX10" fmla="*/ 322219 w 843706"/>
                <a:gd name="connsiteY10" fmla="*/ 43566 h 843706"/>
                <a:gd name="connsiteX11" fmla="*/ 427452 w 843706"/>
                <a:gd name="connsiteY11" fmla="*/ 0 h 843706"/>
                <a:gd name="connsiteX12" fmla="*/ 427452 w 843706"/>
                <a:gd name="connsiteY12" fmla="*/ 847081 h 843706"/>
                <a:gd name="connsiteX13" fmla="*/ 527163 w 843706"/>
                <a:gd name="connsiteY13" fmla="*/ 805816 h 843706"/>
                <a:gd name="connsiteX14" fmla="*/ 805893 w 843706"/>
                <a:gd name="connsiteY14" fmla="*/ 527086 h 843706"/>
                <a:gd name="connsiteX15" fmla="*/ 847158 w 843706"/>
                <a:gd name="connsiteY15" fmla="*/ 427375 h 843706"/>
                <a:gd name="connsiteX16" fmla="*/ 805893 w 843706"/>
                <a:gd name="connsiteY16" fmla="*/ 327665 h 843706"/>
                <a:gd name="connsiteX17" fmla="*/ 527163 w 843706"/>
                <a:gd name="connsiteY17" fmla="*/ 48935 h 843706"/>
                <a:gd name="connsiteX18" fmla="*/ 427452 w 843706"/>
                <a:gd name="connsiteY18" fmla="*/ 7670 h 843706"/>
                <a:gd name="connsiteX19" fmla="*/ 327895 w 843706"/>
                <a:gd name="connsiteY19" fmla="*/ 48935 h 843706"/>
                <a:gd name="connsiteX20" fmla="*/ 49165 w 843706"/>
                <a:gd name="connsiteY20" fmla="*/ 327665 h 843706"/>
                <a:gd name="connsiteX21" fmla="*/ 49165 w 843706"/>
                <a:gd name="connsiteY21" fmla="*/ 526933 h 843706"/>
                <a:gd name="connsiteX22" fmla="*/ 327895 w 843706"/>
                <a:gd name="connsiteY22" fmla="*/ 805663 h 843706"/>
                <a:gd name="connsiteX23" fmla="*/ 427452 w 843706"/>
                <a:gd name="connsiteY23" fmla="*/ 847081 h 84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706" h="843706">
                  <a:moveTo>
                    <a:pt x="427452" y="0"/>
                  </a:moveTo>
                  <a:cubicBezTo>
                    <a:pt x="467183" y="0"/>
                    <a:pt x="504613" y="15494"/>
                    <a:pt x="532686" y="43566"/>
                  </a:cubicBezTo>
                  <a:lnTo>
                    <a:pt x="811415" y="322296"/>
                  </a:lnTo>
                  <a:cubicBezTo>
                    <a:pt x="839488" y="350368"/>
                    <a:pt x="854981" y="387798"/>
                    <a:pt x="854981" y="427529"/>
                  </a:cubicBezTo>
                  <a:cubicBezTo>
                    <a:pt x="854981" y="467260"/>
                    <a:pt x="839488" y="504690"/>
                    <a:pt x="811415" y="532762"/>
                  </a:cubicBezTo>
                  <a:lnTo>
                    <a:pt x="532686" y="811492"/>
                  </a:lnTo>
                  <a:cubicBezTo>
                    <a:pt x="504613" y="839564"/>
                    <a:pt x="467183" y="855058"/>
                    <a:pt x="427452" y="855058"/>
                  </a:cubicBezTo>
                  <a:cubicBezTo>
                    <a:pt x="387721" y="855058"/>
                    <a:pt x="350291" y="839564"/>
                    <a:pt x="322219" y="811492"/>
                  </a:cubicBezTo>
                  <a:lnTo>
                    <a:pt x="43489" y="532762"/>
                  </a:lnTo>
                  <a:cubicBezTo>
                    <a:pt x="-14496" y="474776"/>
                    <a:pt x="-14496" y="380281"/>
                    <a:pt x="43489" y="322296"/>
                  </a:cubicBezTo>
                  <a:lnTo>
                    <a:pt x="322219" y="43566"/>
                  </a:lnTo>
                  <a:cubicBezTo>
                    <a:pt x="350445" y="15494"/>
                    <a:pt x="387721" y="0"/>
                    <a:pt x="427452" y="0"/>
                  </a:cubicBezTo>
                  <a:close/>
                  <a:moveTo>
                    <a:pt x="427452" y="847081"/>
                  </a:moveTo>
                  <a:cubicBezTo>
                    <a:pt x="463501" y="847081"/>
                    <a:pt x="499551" y="833275"/>
                    <a:pt x="527163" y="805816"/>
                  </a:cubicBezTo>
                  <a:lnTo>
                    <a:pt x="805893" y="527086"/>
                  </a:lnTo>
                  <a:cubicBezTo>
                    <a:pt x="832584" y="500395"/>
                    <a:pt x="847158" y="465112"/>
                    <a:pt x="847158" y="427375"/>
                  </a:cubicBezTo>
                  <a:cubicBezTo>
                    <a:pt x="847158" y="389639"/>
                    <a:pt x="832431" y="354357"/>
                    <a:pt x="805893" y="327665"/>
                  </a:cubicBezTo>
                  <a:lnTo>
                    <a:pt x="527163" y="48935"/>
                  </a:lnTo>
                  <a:cubicBezTo>
                    <a:pt x="500624" y="22243"/>
                    <a:pt x="465189" y="7670"/>
                    <a:pt x="427452" y="7670"/>
                  </a:cubicBezTo>
                  <a:cubicBezTo>
                    <a:pt x="389869" y="7670"/>
                    <a:pt x="354433" y="22397"/>
                    <a:pt x="327895" y="48935"/>
                  </a:cubicBezTo>
                  <a:lnTo>
                    <a:pt x="49165" y="327665"/>
                  </a:lnTo>
                  <a:cubicBezTo>
                    <a:pt x="-5752" y="382582"/>
                    <a:pt x="-5752" y="472015"/>
                    <a:pt x="49165" y="526933"/>
                  </a:cubicBezTo>
                  <a:lnTo>
                    <a:pt x="327895" y="805663"/>
                  </a:lnTo>
                  <a:cubicBezTo>
                    <a:pt x="355353" y="833428"/>
                    <a:pt x="391403" y="847081"/>
                    <a:pt x="427452" y="847081"/>
                  </a:cubicBezTo>
                  <a:close/>
                </a:path>
              </a:pathLst>
            </a:custGeom>
            <a:solidFill>
              <a:srgbClr val="FA9E28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06BF926-C0F2-460B-B0DD-77DBBF931CFE}"/>
              </a:ext>
            </a:extLst>
          </p:cNvPr>
          <p:cNvGrpSpPr/>
          <p:nvPr/>
        </p:nvGrpSpPr>
        <p:grpSpPr>
          <a:xfrm>
            <a:off x="8104729" y="3749416"/>
            <a:ext cx="843706" cy="1715177"/>
            <a:chOff x="8104729" y="3749416"/>
            <a:chExt cx="843706" cy="1715177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B4E61B5-7096-4957-91B9-0EEF39ACDEB1}"/>
                </a:ext>
              </a:extLst>
            </p:cNvPr>
            <p:cNvGrpSpPr/>
            <p:nvPr/>
          </p:nvGrpSpPr>
          <p:grpSpPr>
            <a:xfrm>
              <a:off x="8143961" y="3749416"/>
              <a:ext cx="767005" cy="1677901"/>
              <a:chOff x="8143961" y="3749416"/>
              <a:chExt cx="767005" cy="1677901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FF748C9-D863-43B0-99B1-F249452B2ADF}"/>
                  </a:ext>
                </a:extLst>
              </p:cNvPr>
              <p:cNvSpPr/>
              <p:nvPr/>
            </p:nvSpPr>
            <p:spPr>
              <a:xfrm>
                <a:off x="8451492" y="3780863"/>
                <a:ext cx="153401" cy="153401"/>
              </a:xfrm>
              <a:custGeom>
                <a:avLst/>
                <a:gdLst>
                  <a:gd name="connsiteX0" fmla="*/ 0 w 153401"/>
                  <a:gd name="connsiteY0" fmla="*/ 83757 h 153401"/>
                  <a:gd name="connsiteX1" fmla="*/ 83757 w 153401"/>
                  <a:gd name="connsiteY1" fmla="*/ 0 h 153401"/>
                  <a:gd name="connsiteX2" fmla="*/ 167514 w 153401"/>
                  <a:gd name="connsiteY2" fmla="*/ 83757 h 153401"/>
                  <a:gd name="connsiteX3" fmla="*/ 83757 w 153401"/>
                  <a:gd name="connsiteY3" fmla="*/ 167514 h 153401"/>
                  <a:gd name="connsiteX4" fmla="*/ 0 w 153401"/>
                  <a:gd name="connsiteY4" fmla="*/ 83757 h 153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401" h="153401">
                    <a:moveTo>
                      <a:pt x="0" y="83757"/>
                    </a:moveTo>
                    <a:cubicBezTo>
                      <a:pt x="0" y="37583"/>
                      <a:pt x="37430" y="0"/>
                      <a:pt x="83757" y="0"/>
                    </a:cubicBezTo>
                    <a:cubicBezTo>
                      <a:pt x="129931" y="0"/>
                      <a:pt x="167514" y="37430"/>
                      <a:pt x="167514" y="83757"/>
                    </a:cubicBezTo>
                    <a:cubicBezTo>
                      <a:pt x="167514" y="129931"/>
                      <a:pt x="130084" y="167514"/>
                      <a:pt x="83757" y="167514"/>
                    </a:cubicBezTo>
                    <a:cubicBezTo>
                      <a:pt x="37430" y="167514"/>
                      <a:pt x="0" y="129931"/>
                      <a:pt x="0" y="83757"/>
                    </a:cubicBezTo>
                    <a:close/>
                  </a:path>
                </a:pathLst>
              </a:custGeom>
              <a:solidFill>
                <a:srgbClr val="851022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271FCB6-9866-4ACE-9532-23E87F08D7E4}"/>
                  </a:ext>
                </a:extLst>
              </p:cNvPr>
              <p:cNvSpPr/>
              <p:nvPr/>
            </p:nvSpPr>
            <p:spPr>
              <a:xfrm>
                <a:off x="8530033" y="3975836"/>
                <a:ext cx="15340" cy="644285"/>
              </a:xfrm>
              <a:custGeom>
                <a:avLst/>
                <a:gdLst>
                  <a:gd name="connsiteX0" fmla="*/ 0 w 0"/>
                  <a:gd name="connsiteY0" fmla="*/ 0 h 644284"/>
                  <a:gd name="connsiteX1" fmla="*/ 7823 w 0"/>
                  <a:gd name="connsiteY1" fmla="*/ 0 h 644284"/>
                  <a:gd name="connsiteX2" fmla="*/ 7823 w 0"/>
                  <a:gd name="connsiteY2" fmla="*/ 647659 h 644284"/>
                  <a:gd name="connsiteX3" fmla="*/ 0 w 0"/>
                  <a:gd name="connsiteY3" fmla="*/ 647659 h 64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h="644284">
                    <a:moveTo>
                      <a:pt x="0" y="0"/>
                    </a:moveTo>
                    <a:lnTo>
                      <a:pt x="7823" y="0"/>
                    </a:lnTo>
                    <a:lnTo>
                      <a:pt x="7823" y="647659"/>
                    </a:lnTo>
                    <a:lnTo>
                      <a:pt x="0" y="647659"/>
                    </a:lnTo>
                    <a:close/>
                  </a:path>
                </a:pathLst>
              </a:custGeom>
              <a:solidFill>
                <a:srgbClr val="851022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CF6E945B-8CA1-4019-B491-E97F53893A79}"/>
                  </a:ext>
                </a:extLst>
              </p:cNvPr>
              <p:cNvSpPr/>
              <p:nvPr/>
            </p:nvSpPr>
            <p:spPr>
              <a:xfrm>
                <a:off x="8420045" y="3749416"/>
                <a:ext cx="230102" cy="230102"/>
              </a:xfrm>
              <a:custGeom>
                <a:avLst/>
                <a:gdLst>
                  <a:gd name="connsiteX0" fmla="*/ 115204 w 230101"/>
                  <a:gd name="connsiteY0" fmla="*/ 0 h 230101"/>
                  <a:gd name="connsiteX1" fmla="*/ 230408 w 230101"/>
                  <a:gd name="connsiteY1" fmla="*/ 115204 h 230101"/>
                  <a:gd name="connsiteX2" fmla="*/ 115204 w 230101"/>
                  <a:gd name="connsiteY2" fmla="*/ 230409 h 230101"/>
                  <a:gd name="connsiteX3" fmla="*/ 0 w 230101"/>
                  <a:gd name="connsiteY3" fmla="*/ 115204 h 230101"/>
                  <a:gd name="connsiteX4" fmla="*/ 115204 w 230101"/>
                  <a:gd name="connsiteY4" fmla="*/ 0 h 230101"/>
                  <a:gd name="connsiteX5" fmla="*/ 115204 w 230101"/>
                  <a:gd name="connsiteY5" fmla="*/ 222432 h 230101"/>
                  <a:gd name="connsiteX6" fmla="*/ 222432 w 230101"/>
                  <a:gd name="connsiteY6" fmla="*/ 115204 h 230101"/>
                  <a:gd name="connsiteX7" fmla="*/ 115204 w 230101"/>
                  <a:gd name="connsiteY7" fmla="*/ 7823 h 230101"/>
                  <a:gd name="connsiteX8" fmla="*/ 7823 w 230101"/>
                  <a:gd name="connsiteY8" fmla="*/ 115204 h 230101"/>
                  <a:gd name="connsiteX9" fmla="*/ 115204 w 230101"/>
                  <a:gd name="connsiteY9" fmla="*/ 222432 h 230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0101" h="230101">
                    <a:moveTo>
                      <a:pt x="115204" y="0"/>
                    </a:moveTo>
                    <a:cubicBezTo>
                      <a:pt x="178712" y="0"/>
                      <a:pt x="230408" y="51696"/>
                      <a:pt x="230408" y="115204"/>
                    </a:cubicBezTo>
                    <a:cubicBezTo>
                      <a:pt x="230408" y="178712"/>
                      <a:pt x="178712" y="230409"/>
                      <a:pt x="115204" y="230409"/>
                    </a:cubicBezTo>
                    <a:cubicBezTo>
                      <a:pt x="51696" y="230409"/>
                      <a:pt x="0" y="178712"/>
                      <a:pt x="0" y="115204"/>
                    </a:cubicBezTo>
                    <a:cubicBezTo>
                      <a:pt x="0" y="51696"/>
                      <a:pt x="51696" y="0"/>
                      <a:pt x="115204" y="0"/>
                    </a:cubicBezTo>
                    <a:close/>
                    <a:moveTo>
                      <a:pt x="115204" y="222432"/>
                    </a:moveTo>
                    <a:cubicBezTo>
                      <a:pt x="174417" y="222432"/>
                      <a:pt x="222432" y="174264"/>
                      <a:pt x="222432" y="115204"/>
                    </a:cubicBezTo>
                    <a:cubicBezTo>
                      <a:pt x="222432" y="55991"/>
                      <a:pt x="174263" y="7823"/>
                      <a:pt x="115204" y="7823"/>
                    </a:cubicBezTo>
                    <a:cubicBezTo>
                      <a:pt x="55991" y="7823"/>
                      <a:pt x="7823" y="55991"/>
                      <a:pt x="7823" y="115204"/>
                    </a:cubicBezTo>
                    <a:cubicBezTo>
                      <a:pt x="7823" y="174417"/>
                      <a:pt x="55991" y="222432"/>
                      <a:pt x="115204" y="222432"/>
                    </a:cubicBezTo>
                    <a:close/>
                  </a:path>
                </a:pathLst>
              </a:custGeom>
              <a:solidFill>
                <a:srgbClr val="851022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BC49D10-A8C7-45E3-A65C-816121B9C364}"/>
                  </a:ext>
                </a:extLst>
              </p:cNvPr>
              <p:cNvSpPr/>
              <p:nvPr/>
            </p:nvSpPr>
            <p:spPr>
              <a:xfrm>
                <a:off x="8143961" y="4660312"/>
                <a:ext cx="767005" cy="767005"/>
              </a:xfrm>
              <a:custGeom>
                <a:avLst/>
                <a:gdLst>
                  <a:gd name="connsiteX0" fmla="*/ 42454 w 767005"/>
                  <a:gd name="connsiteY0" fmla="*/ 490577 h 767005"/>
                  <a:gd name="connsiteX1" fmla="*/ 285748 w 767005"/>
                  <a:gd name="connsiteY1" fmla="*/ 734024 h 767005"/>
                  <a:gd name="connsiteX2" fmla="*/ 490692 w 767005"/>
                  <a:gd name="connsiteY2" fmla="*/ 734024 h 767005"/>
                  <a:gd name="connsiteX3" fmla="*/ 733986 w 767005"/>
                  <a:gd name="connsiteY3" fmla="*/ 490577 h 767005"/>
                  <a:gd name="connsiteX4" fmla="*/ 733986 w 767005"/>
                  <a:gd name="connsiteY4" fmla="*/ 285786 h 767005"/>
                  <a:gd name="connsiteX5" fmla="*/ 490692 w 767005"/>
                  <a:gd name="connsiteY5" fmla="*/ 42339 h 767005"/>
                  <a:gd name="connsiteX6" fmla="*/ 285748 w 767005"/>
                  <a:gd name="connsiteY6" fmla="*/ 42339 h 767005"/>
                  <a:gd name="connsiteX7" fmla="*/ 42454 w 767005"/>
                  <a:gd name="connsiteY7" fmla="*/ 285786 h 767005"/>
                  <a:gd name="connsiteX8" fmla="*/ 42454 w 767005"/>
                  <a:gd name="connsiteY8" fmla="*/ 490577 h 767005"/>
                  <a:gd name="connsiteX9" fmla="*/ 141551 w 767005"/>
                  <a:gd name="connsiteY9" fmla="*/ 315086 h 767005"/>
                  <a:gd name="connsiteX10" fmla="*/ 315201 w 767005"/>
                  <a:gd name="connsiteY10" fmla="*/ 141436 h 767005"/>
                  <a:gd name="connsiteX11" fmla="*/ 461392 w 767005"/>
                  <a:gd name="connsiteY11" fmla="*/ 141436 h 767005"/>
                  <a:gd name="connsiteX12" fmla="*/ 635042 w 767005"/>
                  <a:gd name="connsiteY12" fmla="*/ 315086 h 767005"/>
                  <a:gd name="connsiteX13" fmla="*/ 635042 w 767005"/>
                  <a:gd name="connsiteY13" fmla="*/ 461277 h 767005"/>
                  <a:gd name="connsiteX14" fmla="*/ 461392 w 767005"/>
                  <a:gd name="connsiteY14" fmla="*/ 634927 h 767005"/>
                  <a:gd name="connsiteX15" fmla="*/ 315201 w 767005"/>
                  <a:gd name="connsiteY15" fmla="*/ 634927 h 767005"/>
                  <a:gd name="connsiteX16" fmla="*/ 141551 w 767005"/>
                  <a:gd name="connsiteY16" fmla="*/ 461277 h 767005"/>
                  <a:gd name="connsiteX17" fmla="*/ 141551 w 767005"/>
                  <a:gd name="connsiteY17" fmla="*/ 315086 h 767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67005" h="767005">
                    <a:moveTo>
                      <a:pt x="42454" y="490577"/>
                    </a:moveTo>
                    <a:lnTo>
                      <a:pt x="285748" y="734024"/>
                    </a:lnTo>
                    <a:cubicBezTo>
                      <a:pt x="342353" y="790629"/>
                      <a:pt x="434087" y="790629"/>
                      <a:pt x="490692" y="734024"/>
                    </a:cubicBezTo>
                    <a:lnTo>
                      <a:pt x="733986" y="490577"/>
                    </a:lnTo>
                    <a:cubicBezTo>
                      <a:pt x="790591" y="434125"/>
                      <a:pt x="790591" y="342238"/>
                      <a:pt x="733986" y="285786"/>
                    </a:cubicBezTo>
                    <a:lnTo>
                      <a:pt x="490692" y="42339"/>
                    </a:lnTo>
                    <a:cubicBezTo>
                      <a:pt x="434087" y="-14113"/>
                      <a:pt x="342353" y="-14113"/>
                      <a:pt x="285748" y="42339"/>
                    </a:cubicBezTo>
                    <a:lnTo>
                      <a:pt x="42454" y="285786"/>
                    </a:lnTo>
                    <a:cubicBezTo>
                      <a:pt x="-14151" y="342238"/>
                      <a:pt x="-14151" y="433972"/>
                      <a:pt x="42454" y="490577"/>
                    </a:cubicBezTo>
                    <a:close/>
                    <a:moveTo>
                      <a:pt x="141551" y="315086"/>
                    </a:moveTo>
                    <a:lnTo>
                      <a:pt x="315201" y="141436"/>
                    </a:lnTo>
                    <a:cubicBezTo>
                      <a:pt x="355545" y="101091"/>
                      <a:pt x="421048" y="101091"/>
                      <a:pt x="461392" y="141436"/>
                    </a:cubicBezTo>
                    <a:lnTo>
                      <a:pt x="635042" y="315086"/>
                    </a:lnTo>
                    <a:cubicBezTo>
                      <a:pt x="675386" y="355430"/>
                      <a:pt x="675386" y="420933"/>
                      <a:pt x="635042" y="461277"/>
                    </a:cubicBezTo>
                    <a:lnTo>
                      <a:pt x="461392" y="634927"/>
                    </a:lnTo>
                    <a:cubicBezTo>
                      <a:pt x="421048" y="675271"/>
                      <a:pt x="355545" y="675271"/>
                      <a:pt x="315201" y="634927"/>
                    </a:cubicBezTo>
                    <a:lnTo>
                      <a:pt x="141551" y="461277"/>
                    </a:lnTo>
                    <a:cubicBezTo>
                      <a:pt x="101207" y="420779"/>
                      <a:pt x="101207" y="355430"/>
                      <a:pt x="141551" y="315086"/>
                    </a:cubicBezTo>
                    <a:close/>
                  </a:path>
                </a:pathLst>
              </a:custGeom>
              <a:solidFill>
                <a:srgbClr val="851022"/>
              </a:solidFill>
              <a:ln w="153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8CA5835-887E-435D-A2DE-070B2ECE078A}"/>
                </a:ext>
              </a:extLst>
            </p:cNvPr>
            <p:cNvSpPr/>
            <p:nvPr/>
          </p:nvSpPr>
          <p:spPr>
            <a:xfrm>
              <a:off x="8104729" y="4620887"/>
              <a:ext cx="843706" cy="843706"/>
            </a:xfrm>
            <a:custGeom>
              <a:avLst/>
              <a:gdLst>
                <a:gd name="connsiteX0" fmla="*/ 427452 w 843706"/>
                <a:gd name="connsiteY0" fmla="*/ 0 h 843706"/>
                <a:gd name="connsiteX1" fmla="*/ 532685 w 843706"/>
                <a:gd name="connsiteY1" fmla="*/ 43566 h 843706"/>
                <a:gd name="connsiteX2" fmla="*/ 811415 w 843706"/>
                <a:gd name="connsiteY2" fmla="*/ 322296 h 843706"/>
                <a:gd name="connsiteX3" fmla="*/ 854981 w 843706"/>
                <a:gd name="connsiteY3" fmla="*/ 427529 h 843706"/>
                <a:gd name="connsiteX4" fmla="*/ 811415 w 843706"/>
                <a:gd name="connsiteY4" fmla="*/ 532762 h 843706"/>
                <a:gd name="connsiteX5" fmla="*/ 532685 w 843706"/>
                <a:gd name="connsiteY5" fmla="*/ 811492 h 843706"/>
                <a:gd name="connsiteX6" fmla="*/ 427452 w 843706"/>
                <a:gd name="connsiteY6" fmla="*/ 855058 h 843706"/>
                <a:gd name="connsiteX7" fmla="*/ 322219 w 843706"/>
                <a:gd name="connsiteY7" fmla="*/ 811492 h 843706"/>
                <a:gd name="connsiteX8" fmla="*/ 43489 w 843706"/>
                <a:gd name="connsiteY8" fmla="*/ 532762 h 843706"/>
                <a:gd name="connsiteX9" fmla="*/ 43489 w 843706"/>
                <a:gd name="connsiteY9" fmla="*/ 322296 h 843706"/>
                <a:gd name="connsiteX10" fmla="*/ 322219 w 843706"/>
                <a:gd name="connsiteY10" fmla="*/ 43566 h 843706"/>
                <a:gd name="connsiteX11" fmla="*/ 427452 w 843706"/>
                <a:gd name="connsiteY11" fmla="*/ 0 h 843706"/>
                <a:gd name="connsiteX12" fmla="*/ 427452 w 843706"/>
                <a:gd name="connsiteY12" fmla="*/ 847081 h 843706"/>
                <a:gd name="connsiteX13" fmla="*/ 527163 w 843706"/>
                <a:gd name="connsiteY13" fmla="*/ 805816 h 843706"/>
                <a:gd name="connsiteX14" fmla="*/ 805892 w 843706"/>
                <a:gd name="connsiteY14" fmla="*/ 527086 h 843706"/>
                <a:gd name="connsiteX15" fmla="*/ 847157 w 843706"/>
                <a:gd name="connsiteY15" fmla="*/ 427375 h 843706"/>
                <a:gd name="connsiteX16" fmla="*/ 805892 w 843706"/>
                <a:gd name="connsiteY16" fmla="*/ 327665 h 843706"/>
                <a:gd name="connsiteX17" fmla="*/ 527163 w 843706"/>
                <a:gd name="connsiteY17" fmla="*/ 48935 h 843706"/>
                <a:gd name="connsiteX18" fmla="*/ 427452 w 843706"/>
                <a:gd name="connsiteY18" fmla="*/ 7670 h 843706"/>
                <a:gd name="connsiteX19" fmla="*/ 327741 w 843706"/>
                <a:gd name="connsiteY19" fmla="*/ 48935 h 843706"/>
                <a:gd name="connsiteX20" fmla="*/ 49011 w 843706"/>
                <a:gd name="connsiteY20" fmla="*/ 327665 h 843706"/>
                <a:gd name="connsiteX21" fmla="*/ 49011 w 843706"/>
                <a:gd name="connsiteY21" fmla="*/ 526933 h 843706"/>
                <a:gd name="connsiteX22" fmla="*/ 327741 w 843706"/>
                <a:gd name="connsiteY22" fmla="*/ 805663 h 843706"/>
                <a:gd name="connsiteX23" fmla="*/ 427452 w 843706"/>
                <a:gd name="connsiteY23" fmla="*/ 847081 h 84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706" h="843706">
                  <a:moveTo>
                    <a:pt x="427452" y="0"/>
                  </a:moveTo>
                  <a:cubicBezTo>
                    <a:pt x="467183" y="0"/>
                    <a:pt x="504613" y="15494"/>
                    <a:pt x="532685" y="43566"/>
                  </a:cubicBezTo>
                  <a:lnTo>
                    <a:pt x="811415" y="322296"/>
                  </a:lnTo>
                  <a:cubicBezTo>
                    <a:pt x="839487" y="350368"/>
                    <a:pt x="854981" y="387798"/>
                    <a:pt x="854981" y="427529"/>
                  </a:cubicBezTo>
                  <a:cubicBezTo>
                    <a:pt x="854981" y="467260"/>
                    <a:pt x="839487" y="504690"/>
                    <a:pt x="811415" y="532762"/>
                  </a:cubicBezTo>
                  <a:lnTo>
                    <a:pt x="532685" y="811492"/>
                  </a:lnTo>
                  <a:cubicBezTo>
                    <a:pt x="504613" y="839564"/>
                    <a:pt x="467183" y="855058"/>
                    <a:pt x="427452" y="855058"/>
                  </a:cubicBezTo>
                  <a:cubicBezTo>
                    <a:pt x="387721" y="855058"/>
                    <a:pt x="350291" y="839564"/>
                    <a:pt x="322219" y="811492"/>
                  </a:cubicBezTo>
                  <a:lnTo>
                    <a:pt x="43489" y="532762"/>
                  </a:lnTo>
                  <a:cubicBezTo>
                    <a:pt x="-14496" y="474776"/>
                    <a:pt x="-14496" y="380281"/>
                    <a:pt x="43489" y="322296"/>
                  </a:cubicBezTo>
                  <a:lnTo>
                    <a:pt x="322219" y="43566"/>
                  </a:lnTo>
                  <a:cubicBezTo>
                    <a:pt x="350444" y="15494"/>
                    <a:pt x="387721" y="0"/>
                    <a:pt x="427452" y="0"/>
                  </a:cubicBezTo>
                  <a:close/>
                  <a:moveTo>
                    <a:pt x="427452" y="847081"/>
                  </a:moveTo>
                  <a:cubicBezTo>
                    <a:pt x="463501" y="847081"/>
                    <a:pt x="499550" y="833275"/>
                    <a:pt x="527163" y="805816"/>
                  </a:cubicBezTo>
                  <a:lnTo>
                    <a:pt x="805892" y="527086"/>
                  </a:lnTo>
                  <a:cubicBezTo>
                    <a:pt x="832584" y="500395"/>
                    <a:pt x="847157" y="465112"/>
                    <a:pt x="847157" y="427375"/>
                  </a:cubicBezTo>
                  <a:cubicBezTo>
                    <a:pt x="847157" y="389639"/>
                    <a:pt x="832431" y="354357"/>
                    <a:pt x="805892" y="327665"/>
                  </a:cubicBezTo>
                  <a:lnTo>
                    <a:pt x="527163" y="48935"/>
                  </a:lnTo>
                  <a:cubicBezTo>
                    <a:pt x="500624" y="22243"/>
                    <a:pt x="465189" y="7670"/>
                    <a:pt x="427452" y="7670"/>
                  </a:cubicBezTo>
                  <a:cubicBezTo>
                    <a:pt x="389869" y="7670"/>
                    <a:pt x="354433" y="22397"/>
                    <a:pt x="327741" y="48935"/>
                  </a:cubicBezTo>
                  <a:lnTo>
                    <a:pt x="49011" y="327665"/>
                  </a:lnTo>
                  <a:cubicBezTo>
                    <a:pt x="-5906" y="382582"/>
                    <a:pt x="-5906" y="472015"/>
                    <a:pt x="49011" y="526933"/>
                  </a:cubicBezTo>
                  <a:lnTo>
                    <a:pt x="327741" y="805663"/>
                  </a:lnTo>
                  <a:cubicBezTo>
                    <a:pt x="355353" y="833428"/>
                    <a:pt x="391403" y="847081"/>
                    <a:pt x="427452" y="847081"/>
                  </a:cubicBezTo>
                  <a:close/>
                </a:path>
              </a:pathLst>
            </a:custGeom>
            <a:solidFill>
              <a:srgbClr val="851022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14F3FEF-D3E2-48D5-A0EA-C8AFC11E5514}"/>
              </a:ext>
            </a:extLst>
          </p:cNvPr>
          <p:cNvGrpSpPr/>
          <p:nvPr/>
        </p:nvGrpSpPr>
        <p:grpSpPr>
          <a:xfrm>
            <a:off x="3772298" y="2253295"/>
            <a:ext cx="843706" cy="1726223"/>
            <a:chOff x="3772298" y="2253295"/>
            <a:chExt cx="843706" cy="172622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1E3EE1F-0DC4-4BAB-A78B-33E48AACD59A}"/>
                </a:ext>
              </a:extLst>
            </p:cNvPr>
            <p:cNvSpPr/>
            <p:nvPr/>
          </p:nvSpPr>
          <p:spPr>
            <a:xfrm>
              <a:off x="4113002" y="3780863"/>
              <a:ext cx="153401" cy="153401"/>
            </a:xfrm>
            <a:custGeom>
              <a:avLst/>
              <a:gdLst>
                <a:gd name="connsiteX0" fmla="*/ 167514 w 153401"/>
                <a:gd name="connsiteY0" fmla="*/ 83757 h 153401"/>
                <a:gd name="connsiteX1" fmla="*/ 83757 w 153401"/>
                <a:gd name="connsiteY1" fmla="*/ 167514 h 153401"/>
                <a:gd name="connsiteX2" fmla="*/ 0 w 153401"/>
                <a:gd name="connsiteY2" fmla="*/ 83757 h 153401"/>
                <a:gd name="connsiteX3" fmla="*/ 83757 w 153401"/>
                <a:gd name="connsiteY3" fmla="*/ 0 h 153401"/>
                <a:gd name="connsiteX4" fmla="*/ 167514 w 153401"/>
                <a:gd name="connsiteY4" fmla="*/ 83757 h 153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01" h="153401">
                  <a:moveTo>
                    <a:pt x="167514" y="83757"/>
                  </a:moveTo>
                  <a:cubicBezTo>
                    <a:pt x="167514" y="129931"/>
                    <a:pt x="130084" y="167514"/>
                    <a:pt x="83757" y="167514"/>
                  </a:cubicBezTo>
                  <a:cubicBezTo>
                    <a:pt x="37430" y="167514"/>
                    <a:pt x="0" y="130084"/>
                    <a:pt x="0" y="83757"/>
                  </a:cubicBezTo>
                  <a:cubicBezTo>
                    <a:pt x="0" y="37583"/>
                    <a:pt x="37430" y="0"/>
                    <a:pt x="83757" y="0"/>
                  </a:cubicBezTo>
                  <a:cubicBezTo>
                    <a:pt x="130084" y="0"/>
                    <a:pt x="167514" y="37583"/>
                    <a:pt x="167514" y="83757"/>
                  </a:cubicBezTo>
                  <a:close/>
                </a:path>
              </a:pathLst>
            </a:custGeom>
            <a:solidFill>
              <a:srgbClr val="869A14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78860EB-6777-4BD9-A8D1-F20C556A2D42}"/>
                </a:ext>
              </a:extLst>
            </p:cNvPr>
            <p:cNvSpPr/>
            <p:nvPr/>
          </p:nvSpPr>
          <p:spPr>
            <a:xfrm>
              <a:off x="4193998" y="3105745"/>
              <a:ext cx="15340" cy="644285"/>
            </a:xfrm>
            <a:custGeom>
              <a:avLst/>
              <a:gdLst>
                <a:gd name="connsiteX0" fmla="*/ 0 w 0"/>
                <a:gd name="connsiteY0" fmla="*/ 0 h 644284"/>
                <a:gd name="connsiteX1" fmla="*/ 7823 w 0"/>
                <a:gd name="connsiteY1" fmla="*/ 0 h 644284"/>
                <a:gd name="connsiteX2" fmla="*/ 7823 w 0"/>
                <a:gd name="connsiteY2" fmla="*/ 647659 h 644284"/>
                <a:gd name="connsiteX3" fmla="*/ 0 w 0"/>
                <a:gd name="connsiteY3" fmla="*/ 647659 h 64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644284">
                  <a:moveTo>
                    <a:pt x="0" y="0"/>
                  </a:moveTo>
                  <a:lnTo>
                    <a:pt x="7823" y="0"/>
                  </a:lnTo>
                  <a:lnTo>
                    <a:pt x="7823" y="647659"/>
                  </a:lnTo>
                  <a:lnTo>
                    <a:pt x="0" y="647659"/>
                  </a:lnTo>
                  <a:close/>
                </a:path>
              </a:pathLst>
            </a:custGeom>
            <a:solidFill>
              <a:srgbClr val="869A14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54200FE-DA2D-4C79-9F19-8B8666BE5D5D}"/>
                </a:ext>
              </a:extLst>
            </p:cNvPr>
            <p:cNvSpPr/>
            <p:nvPr/>
          </p:nvSpPr>
          <p:spPr>
            <a:xfrm>
              <a:off x="4081555" y="3749416"/>
              <a:ext cx="230102" cy="230102"/>
            </a:xfrm>
            <a:custGeom>
              <a:avLst/>
              <a:gdLst>
                <a:gd name="connsiteX0" fmla="*/ 115204 w 230101"/>
                <a:gd name="connsiteY0" fmla="*/ 230409 h 230101"/>
                <a:gd name="connsiteX1" fmla="*/ 0 w 230101"/>
                <a:gd name="connsiteY1" fmla="*/ 115204 h 230101"/>
                <a:gd name="connsiteX2" fmla="*/ 115204 w 230101"/>
                <a:gd name="connsiteY2" fmla="*/ 0 h 230101"/>
                <a:gd name="connsiteX3" fmla="*/ 230409 w 230101"/>
                <a:gd name="connsiteY3" fmla="*/ 115204 h 230101"/>
                <a:gd name="connsiteX4" fmla="*/ 115204 w 230101"/>
                <a:gd name="connsiteY4" fmla="*/ 230409 h 230101"/>
                <a:gd name="connsiteX5" fmla="*/ 115204 w 230101"/>
                <a:gd name="connsiteY5" fmla="*/ 7823 h 230101"/>
                <a:gd name="connsiteX6" fmla="*/ 7977 w 230101"/>
                <a:gd name="connsiteY6" fmla="*/ 115051 h 230101"/>
                <a:gd name="connsiteX7" fmla="*/ 115204 w 230101"/>
                <a:gd name="connsiteY7" fmla="*/ 222432 h 230101"/>
                <a:gd name="connsiteX8" fmla="*/ 222585 w 230101"/>
                <a:gd name="connsiteY8" fmla="*/ 115051 h 230101"/>
                <a:gd name="connsiteX9" fmla="*/ 115204 w 230101"/>
                <a:gd name="connsiteY9" fmla="*/ 7823 h 23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0101" h="230101">
                  <a:moveTo>
                    <a:pt x="115204" y="230409"/>
                  </a:moveTo>
                  <a:cubicBezTo>
                    <a:pt x="51696" y="230409"/>
                    <a:pt x="0" y="178712"/>
                    <a:pt x="0" y="115204"/>
                  </a:cubicBezTo>
                  <a:cubicBezTo>
                    <a:pt x="0" y="51696"/>
                    <a:pt x="51696" y="0"/>
                    <a:pt x="115204" y="0"/>
                  </a:cubicBezTo>
                  <a:cubicBezTo>
                    <a:pt x="178712" y="0"/>
                    <a:pt x="230409" y="51696"/>
                    <a:pt x="230409" y="115204"/>
                  </a:cubicBezTo>
                  <a:cubicBezTo>
                    <a:pt x="230409" y="178712"/>
                    <a:pt x="178712" y="230409"/>
                    <a:pt x="115204" y="230409"/>
                  </a:cubicBezTo>
                  <a:close/>
                  <a:moveTo>
                    <a:pt x="115204" y="7823"/>
                  </a:moveTo>
                  <a:cubicBezTo>
                    <a:pt x="55991" y="7823"/>
                    <a:pt x="7977" y="55991"/>
                    <a:pt x="7977" y="115051"/>
                  </a:cubicBezTo>
                  <a:cubicBezTo>
                    <a:pt x="7977" y="174264"/>
                    <a:pt x="56145" y="222432"/>
                    <a:pt x="115204" y="222432"/>
                  </a:cubicBezTo>
                  <a:cubicBezTo>
                    <a:pt x="174417" y="222432"/>
                    <a:pt x="222585" y="174264"/>
                    <a:pt x="222585" y="115051"/>
                  </a:cubicBezTo>
                  <a:cubicBezTo>
                    <a:pt x="222585" y="55991"/>
                    <a:pt x="174417" y="7823"/>
                    <a:pt x="115204" y="7823"/>
                  </a:cubicBezTo>
                  <a:close/>
                </a:path>
              </a:pathLst>
            </a:custGeom>
            <a:solidFill>
              <a:srgbClr val="869A14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ECEC089-725B-4079-9D94-09A2FFD18327}"/>
                </a:ext>
              </a:extLst>
            </p:cNvPr>
            <p:cNvSpPr/>
            <p:nvPr/>
          </p:nvSpPr>
          <p:spPr>
            <a:xfrm>
              <a:off x="3811454" y="2292604"/>
              <a:ext cx="767005" cy="767005"/>
            </a:xfrm>
            <a:custGeom>
              <a:avLst/>
              <a:gdLst>
                <a:gd name="connsiteX0" fmla="*/ 734139 w 767005"/>
                <a:gd name="connsiteY0" fmla="*/ 285748 h 767005"/>
                <a:gd name="connsiteX1" fmla="*/ 490692 w 767005"/>
                <a:gd name="connsiteY1" fmla="*/ 42454 h 767005"/>
                <a:gd name="connsiteX2" fmla="*/ 285748 w 767005"/>
                <a:gd name="connsiteY2" fmla="*/ 42454 h 767005"/>
                <a:gd name="connsiteX3" fmla="*/ 42454 w 767005"/>
                <a:gd name="connsiteY3" fmla="*/ 285901 h 767005"/>
                <a:gd name="connsiteX4" fmla="*/ 42454 w 767005"/>
                <a:gd name="connsiteY4" fmla="*/ 490692 h 767005"/>
                <a:gd name="connsiteX5" fmla="*/ 285748 w 767005"/>
                <a:gd name="connsiteY5" fmla="*/ 734139 h 767005"/>
                <a:gd name="connsiteX6" fmla="*/ 490692 w 767005"/>
                <a:gd name="connsiteY6" fmla="*/ 734139 h 767005"/>
                <a:gd name="connsiteX7" fmla="*/ 733986 w 767005"/>
                <a:gd name="connsiteY7" fmla="*/ 490692 h 767005"/>
                <a:gd name="connsiteX8" fmla="*/ 734139 w 767005"/>
                <a:gd name="connsiteY8" fmla="*/ 285748 h 767005"/>
                <a:gd name="connsiteX9" fmla="*/ 635042 w 767005"/>
                <a:gd name="connsiteY9" fmla="*/ 461239 h 767005"/>
                <a:gd name="connsiteX10" fmla="*/ 461392 w 767005"/>
                <a:gd name="connsiteY10" fmla="*/ 634889 h 767005"/>
                <a:gd name="connsiteX11" fmla="*/ 315201 w 767005"/>
                <a:gd name="connsiteY11" fmla="*/ 634889 h 767005"/>
                <a:gd name="connsiteX12" fmla="*/ 141551 w 767005"/>
                <a:gd name="connsiteY12" fmla="*/ 461239 h 767005"/>
                <a:gd name="connsiteX13" fmla="*/ 141551 w 767005"/>
                <a:gd name="connsiteY13" fmla="*/ 315048 h 767005"/>
                <a:gd name="connsiteX14" fmla="*/ 315201 w 767005"/>
                <a:gd name="connsiteY14" fmla="*/ 141397 h 767005"/>
                <a:gd name="connsiteX15" fmla="*/ 461392 w 767005"/>
                <a:gd name="connsiteY15" fmla="*/ 141397 h 767005"/>
                <a:gd name="connsiteX16" fmla="*/ 635042 w 767005"/>
                <a:gd name="connsiteY16" fmla="*/ 315048 h 767005"/>
                <a:gd name="connsiteX17" fmla="*/ 635042 w 767005"/>
                <a:gd name="connsiteY17" fmla="*/ 461239 h 767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7005" h="767005">
                  <a:moveTo>
                    <a:pt x="734139" y="285748"/>
                  </a:moveTo>
                  <a:lnTo>
                    <a:pt x="490692" y="42454"/>
                  </a:lnTo>
                  <a:cubicBezTo>
                    <a:pt x="434087" y="-14151"/>
                    <a:pt x="342353" y="-14151"/>
                    <a:pt x="285748" y="42454"/>
                  </a:cubicBezTo>
                  <a:lnTo>
                    <a:pt x="42454" y="285901"/>
                  </a:lnTo>
                  <a:cubicBezTo>
                    <a:pt x="-14151" y="342353"/>
                    <a:pt x="-14151" y="434240"/>
                    <a:pt x="42454" y="490692"/>
                  </a:cubicBezTo>
                  <a:lnTo>
                    <a:pt x="285748" y="734139"/>
                  </a:lnTo>
                  <a:cubicBezTo>
                    <a:pt x="342353" y="790591"/>
                    <a:pt x="434087" y="790591"/>
                    <a:pt x="490692" y="734139"/>
                  </a:cubicBezTo>
                  <a:lnTo>
                    <a:pt x="733986" y="490692"/>
                  </a:lnTo>
                  <a:cubicBezTo>
                    <a:pt x="790744" y="434087"/>
                    <a:pt x="790744" y="342353"/>
                    <a:pt x="734139" y="285748"/>
                  </a:cubicBezTo>
                  <a:close/>
                  <a:moveTo>
                    <a:pt x="635042" y="461239"/>
                  </a:moveTo>
                  <a:lnTo>
                    <a:pt x="461392" y="634889"/>
                  </a:lnTo>
                  <a:cubicBezTo>
                    <a:pt x="421048" y="675233"/>
                    <a:pt x="355545" y="675233"/>
                    <a:pt x="315201" y="634889"/>
                  </a:cubicBezTo>
                  <a:lnTo>
                    <a:pt x="141551" y="461239"/>
                  </a:lnTo>
                  <a:cubicBezTo>
                    <a:pt x="101206" y="420894"/>
                    <a:pt x="101206" y="355392"/>
                    <a:pt x="141551" y="315048"/>
                  </a:cubicBezTo>
                  <a:lnTo>
                    <a:pt x="315201" y="141397"/>
                  </a:lnTo>
                  <a:cubicBezTo>
                    <a:pt x="355545" y="101053"/>
                    <a:pt x="421048" y="101053"/>
                    <a:pt x="461392" y="141397"/>
                  </a:cubicBezTo>
                  <a:lnTo>
                    <a:pt x="635042" y="315048"/>
                  </a:lnTo>
                  <a:cubicBezTo>
                    <a:pt x="675387" y="355545"/>
                    <a:pt x="675387" y="420894"/>
                    <a:pt x="635042" y="461239"/>
                  </a:cubicBezTo>
                  <a:close/>
                </a:path>
              </a:pathLst>
            </a:custGeom>
            <a:solidFill>
              <a:srgbClr val="869A14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3FD9B31-ECDA-4BC7-873B-74DDF69E4A0F}"/>
                </a:ext>
              </a:extLst>
            </p:cNvPr>
            <p:cNvSpPr/>
            <p:nvPr/>
          </p:nvSpPr>
          <p:spPr>
            <a:xfrm>
              <a:off x="3772298" y="2253295"/>
              <a:ext cx="843706" cy="843706"/>
            </a:xfrm>
            <a:custGeom>
              <a:avLst/>
              <a:gdLst>
                <a:gd name="connsiteX0" fmla="*/ 427529 w 843706"/>
                <a:gd name="connsiteY0" fmla="*/ 855058 h 843706"/>
                <a:gd name="connsiteX1" fmla="*/ 322296 w 843706"/>
                <a:gd name="connsiteY1" fmla="*/ 811492 h 843706"/>
                <a:gd name="connsiteX2" fmla="*/ 43566 w 843706"/>
                <a:gd name="connsiteY2" fmla="*/ 532762 h 843706"/>
                <a:gd name="connsiteX3" fmla="*/ 0 w 843706"/>
                <a:gd name="connsiteY3" fmla="*/ 427529 h 843706"/>
                <a:gd name="connsiteX4" fmla="*/ 43566 w 843706"/>
                <a:gd name="connsiteY4" fmla="*/ 322296 h 843706"/>
                <a:gd name="connsiteX5" fmla="*/ 322296 w 843706"/>
                <a:gd name="connsiteY5" fmla="*/ 43566 h 843706"/>
                <a:gd name="connsiteX6" fmla="*/ 427529 w 843706"/>
                <a:gd name="connsiteY6" fmla="*/ 0 h 843706"/>
                <a:gd name="connsiteX7" fmla="*/ 532762 w 843706"/>
                <a:gd name="connsiteY7" fmla="*/ 43566 h 843706"/>
                <a:gd name="connsiteX8" fmla="*/ 811492 w 843706"/>
                <a:gd name="connsiteY8" fmla="*/ 322296 h 843706"/>
                <a:gd name="connsiteX9" fmla="*/ 811492 w 843706"/>
                <a:gd name="connsiteY9" fmla="*/ 532762 h 843706"/>
                <a:gd name="connsiteX10" fmla="*/ 532609 w 843706"/>
                <a:gd name="connsiteY10" fmla="*/ 811492 h 843706"/>
                <a:gd name="connsiteX11" fmla="*/ 427529 w 843706"/>
                <a:gd name="connsiteY11" fmla="*/ 855058 h 843706"/>
                <a:gd name="connsiteX12" fmla="*/ 427529 w 843706"/>
                <a:gd name="connsiteY12" fmla="*/ 7977 h 843706"/>
                <a:gd name="connsiteX13" fmla="*/ 327818 w 843706"/>
                <a:gd name="connsiteY13" fmla="*/ 49242 h 843706"/>
                <a:gd name="connsiteX14" fmla="*/ 49088 w 843706"/>
                <a:gd name="connsiteY14" fmla="*/ 327972 h 843706"/>
                <a:gd name="connsiteX15" fmla="*/ 7824 w 843706"/>
                <a:gd name="connsiteY15" fmla="*/ 427682 h 843706"/>
                <a:gd name="connsiteX16" fmla="*/ 49088 w 843706"/>
                <a:gd name="connsiteY16" fmla="*/ 527393 h 843706"/>
                <a:gd name="connsiteX17" fmla="*/ 327818 w 843706"/>
                <a:gd name="connsiteY17" fmla="*/ 806123 h 843706"/>
                <a:gd name="connsiteX18" fmla="*/ 427529 w 843706"/>
                <a:gd name="connsiteY18" fmla="*/ 847388 h 843706"/>
                <a:gd name="connsiteX19" fmla="*/ 527086 w 843706"/>
                <a:gd name="connsiteY19" fmla="*/ 806123 h 843706"/>
                <a:gd name="connsiteX20" fmla="*/ 805816 w 843706"/>
                <a:gd name="connsiteY20" fmla="*/ 527393 h 843706"/>
                <a:gd name="connsiteX21" fmla="*/ 805816 w 843706"/>
                <a:gd name="connsiteY21" fmla="*/ 328125 h 843706"/>
                <a:gd name="connsiteX22" fmla="*/ 527086 w 843706"/>
                <a:gd name="connsiteY22" fmla="*/ 49088 h 843706"/>
                <a:gd name="connsiteX23" fmla="*/ 427529 w 843706"/>
                <a:gd name="connsiteY23" fmla="*/ 7977 h 84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706" h="843706">
                  <a:moveTo>
                    <a:pt x="427529" y="855058"/>
                  </a:moveTo>
                  <a:cubicBezTo>
                    <a:pt x="387798" y="855058"/>
                    <a:pt x="350368" y="839564"/>
                    <a:pt x="322296" y="811492"/>
                  </a:cubicBezTo>
                  <a:lnTo>
                    <a:pt x="43566" y="532762"/>
                  </a:lnTo>
                  <a:cubicBezTo>
                    <a:pt x="15494" y="504690"/>
                    <a:pt x="0" y="467260"/>
                    <a:pt x="0" y="427529"/>
                  </a:cubicBezTo>
                  <a:cubicBezTo>
                    <a:pt x="0" y="387798"/>
                    <a:pt x="15494" y="350368"/>
                    <a:pt x="43566" y="322296"/>
                  </a:cubicBezTo>
                  <a:lnTo>
                    <a:pt x="322296" y="43566"/>
                  </a:lnTo>
                  <a:cubicBezTo>
                    <a:pt x="350368" y="15494"/>
                    <a:pt x="387798" y="0"/>
                    <a:pt x="427529" y="0"/>
                  </a:cubicBezTo>
                  <a:cubicBezTo>
                    <a:pt x="467260" y="0"/>
                    <a:pt x="504690" y="15494"/>
                    <a:pt x="532762" y="43566"/>
                  </a:cubicBezTo>
                  <a:lnTo>
                    <a:pt x="811492" y="322296"/>
                  </a:lnTo>
                  <a:cubicBezTo>
                    <a:pt x="869478" y="380281"/>
                    <a:pt x="869478" y="474776"/>
                    <a:pt x="811492" y="532762"/>
                  </a:cubicBezTo>
                  <a:lnTo>
                    <a:pt x="532609" y="811492"/>
                  </a:lnTo>
                  <a:cubicBezTo>
                    <a:pt x="504536" y="839564"/>
                    <a:pt x="467260" y="855058"/>
                    <a:pt x="427529" y="855058"/>
                  </a:cubicBezTo>
                  <a:close/>
                  <a:moveTo>
                    <a:pt x="427529" y="7977"/>
                  </a:moveTo>
                  <a:cubicBezTo>
                    <a:pt x="391480" y="7977"/>
                    <a:pt x="355430" y="21783"/>
                    <a:pt x="327818" y="49242"/>
                  </a:cubicBezTo>
                  <a:lnTo>
                    <a:pt x="49088" y="327972"/>
                  </a:lnTo>
                  <a:cubicBezTo>
                    <a:pt x="22397" y="354663"/>
                    <a:pt x="7824" y="389946"/>
                    <a:pt x="7824" y="427682"/>
                  </a:cubicBezTo>
                  <a:cubicBezTo>
                    <a:pt x="7824" y="465419"/>
                    <a:pt x="22550" y="500701"/>
                    <a:pt x="49088" y="527393"/>
                  </a:cubicBezTo>
                  <a:lnTo>
                    <a:pt x="327818" y="806123"/>
                  </a:lnTo>
                  <a:cubicBezTo>
                    <a:pt x="354357" y="832815"/>
                    <a:pt x="389792" y="847388"/>
                    <a:pt x="427529" y="847388"/>
                  </a:cubicBezTo>
                  <a:cubicBezTo>
                    <a:pt x="465112" y="847388"/>
                    <a:pt x="500548" y="832661"/>
                    <a:pt x="527086" y="806123"/>
                  </a:cubicBezTo>
                  <a:lnTo>
                    <a:pt x="805816" y="527393"/>
                  </a:lnTo>
                  <a:cubicBezTo>
                    <a:pt x="860734" y="472475"/>
                    <a:pt x="860734" y="383043"/>
                    <a:pt x="805816" y="328125"/>
                  </a:cubicBezTo>
                  <a:lnTo>
                    <a:pt x="527086" y="49088"/>
                  </a:lnTo>
                  <a:cubicBezTo>
                    <a:pt x="499627" y="21630"/>
                    <a:pt x="463578" y="7977"/>
                    <a:pt x="427529" y="7977"/>
                  </a:cubicBezTo>
                  <a:close/>
                </a:path>
              </a:pathLst>
            </a:custGeom>
            <a:solidFill>
              <a:srgbClr val="869A14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3E80891-370C-44B2-8807-F1EB028B8288}"/>
              </a:ext>
            </a:extLst>
          </p:cNvPr>
          <p:cNvGrpSpPr/>
          <p:nvPr/>
        </p:nvGrpSpPr>
        <p:grpSpPr>
          <a:xfrm>
            <a:off x="6664369" y="2253295"/>
            <a:ext cx="843706" cy="1726223"/>
            <a:chOff x="6664369" y="2253295"/>
            <a:chExt cx="843706" cy="172622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47D145-121F-4392-BA1B-E6D4F214A87A}"/>
                </a:ext>
              </a:extLst>
            </p:cNvPr>
            <p:cNvSpPr/>
            <p:nvPr/>
          </p:nvSpPr>
          <p:spPr>
            <a:xfrm>
              <a:off x="7005226" y="3780863"/>
              <a:ext cx="153401" cy="153401"/>
            </a:xfrm>
            <a:custGeom>
              <a:avLst/>
              <a:gdLst>
                <a:gd name="connsiteX0" fmla="*/ 167514 w 153401"/>
                <a:gd name="connsiteY0" fmla="*/ 83757 h 153401"/>
                <a:gd name="connsiteX1" fmla="*/ 83757 w 153401"/>
                <a:gd name="connsiteY1" fmla="*/ 167514 h 153401"/>
                <a:gd name="connsiteX2" fmla="*/ 0 w 153401"/>
                <a:gd name="connsiteY2" fmla="*/ 83757 h 153401"/>
                <a:gd name="connsiteX3" fmla="*/ 83757 w 153401"/>
                <a:gd name="connsiteY3" fmla="*/ 0 h 153401"/>
                <a:gd name="connsiteX4" fmla="*/ 167514 w 153401"/>
                <a:gd name="connsiteY4" fmla="*/ 83757 h 153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01" h="153401">
                  <a:moveTo>
                    <a:pt x="167514" y="83757"/>
                  </a:moveTo>
                  <a:cubicBezTo>
                    <a:pt x="167514" y="129931"/>
                    <a:pt x="130084" y="167514"/>
                    <a:pt x="83757" y="167514"/>
                  </a:cubicBezTo>
                  <a:cubicBezTo>
                    <a:pt x="37583" y="167514"/>
                    <a:pt x="0" y="130084"/>
                    <a:pt x="0" y="83757"/>
                  </a:cubicBezTo>
                  <a:cubicBezTo>
                    <a:pt x="0" y="37583"/>
                    <a:pt x="37430" y="0"/>
                    <a:pt x="83757" y="0"/>
                  </a:cubicBezTo>
                  <a:cubicBezTo>
                    <a:pt x="129931" y="0"/>
                    <a:pt x="167514" y="37583"/>
                    <a:pt x="167514" y="83757"/>
                  </a:cubicBezTo>
                  <a:close/>
                </a:path>
              </a:pathLst>
            </a:custGeom>
            <a:solidFill>
              <a:srgbClr val="EF3E22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3BC6591-156A-42A3-B59E-DD1F8D0D8102}"/>
                </a:ext>
              </a:extLst>
            </p:cNvPr>
            <p:cNvSpPr/>
            <p:nvPr/>
          </p:nvSpPr>
          <p:spPr>
            <a:xfrm>
              <a:off x="7086222" y="3105745"/>
              <a:ext cx="15340" cy="644285"/>
            </a:xfrm>
            <a:custGeom>
              <a:avLst/>
              <a:gdLst>
                <a:gd name="connsiteX0" fmla="*/ 0 w 0"/>
                <a:gd name="connsiteY0" fmla="*/ 0 h 644284"/>
                <a:gd name="connsiteX1" fmla="*/ 7824 w 0"/>
                <a:gd name="connsiteY1" fmla="*/ 0 h 644284"/>
                <a:gd name="connsiteX2" fmla="*/ 7824 w 0"/>
                <a:gd name="connsiteY2" fmla="*/ 647659 h 644284"/>
                <a:gd name="connsiteX3" fmla="*/ 0 w 0"/>
                <a:gd name="connsiteY3" fmla="*/ 647659 h 64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644284">
                  <a:moveTo>
                    <a:pt x="0" y="0"/>
                  </a:moveTo>
                  <a:lnTo>
                    <a:pt x="7824" y="0"/>
                  </a:lnTo>
                  <a:lnTo>
                    <a:pt x="7824" y="647659"/>
                  </a:lnTo>
                  <a:lnTo>
                    <a:pt x="0" y="647659"/>
                  </a:lnTo>
                  <a:close/>
                </a:path>
              </a:pathLst>
            </a:custGeom>
            <a:solidFill>
              <a:srgbClr val="EF3E22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92D7C02-C4E7-42B3-82E9-657B6BDDF5EE}"/>
                </a:ext>
              </a:extLst>
            </p:cNvPr>
            <p:cNvSpPr/>
            <p:nvPr/>
          </p:nvSpPr>
          <p:spPr>
            <a:xfrm>
              <a:off x="6973779" y="3749416"/>
              <a:ext cx="230102" cy="230102"/>
            </a:xfrm>
            <a:custGeom>
              <a:avLst/>
              <a:gdLst>
                <a:gd name="connsiteX0" fmla="*/ 115204 w 230101"/>
                <a:gd name="connsiteY0" fmla="*/ 230409 h 230101"/>
                <a:gd name="connsiteX1" fmla="*/ 0 w 230101"/>
                <a:gd name="connsiteY1" fmla="*/ 115204 h 230101"/>
                <a:gd name="connsiteX2" fmla="*/ 115204 w 230101"/>
                <a:gd name="connsiteY2" fmla="*/ 0 h 230101"/>
                <a:gd name="connsiteX3" fmla="*/ 230408 w 230101"/>
                <a:gd name="connsiteY3" fmla="*/ 115204 h 230101"/>
                <a:gd name="connsiteX4" fmla="*/ 115204 w 230101"/>
                <a:gd name="connsiteY4" fmla="*/ 230409 h 230101"/>
                <a:gd name="connsiteX5" fmla="*/ 115204 w 230101"/>
                <a:gd name="connsiteY5" fmla="*/ 7823 h 230101"/>
                <a:gd name="connsiteX6" fmla="*/ 7977 w 230101"/>
                <a:gd name="connsiteY6" fmla="*/ 115051 h 230101"/>
                <a:gd name="connsiteX7" fmla="*/ 115204 w 230101"/>
                <a:gd name="connsiteY7" fmla="*/ 222432 h 230101"/>
                <a:gd name="connsiteX8" fmla="*/ 222585 w 230101"/>
                <a:gd name="connsiteY8" fmla="*/ 115051 h 230101"/>
                <a:gd name="connsiteX9" fmla="*/ 115204 w 230101"/>
                <a:gd name="connsiteY9" fmla="*/ 7823 h 23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0101" h="230101">
                  <a:moveTo>
                    <a:pt x="115204" y="230409"/>
                  </a:moveTo>
                  <a:cubicBezTo>
                    <a:pt x="51696" y="230409"/>
                    <a:pt x="0" y="178712"/>
                    <a:pt x="0" y="115204"/>
                  </a:cubicBezTo>
                  <a:cubicBezTo>
                    <a:pt x="0" y="51696"/>
                    <a:pt x="51696" y="0"/>
                    <a:pt x="115204" y="0"/>
                  </a:cubicBezTo>
                  <a:cubicBezTo>
                    <a:pt x="178712" y="0"/>
                    <a:pt x="230408" y="51696"/>
                    <a:pt x="230408" y="115204"/>
                  </a:cubicBezTo>
                  <a:cubicBezTo>
                    <a:pt x="230408" y="178712"/>
                    <a:pt x="178712" y="230409"/>
                    <a:pt x="115204" y="230409"/>
                  </a:cubicBezTo>
                  <a:close/>
                  <a:moveTo>
                    <a:pt x="115204" y="7823"/>
                  </a:moveTo>
                  <a:cubicBezTo>
                    <a:pt x="55991" y="7823"/>
                    <a:pt x="7977" y="55991"/>
                    <a:pt x="7977" y="115051"/>
                  </a:cubicBezTo>
                  <a:cubicBezTo>
                    <a:pt x="7977" y="174264"/>
                    <a:pt x="56145" y="222432"/>
                    <a:pt x="115204" y="222432"/>
                  </a:cubicBezTo>
                  <a:cubicBezTo>
                    <a:pt x="174417" y="222432"/>
                    <a:pt x="222585" y="174264"/>
                    <a:pt x="222585" y="115051"/>
                  </a:cubicBezTo>
                  <a:cubicBezTo>
                    <a:pt x="222432" y="55991"/>
                    <a:pt x="174417" y="7823"/>
                    <a:pt x="115204" y="7823"/>
                  </a:cubicBezTo>
                  <a:close/>
                </a:path>
              </a:pathLst>
            </a:custGeom>
            <a:solidFill>
              <a:srgbClr val="EF3E22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189EE94-D25E-4951-8168-611412A069DD}"/>
                </a:ext>
              </a:extLst>
            </p:cNvPr>
            <p:cNvSpPr/>
            <p:nvPr/>
          </p:nvSpPr>
          <p:spPr>
            <a:xfrm>
              <a:off x="6703678" y="2292604"/>
              <a:ext cx="767005" cy="767005"/>
            </a:xfrm>
            <a:custGeom>
              <a:avLst/>
              <a:gdLst>
                <a:gd name="connsiteX0" fmla="*/ 733986 w 767005"/>
                <a:gd name="connsiteY0" fmla="*/ 285748 h 767005"/>
                <a:gd name="connsiteX1" fmla="*/ 490692 w 767005"/>
                <a:gd name="connsiteY1" fmla="*/ 42454 h 767005"/>
                <a:gd name="connsiteX2" fmla="*/ 285748 w 767005"/>
                <a:gd name="connsiteY2" fmla="*/ 42454 h 767005"/>
                <a:gd name="connsiteX3" fmla="*/ 42454 w 767005"/>
                <a:gd name="connsiteY3" fmla="*/ 285901 h 767005"/>
                <a:gd name="connsiteX4" fmla="*/ 42454 w 767005"/>
                <a:gd name="connsiteY4" fmla="*/ 490692 h 767005"/>
                <a:gd name="connsiteX5" fmla="*/ 285748 w 767005"/>
                <a:gd name="connsiteY5" fmla="*/ 734139 h 767005"/>
                <a:gd name="connsiteX6" fmla="*/ 490692 w 767005"/>
                <a:gd name="connsiteY6" fmla="*/ 734139 h 767005"/>
                <a:gd name="connsiteX7" fmla="*/ 733986 w 767005"/>
                <a:gd name="connsiteY7" fmla="*/ 490692 h 767005"/>
                <a:gd name="connsiteX8" fmla="*/ 733986 w 767005"/>
                <a:gd name="connsiteY8" fmla="*/ 285748 h 767005"/>
                <a:gd name="connsiteX9" fmla="*/ 635042 w 767005"/>
                <a:gd name="connsiteY9" fmla="*/ 461239 h 767005"/>
                <a:gd name="connsiteX10" fmla="*/ 461392 w 767005"/>
                <a:gd name="connsiteY10" fmla="*/ 634889 h 767005"/>
                <a:gd name="connsiteX11" fmla="*/ 315201 w 767005"/>
                <a:gd name="connsiteY11" fmla="*/ 634889 h 767005"/>
                <a:gd name="connsiteX12" fmla="*/ 141397 w 767005"/>
                <a:gd name="connsiteY12" fmla="*/ 461239 h 767005"/>
                <a:gd name="connsiteX13" fmla="*/ 141397 w 767005"/>
                <a:gd name="connsiteY13" fmla="*/ 315048 h 767005"/>
                <a:gd name="connsiteX14" fmla="*/ 315047 w 767005"/>
                <a:gd name="connsiteY14" fmla="*/ 141397 h 767005"/>
                <a:gd name="connsiteX15" fmla="*/ 461239 w 767005"/>
                <a:gd name="connsiteY15" fmla="*/ 141397 h 767005"/>
                <a:gd name="connsiteX16" fmla="*/ 634889 w 767005"/>
                <a:gd name="connsiteY16" fmla="*/ 315048 h 767005"/>
                <a:gd name="connsiteX17" fmla="*/ 635042 w 767005"/>
                <a:gd name="connsiteY17" fmla="*/ 461239 h 767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7005" h="767005">
                  <a:moveTo>
                    <a:pt x="733986" y="285748"/>
                  </a:moveTo>
                  <a:lnTo>
                    <a:pt x="490692" y="42454"/>
                  </a:lnTo>
                  <a:cubicBezTo>
                    <a:pt x="434087" y="-14151"/>
                    <a:pt x="342353" y="-14151"/>
                    <a:pt x="285748" y="42454"/>
                  </a:cubicBezTo>
                  <a:lnTo>
                    <a:pt x="42454" y="285901"/>
                  </a:lnTo>
                  <a:cubicBezTo>
                    <a:pt x="-14151" y="342353"/>
                    <a:pt x="-14151" y="434240"/>
                    <a:pt x="42454" y="490692"/>
                  </a:cubicBezTo>
                  <a:lnTo>
                    <a:pt x="285748" y="734139"/>
                  </a:lnTo>
                  <a:cubicBezTo>
                    <a:pt x="342353" y="790591"/>
                    <a:pt x="434087" y="790591"/>
                    <a:pt x="490692" y="734139"/>
                  </a:cubicBezTo>
                  <a:lnTo>
                    <a:pt x="733986" y="490692"/>
                  </a:lnTo>
                  <a:cubicBezTo>
                    <a:pt x="790591" y="434087"/>
                    <a:pt x="790591" y="342353"/>
                    <a:pt x="733986" y="285748"/>
                  </a:cubicBezTo>
                  <a:close/>
                  <a:moveTo>
                    <a:pt x="635042" y="461239"/>
                  </a:moveTo>
                  <a:lnTo>
                    <a:pt x="461392" y="634889"/>
                  </a:lnTo>
                  <a:cubicBezTo>
                    <a:pt x="421048" y="675233"/>
                    <a:pt x="355545" y="675233"/>
                    <a:pt x="315201" y="634889"/>
                  </a:cubicBezTo>
                  <a:lnTo>
                    <a:pt x="141397" y="461239"/>
                  </a:lnTo>
                  <a:cubicBezTo>
                    <a:pt x="101053" y="420894"/>
                    <a:pt x="101053" y="355392"/>
                    <a:pt x="141397" y="315048"/>
                  </a:cubicBezTo>
                  <a:lnTo>
                    <a:pt x="315047" y="141397"/>
                  </a:lnTo>
                  <a:cubicBezTo>
                    <a:pt x="355392" y="101053"/>
                    <a:pt x="420894" y="101053"/>
                    <a:pt x="461239" y="141397"/>
                  </a:cubicBezTo>
                  <a:lnTo>
                    <a:pt x="634889" y="315048"/>
                  </a:lnTo>
                  <a:cubicBezTo>
                    <a:pt x="675386" y="355545"/>
                    <a:pt x="675386" y="420894"/>
                    <a:pt x="635042" y="461239"/>
                  </a:cubicBezTo>
                  <a:close/>
                </a:path>
              </a:pathLst>
            </a:custGeom>
            <a:solidFill>
              <a:srgbClr val="EF3E22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7D0699D-6FC6-4273-92A1-AEC19CEB1295}"/>
                </a:ext>
              </a:extLst>
            </p:cNvPr>
            <p:cNvSpPr/>
            <p:nvPr/>
          </p:nvSpPr>
          <p:spPr>
            <a:xfrm>
              <a:off x="6664369" y="2253295"/>
              <a:ext cx="843706" cy="843706"/>
            </a:xfrm>
            <a:custGeom>
              <a:avLst/>
              <a:gdLst>
                <a:gd name="connsiteX0" fmla="*/ 427529 w 843706"/>
                <a:gd name="connsiteY0" fmla="*/ 855058 h 843706"/>
                <a:gd name="connsiteX1" fmla="*/ 322296 w 843706"/>
                <a:gd name="connsiteY1" fmla="*/ 811492 h 843706"/>
                <a:gd name="connsiteX2" fmla="*/ 43566 w 843706"/>
                <a:gd name="connsiteY2" fmla="*/ 532762 h 843706"/>
                <a:gd name="connsiteX3" fmla="*/ 0 w 843706"/>
                <a:gd name="connsiteY3" fmla="*/ 427529 h 843706"/>
                <a:gd name="connsiteX4" fmla="*/ 43566 w 843706"/>
                <a:gd name="connsiteY4" fmla="*/ 322296 h 843706"/>
                <a:gd name="connsiteX5" fmla="*/ 322296 w 843706"/>
                <a:gd name="connsiteY5" fmla="*/ 43566 h 843706"/>
                <a:gd name="connsiteX6" fmla="*/ 427529 w 843706"/>
                <a:gd name="connsiteY6" fmla="*/ 0 h 843706"/>
                <a:gd name="connsiteX7" fmla="*/ 532762 w 843706"/>
                <a:gd name="connsiteY7" fmla="*/ 43566 h 843706"/>
                <a:gd name="connsiteX8" fmla="*/ 811492 w 843706"/>
                <a:gd name="connsiteY8" fmla="*/ 322296 h 843706"/>
                <a:gd name="connsiteX9" fmla="*/ 811492 w 843706"/>
                <a:gd name="connsiteY9" fmla="*/ 532762 h 843706"/>
                <a:gd name="connsiteX10" fmla="*/ 532762 w 843706"/>
                <a:gd name="connsiteY10" fmla="*/ 811492 h 843706"/>
                <a:gd name="connsiteX11" fmla="*/ 427529 w 843706"/>
                <a:gd name="connsiteY11" fmla="*/ 855058 h 843706"/>
                <a:gd name="connsiteX12" fmla="*/ 427529 w 843706"/>
                <a:gd name="connsiteY12" fmla="*/ 7977 h 843706"/>
                <a:gd name="connsiteX13" fmla="*/ 327818 w 843706"/>
                <a:gd name="connsiteY13" fmla="*/ 49242 h 843706"/>
                <a:gd name="connsiteX14" fmla="*/ 49089 w 843706"/>
                <a:gd name="connsiteY14" fmla="*/ 327972 h 843706"/>
                <a:gd name="connsiteX15" fmla="*/ 7824 w 843706"/>
                <a:gd name="connsiteY15" fmla="*/ 427682 h 843706"/>
                <a:gd name="connsiteX16" fmla="*/ 49089 w 843706"/>
                <a:gd name="connsiteY16" fmla="*/ 527393 h 843706"/>
                <a:gd name="connsiteX17" fmla="*/ 327972 w 843706"/>
                <a:gd name="connsiteY17" fmla="*/ 805816 h 843706"/>
                <a:gd name="connsiteX18" fmla="*/ 427682 w 843706"/>
                <a:gd name="connsiteY18" fmla="*/ 847081 h 843706"/>
                <a:gd name="connsiteX19" fmla="*/ 527240 w 843706"/>
                <a:gd name="connsiteY19" fmla="*/ 805816 h 843706"/>
                <a:gd name="connsiteX20" fmla="*/ 805969 w 843706"/>
                <a:gd name="connsiteY20" fmla="*/ 527086 h 843706"/>
                <a:gd name="connsiteX21" fmla="*/ 805969 w 843706"/>
                <a:gd name="connsiteY21" fmla="*/ 327818 h 843706"/>
                <a:gd name="connsiteX22" fmla="*/ 527240 w 843706"/>
                <a:gd name="connsiteY22" fmla="*/ 49088 h 843706"/>
                <a:gd name="connsiteX23" fmla="*/ 427529 w 843706"/>
                <a:gd name="connsiteY23" fmla="*/ 7977 h 84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706" h="843706">
                  <a:moveTo>
                    <a:pt x="427529" y="855058"/>
                  </a:moveTo>
                  <a:cubicBezTo>
                    <a:pt x="387798" y="855058"/>
                    <a:pt x="350368" y="839564"/>
                    <a:pt x="322296" y="811492"/>
                  </a:cubicBezTo>
                  <a:lnTo>
                    <a:pt x="43566" y="532762"/>
                  </a:lnTo>
                  <a:cubicBezTo>
                    <a:pt x="15494" y="504690"/>
                    <a:pt x="0" y="467260"/>
                    <a:pt x="0" y="427529"/>
                  </a:cubicBezTo>
                  <a:cubicBezTo>
                    <a:pt x="0" y="387798"/>
                    <a:pt x="15494" y="350368"/>
                    <a:pt x="43566" y="322296"/>
                  </a:cubicBezTo>
                  <a:lnTo>
                    <a:pt x="322296" y="43566"/>
                  </a:lnTo>
                  <a:cubicBezTo>
                    <a:pt x="350368" y="15494"/>
                    <a:pt x="387798" y="0"/>
                    <a:pt x="427529" y="0"/>
                  </a:cubicBezTo>
                  <a:cubicBezTo>
                    <a:pt x="467260" y="0"/>
                    <a:pt x="504690" y="15494"/>
                    <a:pt x="532762" y="43566"/>
                  </a:cubicBezTo>
                  <a:lnTo>
                    <a:pt x="811492" y="322296"/>
                  </a:lnTo>
                  <a:cubicBezTo>
                    <a:pt x="869477" y="380281"/>
                    <a:pt x="869477" y="474776"/>
                    <a:pt x="811492" y="532762"/>
                  </a:cubicBezTo>
                  <a:lnTo>
                    <a:pt x="532762" y="811492"/>
                  </a:lnTo>
                  <a:cubicBezTo>
                    <a:pt x="504690" y="839564"/>
                    <a:pt x="467260" y="855058"/>
                    <a:pt x="427529" y="855058"/>
                  </a:cubicBezTo>
                  <a:close/>
                  <a:moveTo>
                    <a:pt x="427529" y="7977"/>
                  </a:moveTo>
                  <a:cubicBezTo>
                    <a:pt x="391480" y="7977"/>
                    <a:pt x="355431" y="21783"/>
                    <a:pt x="327818" y="49242"/>
                  </a:cubicBezTo>
                  <a:lnTo>
                    <a:pt x="49089" y="327972"/>
                  </a:lnTo>
                  <a:cubicBezTo>
                    <a:pt x="22396" y="354663"/>
                    <a:pt x="7824" y="389946"/>
                    <a:pt x="7824" y="427682"/>
                  </a:cubicBezTo>
                  <a:cubicBezTo>
                    <a:pt x="7824" y="465419"/>
                    <a:pt x="22550" y="500701"/>
                    <a:pt x="49089" y="527393"/>
                  </a:cubicBezTo>
                  <a:lnTo>
                    <a:pt x="327972" y="805816"/>
                  </a:lnTo>
                  <a:cubicBezTo>
                    <a:pt x="354510" y="832508"/>
                    <a:pt x="389946" y="847081"/>
                    <a:pt x="427682" y="847081"/>
                  </a:cubicBezTo>
                  <a:cubicBezTo>
                    <a:pt x="465266" y="847081"/>
                    <a:pt x="500701" y="832354"/>
                    <a:pt x="527240" y="805816"/>
                  </a:cubicBezTo>
                  <a:lnTo>
                    <a:pt x="805969" y="527086"/>
                  </a:lnTo>
                  <a:cubicBezTo>
                    <a:pt x="860887" y="472169"/>
                    <a:pt x="860887" y="382736"/>
                    <a:pt x="805969" y="327818"/>
                  </a:cubicBezTo>
                  <a:lnTo>
                    <a:pt x="527240" y="49088"/>
                  </a:lnTo>
                  <a:cubicBezTo>
                    <a:pt x="499781" y="21630"/>
                    <a:pt x="463578" y="7977"/>
                    <a:pt x="427529" y="7977"/>
                  </a:cubicBezTo>
                  <a:close/>
                </a:path>
              </a:pathLst>
            </a:custGeom>
            <a:solidFill>
              <a:srgbClr val="EF3E22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6152697-F2E6-4940-A43A-DC6B83AD26A6}"/>
              </a:ext>
            </a:extLst>
          </p:cNvPr>
          <p:cNvGrpSpPr/>
          <p:nvPr/>
        </p:nvGrpSpPr>
        <p:grpSpPr>
          <a:xfrm>
            <a:off x="9568559" y="2253295"/>
            <a:ext cx="843706" cy="1726223"/>
            <a:chOff x="9568559" y="2253295"/>
            <a:chExt cx="843706" cy="172622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08A403E-52CB-46DE-B298-18F1C7B933BB}"/>
                </a:ext>
              </a:extLst>
            </p:cNvPr>
            <p:cNvSpPr/>
            <p:nvPr/>
          </p:nvSpPr>
          <p:spPr>
            <a:xfrm>
              <a:off x="9909263" y="3780863"/>
              <a:ext cx="153401" cy="153401"/>
            </a:xfrm>
            <a:custGeom>
              <a:avLst/>
              <a:gdLst>
                <a:gd name="connsiteX0" fmla="*/ 167514 w 153401"/>
                <a:gd name="connsiteY0" fmla="*/ 83757 h 153401"/>
                <a:gd name="connsiteX1" fmla="*/ 83756 w 153401"/>
                <a:gd name="connsiteY1" fmla="*/ 167514 h 153401"/>
                <a:gd name="connsiteX2" fmla="*/ 0 w 153401"/>
                <a:gd name="connsiteY2" fmla="*/ 83757 h 153401"/>
                <a:gd name="connsiteX3" fmla="*/ 83756 w 153401"/>
                <a:gd name="connsiteY3" fmla="*/ 0 h 153401"/>
                <a:gd name="connsiteX4" fmla="*/ 167514 w 153401"/>
                <a:gd name="connsiteY4" fmla="*/ 83757 h 153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401" h="153401">
                  <a:moveTo>
                    <a:pt x="167514" y="83757"/>
                  </a:moveTo>
                  <a:cubicBezTo>
                    <a:pt x="167514" y="129931"/>
                    <a:pt x="130084" y="167514"/>
                    <a:pt x="83756" y="167514"/>
                  </a:cubicBezTo>
                  <a:cubicBezTo>
                    <a:pt x="37583" y="167514"/>
                    <a:pt x="0" y="130084"/>
                    <a:pt x="0" y="83757"/>
                  </a:cubicBezTo>
                  <a:cubicBezTo>
                    <a:pt x="0" y="37583"/>
                    <a:pt x="37430" y="0"/>
                    <a:pt x="83756" y="0"/>
                  </a:cubicBezTo>
                  <a:cubicBezTo>
                    <a:pt x="130084" y="0"/>
                    <a:pt x="167514" y="37583"/>
                    <a:pt x="167514" y="83757"/>
                  </a:cubicBezTo>
                  <a:close/>
                </a:path>
              </a:pathLst>
            </a:custGeom>
            <a:solidFill>
              <a:srgbClr val="6F6E6E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D9D65B2-63B3-496F-9D63-2A5BA4CFCD8A}"/>
                </a:ext>
              </a:extLst>
            </p:cNvPr>
            <p:cNvSpPr/>
            <p:nvPr/>
          </p:nvSpPr>
          <p:spPr>
            <a:xfrm>
              <a:off x="9990411" y="3105745"/>
              <a:ext cx="15340" cy="644285"/>
            </a:xfrm>
            <a:custGeom>
              <a:avLst/>
              <a:gdLst>
                <a:gd name="connsiteX0" fmla="*/ 0 w 0"/>
                <a:gd name="connsiteY0" fmla="*/ 0 h 644284"/>
                <a:gd name="connsiteX1" fmla="*/ 7824 w 0"/>
                <a:gd name="connsiteY1" fmla="*/ 0 h 644284"/>
                <a:gd name="connsiteX2" fmla="*/ 7824 w 0"/>
                <a:gd name="connsiteY2" fmla="*/ 647659 h 644284"/>
                <a:gd name="connsiteX3" fmla="*/ 0 w 0"/>
                <a:gd name="connsiteY3" fmla="*/ 647659 h 64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644284">
                  <a:moveTo>
                    <a:pt x="0" y="0"/>
                  </a:moveTo>
                  <a:lnTo>
                    <a:pt x="7824" y="0"/>
                  </a:lnTo>
                  <a:lnTo>
                    <a:pt x="7824" y="647659"/>
                  </a:lnTo>
                  <a:lnTo>
                    <a:pt x="0" y="647659"/>
                  </a:lnTo>
                  <a:close/>
                </a:path>
              </a:pathLst>
            </a:custGeom>
            <a:solidFill>
              <a:srgbClr val="6F6E6E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D981815-805D-4560-BF1B-245AA7AA2DB9}"/>
                </a:ext>
              </a:extLst>
            </p:cNvPr>
            <p:cNvSpPr/>
            <p:nvPr/>
          </p:nvSpPr>
          <p:spPr>
            <a:xfrm>
              <a:off x="9877815" y="3749416"/>
              <a:ext cx="230102" cy="230102"/>
            </a:xfrm>
            <a:custGeom>
              <a:avLst/>
              <a:gdLst>
                <a:gd name="connsiteX0" fmla="*/ 115204 w 230101"/>
                <a:gd name="connsiteY0" fmla="*/ 230409 h 230101"/>
                <a:gd name="connsiteX1" fmla="*/ 0 w 230101"/>
                <a:gd name="connsiteY1" fmla="*/ 115204 h 230101"/>
                <a:gd name="connsiteX2" fmla="*/ 115204 w 230101"/>
                <a:gd name="connsiteY2" fmla="*/ 0 h 230101"/>
                <a:gd name="connsiteX3" fmla="*/ 230409 w 230101"/>
                <a:gd name="connsiteY3" fmla="*/ 115204 h 230101"/>
                <a:gd name="connsiteX4" fmla="*/ 115204 w 230101"/>
                <a:gd name="connsiteY4" fmla="*/ 230409 h 230101"/>
                <a:gd name="connsiteX5" fmla="*/ 115204 w 230101"/>
                <a:gd name="connsiteY5" fmla="*/ 7823 h 230101"/>
                <a:gd name="connsiteX6" fmla="*/ 7977 w 230101"/>
                <a:gd name="connsiteY6" fmla="*/ 115051 h 230101"/>
                <a:gd name="connsiteX7" fmla="*/ 115204 w 230101"/>
                <a:gd name="connsiteY7" fmla="*/ 222432 h 230101"/>
                <a:gd name="connsiteX8" fmla="*/ 222585 w 230101"/>
                <a:gd name="connsiteY8" fmla="*/ 115051 h 230101"/>
                <a:gd name="connsiteX9" fmla="*/ 115204 w 230101"/>
                <a:gd name="connsiteY9" fmla="*/ 7823 h 230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0101" h="230101">
                  <a:moveTo>
                    <a:pt x="115204" y="230409"/>
                  </a:moveTo>
                  <a:cubicBezTo>
                    <a:pt x="51696" y="230409"/>
                    <a:pt x="0" y="178712"/>
                    <a:pt x="0" y="115204"/>
                  </a:cubicBezTo>
                  <a:cubicBezTo>
                    <a:pt x="0" y="51696"/>
                    <a:pt x="51696" y="0"/>
                    <a:pt x="115204" y="0"/>
                  </a:cubicBezTo>
                  <a:cubicBezTo>
                    <a:pt x="178713" y="0"/>
                    <a:pt x="230409" y="51696"/>
                    <a:pt x="230409" y="115204"/>
                  </a:cubicBezTo>
                  <a:cubicBezTo>
                    <a:pt x="230409" y="178712"/>
                    <a:pt x="178713" y="230409"/>
                    <a:pt x="115204" y="230409"/>
                  </a:cubicBezTo>
                  <a:close/>
                  <a:moveTo>
                    <a:pt x="115204" y="7823"/>
                  </a:moveTo>
                  <a:cubicBezTo>
                    <a:pt x="55992" y="7823"/>
                    <a:pt x="7977" y="55991"/>
                    <a:pt x="7977" y="115051"/>
                  </a:cubicBezTo>
                  <a:cubicBezTo>
                    <a:pt x="7977" y="174264"/>
                    <a:pt x="56145" y="222432"/>
                    <a:pt x="115204" y="222432"/>
                  </a:cubicBezTo>
                  <a:cubicBezTo>
                    <a:pt x="174417" y="222432"/>
                    <a:pt x="222585" y="174264"/>
                    <a:pt x="222585" y="115051"/>
                  </a:cubicBezTo>
                  <a:cubicBezTo>
                    <a:pt x="222585" y="55991"/>
                    <a:pt x="174417" y="7823"/>
                    <a:pt x="115204" y="7823"/>
                  </a:cubicBezTo>
                  <a:close/>
                </a:path>
              </a:pathLst>
            </a:custGeom>
            <a:solidFill>
              <a:srgbClr val="6F6E6E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10F25F9-7173-4217-B138-4AE44423025C}"/>
                </a:ext>
              </a:extLst>
            </p:cNvPr>
            <p:cNvSpPr/>
            <p:nvPr/>
          </p:nvSpPr>
          <p:spPr>
            <a:xfrm>
              <a:off x="9607868" y="2292604"/>
              <a:ext cx="767005" cy="767005"/>
            </a:xfrm>
            <a:custGeom>
              <a:avLst/>
              <a:gdLst>
                <a:gd name="connsiteX0" fmla="*/ 733985 w 767005"/>
                <a:gd name="connsiteY0" fmla="*/ 285748 h 767005"/>
                <a:gd name="connsiteX1" fmla="*/ 490691 w 767005"/>
                <a:gd name="connsiteY1" fmla="*/ 42454 h 767005"/>
                <a:gd name="connsiteX2" fmla="*/ 285748 w 767005"/>
                <a:gd name="connsiteY2" fmla="*/ 42454 h 767005"/>
                <a:gd name="connsiteX3" fmla="*/ 42454 w 767005"/>
                <a:gd name="connsiteY3" fmla="*/ 285901 h 767005"/>
                <a:gd name="connsiteX4" fmla="*/ 42454 w 767005"/>
                <a:gd name="connsiteY4" fmla="*/ 490692 h 767005"/>
                <a:gd name="connsiteX5" fmla="*/ 285748 w 767005"/>
                <a:gd name="connsiteY5" fmla="*/ 734139 h 767005"/>
                <a:gd name="connsiteX6" fmla="*/ 490691 w 767005"/>
                <a:gd name="connsiteY6" fmla="*/ 734139 h 767005"/>
                <a:gd name="connsiteX7" fmla="*/ 733985 w 767005"/>
                <a:gd name="connsiteY7" fmla="*/ 490692 h 767005"/>
                <a:gd name="connsiteX8" fmla="*/ 733985 w 767005"/>
                <a:gd name="connsiteY8" fmla="*/ 285748 h 767005"/>
                <a:gd name="connsiteX9" fmla="*/ 634889 w 767005"/>
                <a:gd name="connsiteY9" fmla="*/ 461239 h 767005"/>
                <a:gd name="connsiteX10" fmla="*/ 461239 w 767005"/>
                <a:gd name="connsiteY10" fmla="*/ 634889 h 767005"/>
                <a:gd name="connsiteX11" fmla="*/ 315047 w 767005"/>
                <a:gd name="connsiteY11" fmla="*/ 634889 h 767005"/>
                <a:gd name="connsiteX12" fmla="*/ 141397 w 767005"/>
                <a:gd name="connsiteY12" fmla="*/ 461239 h 767005"/>
                <a:gd name="connsiteX13" fmla="*/ 141397 w 767005"/>
                <a:gd name="connsiteY13" fmla="*/ 315048 h 767005"/>
                <a:gd name="connsiteX14" fmla="*/ 315047 w 767005"/>
                <a:gd name="connsiteY14" fmla="*/ 141397 h 767005"/>
                <a:gd name="connsiteX15" fmla="*/ 461239 w 767005"/>
                <a:gd name="connsiteY15" fmla="*/ 141397 h 767005"/>
                <a:gd name="connsiteX16" fmla="*/ 634889 w 767005"/>
                <a:gd name="connsiteY16" fmla="*/ 315048 h 767005"/>
                <a:gd name="connsiteX17" fmla="*/ 634889 w 767005"/>
                <a:gd name="connsiteY17" fmla="*/ 461239 h 767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7005" h="767005">
                  <a:moveTo>
                    <a:pt x="733985" y="285748"/>
                  </a:moveTo>
                  <a:lnTo>
                    <a:pt x="490691" y="42454"/>
                  </a:lnTo>
                  <a:cubicBezTo>
                    <a:pt x="434086" y="-14151"/>
                    <a:pt x="342353" y="-14151"/>
                    <a:pt x="285748" y="42454"/>
                  </a:cubicBezTo>
                  <a:lnTo>
                    <a:pt x="42454" y="285901"/>
                  </a:lnTo>
                  <a:cubicBezTo>
                    <a:pt x="-14151" y="342353"/>
                    <a:pt x="-14151" y="434240"/>
                    <a:pt x="42454" y="490692"/>
                  </a:cubicBezTo>
                  <a:lnTo>
                    <a:pt x="285748" y="734139"/>
                  </a:lnTo>
                  <a:cubicBezTo>
                    <a:pt x="342353" y="790591"/>
                    <a:pt x="434086" y="790591"/>
                    <a:pt x="490691" y="734139"/>
                  </a:cubicBezTo>
                  <a:lnTo>
                    <a:pt x="733985" y="490692"/>
                  </a:lnTo>
                  <a:cubicBezTo>
                    <a:pt x="790590" y="434087"/>
                    <a:pt x="790590" y="342353"/>
                    <a:pt x="733985" y="285748"/>
                  </a:cubicBezTo>
                  <a:close/>
                  <a:moveTo>
                    <a:pt x="634889" y="461239"/>
                  </a:moveTo>
                  <a:lnTo>
                    <a:pt x="461239" y="634889"/>
                  </a:lnTo>
                  <a:cubicBezTo>
                    <a:pt x="420894" y="675233"/>
                    <a:pt x="355391" y="675233"/>
                    <a:pt x="315047" y="634889"/>
                  </a:cubicBezTo>
                  <a:lnTo>
                    <a:pt x="141397" y="461239"/>
                  </a:lnTo>
                  <a:cubicBezTo>
                    <a:pt x="101053" y="420894"/>
                    <a:pt x="101053" y="355392"/>
                    <a:pt x="141397" y="315048"/>
                  </a:cubicBezTo>
                  <a:lnTo>
                    <a:pt x="315047" y="141397"/>
                  </a:lnTo>
                  <a:cubicBezTo>
                    <a:pt x="355391" y="101053"/>
                    <a:pt x="420894" y="101053"/>
                    <a:pt x="461239" y="141397"/>
                  </a:cubicBezTo>
                  <a:lnTo>
                    <a:pt x="634889" y="315048"/>
                  </a:lnTo>
                  <a:cubicBezTo>
                    <a:pt x="675387" y="355545"/>
                    <a:pt x="675387" y="420894"/>
                    <a:pt x="634889" y="461239"/>
                  </a:cubicBezTo>
                  <a:close/>
                </a:path>
              </a:pathLst>
            </a:custGeom>
            <a:solidFill>
              <a:srgbClr val="6F6E6E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1013173-5F8F-4F76-A01F-EE117278E3C2}"/>
                </a:ext>
              </a:extLst>
            </p:cNvPr>
            <p:cNvSpPr/>
            <p:nvPr/>
          </p:nvSpPr>
          <p:spPr>
            <a:xfrm>
              <a:off x="9568559" y="2253295"/>
              <a:ext cx="843706" cy="843706"/>
            </a:xfrm>
            <a:custGeom>
              <a:avLst/>
              <a:gdLst>
                <a:gd name="connsiteX0" fmla="*/ 427529 w 843706"/>
                <a:gd name="connsiteY0" fmla="*/ 855058 h 843706"/>
                <a:gd name="connsiteX1" fmla="*/ 322296 w 843706"/>
                <a:gd name="connsiteY1" fmla="*/ 811492 h 843706"/>
                <a:gd name="connsiteX2" fmla="*/ 43566 w 843706"/>
                <a:gd name="connsiteY2" fmla="*/ 532762 h 843706"/>
                <a:gd name="connsiteX3" fmla="*/ 0 w 843706"/>
                <a:gd name="connsiteY3" fmla="*/ 427529 h 843706"/>
                <a:gd name="connsiteX4" fmla="*/ 43566 w 843706"/>
                <a:gd name="connsiteY4" fmla="*/ 322296 h 843706"/>
                <a:gd name="connsiteX5" fmla="*/ 322296 w 843706"/>
                <a:gd name="connsiteY5" fmla="*/ 43566 h 843706"/>
                <a:gd name="connsiteX6" fmla="*/ 427529 w 843706"/>
                <a:gd name="connsiteY6" fmla="*/ 0 h 843706"/>
                <a:gd name="connsiteX7" fmla="*/ 532762 w 843706"/>
                <a:gd name="connsiteY7" fmla="*/ 43566 h 843706"/>
                <a:gd name="connsiteX8" fmla="*/ 811492 w 843706"/>
                <a:gd name="connsiteY8" fmla="*/ 322296 h 843706"/>
                <a:gd name="connsiteX9" fmla="*/ 811492 w 843706"/>
                <a:gd name="connsiteY9" fmla="*/ 532762 h 843706"/>
                <a:gd name="connsiteX10" fmla="*/ 532762 w 843706"/>
                <a:gd name="connsiteY10" fmla="*/ 811492 h 843706"/>
                <a:gd name="connsiteX11" fmla="*/ 427529 w 843706"/>
                <a:gd name="connsiteY11" fmla="*/ 855058 h 843706"/>
                <a:gd name="connsiteX12" fmla="*/ 427529 w 843706"/>
                <a:gd name="connsiteY12" fmla="*/ 7977 h 843706"/>
                <a:gd name="connsiteX13" fmla="*/ 327818 w 843706"/>
                <a:gd name="connsiteY13" fmla="*/ 49242 h 843706"/>
                <a:gd name="connsiteX14" fmla="*/ 49089 w 843706"/>
                <a:gd name="connsiteY14" fmla="*/ 327972 h 843706"/>
                <a:gd name="connsiteX15" fmla="*/ 7824 w 843706"/>
                <a:gd name="connsiteY15" fmla="*/ 427682 h 843706"/>
                <a:gd name="connsiteX16" fmla="*/ 49089 w 843706"/>
                <a:gd name="connsiteY16" fmla="*/ 527393 h 843706"/>
                <a:gd name="connsiteX17" fmla="*/ 327818 w 843706"/>
                <a:gd name="connsiteY17" fmla="*/ 806123 h 843706"/>
                <a:gd name="connsiteX18" fmla="*/ 427529 w 843706"/>
                <a:gd name="connsiteY18" fmla="*/ 847388 h 843706"/>
                <a:gd name="connsiteX19" fmla="*/ 527086 w 843706"/>
                <a:gd name="connsiteY19" fmla="*/ 806123 h 843706"/>
                <a:gd name="connsiteX20" fmla="*/ 805815 w 843706"/>
                <a:gd name="connsiteY20" fmla="*/ 527393 h 843706"/>
                <a:gd name="connsiteX21" fmla="*/ 805815 w 843706"/>
                <a:gd name="connsiteY21" fmla="*/ 328125 h 843706"/>
                <a:gd name="connsiteX22" fmla="*/ 527086 w 843706"/>
                <a:gd name="connsiteY22" fmla="*/ 49088 h 843706"/>
                <a:gd name="connsiteX23" fmla="*/ 427529 w 843706"/>
                <a:gd name="connsiteY23" fmla="*/ 7977 h 84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706" h="843706">
                  <a:moveTo>
                    <a:pt x="427529" y="855058"/>
                  </a:moveTo>
                  <a:cubicBezTo>
                    <a:pt x="387797" y="855058"/>
                    <a:pt x="350369" y="839564"/>
                    <a:pt x="322296" y="811492"/>
                  </a:cubicBezTo>
                  <a:lnTo>
                    <a:pt x="43566" y="532762"/>
                  </a:lnTo>
                  <a:cubicBezTo>
                    <a:pt x="15494" y="504690"/>
                    <a:pt x="0" y="467260"/>
                    <a:pt x="0" y="427529"/>
                  </a:cubicBezTo>
                  <a:cubicBezTo>
                    <a:pt x="0" y="387798"/>
                    <a:pt x="15494" y="350368"/>
                    <a:pt x="43566" y="322296"/>
                  </a:cubicBezTo>
                  <a:lnTo>
                    <a:pt x="322296" y="43566"/>
                  </a:lnTo>
                  <a:cubicBezTo>
                    <a:pt x="350369" y="15494"/>
                    <a:pt x="387797" y="0"/>
                    <a:pt x="427529" y="0"/>
                  </a:cubicBezTo>
                  <a:cubicBezTo>
                    <a:pt x="467260" y="0"/>
                    <a:pt x="504690" y="15494"/>
                    <a:pt x="532762" y="43566"/>
                  </a:cubicBezTo>
                  <a:lnTo>
                    <a:pt x="811492" y="322296"/>
                  </a:lnTo>
                  <a:cubicBezTo>
                    <a:pt x="869477" y="380281"/>
                    <a:pt x="869477" y="474776"/>
                    <a:pt x="811492" y="532762"/>
                  </a:cubicBezTo>
                  <a:lnTo>
                    <a:pt x="532762" y="811492"/>
                  </a:lnTo>
                  <a:cubicBezTo>
                    <a:pt x="504536" y="839564"/>
                    <a:pt x="467260" y="855058"/>
                    <a:pt x="427529" y="855058"/>
                  </a:cubicBezTo>
                  <a:close/>
                  <a:moveTo>
                    <a:pt x="427529" y="7977"/>
                  </a:moveTo>
                  <a:cubicBezTo>
                    <a:pt x="391480" y="7977"/>
                    <a:pt x="355430" y="21783"/>
                    <a:pt x="327818" y="49242"/>
                  </a:cubicBezTo>
                  <a:lnTo>
                    <a:pt x="49089" y="327972"/>
                  </a:lnTo>
                  <a:cubicBezTo>
                    <a:pt x="22397" y="354663"/>
                    <a:pt x="7824" y="389946"/>
                    <a:pt x="7824" y="427682"/>
                  </a:cubicBezTo>
                  <a:cubicBezTo>
                    <a:pt x="7824" y="465419"/>
                    <a:pt x="22550" y="500701"/>
                    <a:pt x="49089" y="527393"/>
                  </a:cubicBezTo>
                  <a:lnTo>
                    <a:pt x="327818" y="806123"/>
                  </a:lnTo>
                  <a:cubicBezTo>
                    <a:pt x="354356" y="832815"/>
                    <a:pt x="389792" y="847388"/>
                    <a:pt x="427529" y="847388"/>
                  </a:cubicBezTo>
                  <a:cubicBezTo>
                    <a:pt x="465112" y="847388"/>
                    <a:pt x="500548" y="832661"/>
                    <a:pt x="527086" y="806123"/>
                  </a:cubicBezTo>
                  <a:lnTo>
                    <a:pt x="805815" y="527393"/>
                  </a:lnTo>
                  <a:cubicBezTo>
                    <a:pt x="860733" y="472475"/>
                    <a:pt x="860733" y="383043"/>
                    <a:pt x="805815" y="328125"/>
                  </a:cubicBezTo>
                  <a:lnTo>
                    <a:pt x="527086" y="49088"/>
                  </a:lnTo>
                  <a:cubicBezTo>
                    <a:pt x="499627" y="21630"/>
                    <a:pt x="463578" y="7977"/>
                    <a:pt x="427529" y="7977"/>
                  </a:cubicBezTo>
                  <a:close/>
                </a:path>
              </a:pathLst>
            </a:custGeom>
            <a:solidFill>
              <a:srgbClr val="6F6E6E"/>
            </a:solidFill>
            <a:ln w="15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32816C3F-7FF5-4083-8BE3-46978EA6FA85}"/>
              </a:ext>
            </a:extLst>
          </p:cNvPr>
          <p:cNvSpPr/>
          <p:nvPr/>
        </p:nvSpPr>
        <p:spPr>
          <a:xfrm>
            <a:off x="1533542" y="396141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9CAACFF-34E1-4E5B-B9FD-65E6548FA9B2}"/>
              </a:ext>
            </a:extLst>
          </p:cNvPr>
          <p:cNvSpPr/>
          <p:nvPr/>
        </p:nvSpPr>
        <p:spPr>
          <a:xfrm>
            <a:off x="2996800" y="332043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88662-AD87-4E45-BB34-47867B931DFC}"/>
              </a:ext>
            </a:extLst>
          </p:cNvPr>
          <p:cNvSpPr/>
          <p:nvPr/>
        </p:nvSpPr>
        <p:spPr>
          <a:xfrm>
            <a:off x="4447295" y="396141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CD93A9-49E3-41D2-944D-B21441C95111}"/>
              </a:ext>
            </a:extLst>
          </p:cNvPr>
          <p:cNvSpPr/>
          <p:nvPr/>
        </p:nvSpPr>
        <p:spPr>
          <a:xfrm>
            <a:off x="5881274" y="332043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DA727D-EB99-424B-B16B-F023AC7EBE25}"/>
              </a:ext>
            </a:extLst>
          </p:cNvPr>
          <p:cNvSpPr/>
          <p:nvPr/>
        </p:nvSpPr>
        <p:spPr>
          <a:xfrm>
            <a:off x="7336197" y="396141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46AB864-D26D-4C54-A30A-488E27E93473}"/>
              </a:ext>
            </a:extLst>
          </p:cNvPr>
          <p:cNvSpPr/>
          <p:nvPr/>
        </p:nvSpPr>
        <p:spPr>
          <a:xfrm>
            <a:off x="8776800" y="332043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04A2EA5-A37D-4A5D-9E42-3F31DD2FF9A1}"/>
              </a:ext>
            </a:extLst>
          </p:cNvPr>
          <p:cNvSpPr/>
          <p:nvPr/>
        </p:nvSpPr>
        <p:spPr>
          <a:xfrm>
            <a:off x="10237587" y="396141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2026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0F816A6-91CD-43B6-88B5-B65CED67CAB7}"/>
              </a:ext>
            </a:extLst>
          </p:cNvPr>
          <p:cNvGrpSpPr/>
          <p:nvPr/>
        </p:nvGrpSpPr>
        <p:grpSpPr>
          <a:xfrm>
            <a:off x="1354086" y="3048586"/>
            <a:ext cx="1278836" cy="658607"/>
            <a:chOff x="1354086" y="3048586"/>
            <a:chExt cx="1278836" cy="65860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81EE6A-A05F-47AA-BD21-BF8EFFFC182F}"/>
                </a:ext>
              </a:extLst>
            </p:cNvPr>
            <p:cNvSpPr/>
            <p:nvPr/>
          </p:nvSpPr>
          <p:spPr>
            <a:xfrm>
              <a:off x="1509326" y="3048586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12525B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A64EE0-3B15-4276-A426-553828301E66}"/>
                </a:ext>
              </a:extLst>
            </p:cNvPr>
            <p:cNvSpPr/>
            <p:nvPr/>
          </p:nvSpPr>
          <p:spPr>
            <a:xfrm>
              <a:off x="1354086" y="3245528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D307072-D0C6-4964-9C15-A36194C22BB6}"/>
              </a:ext>
            </a:extLst>
          </p:cNvPr>
          <p:cNvGrpSpPr/>
          <p:nvPr/>
        </p:nvGrpSpPr>
        <p:grpSpPr>
          <a:xfrm>
            <a:off x="4215695" y="3048586"/>
            <a:ext cx="1278836" cy="658607"/>
            <a:chOff x="4215695" y="3048586"/>
            <a:chExt cx="1278836" cy="65860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28B6B27-5A17-44B5-A63E-9FA323D07825}"/>
                </a:ext>
              </a:extLst>
            </p:cNvPr>
            <p:cNvSpPr/>
            <p:nvPr/>
          </p:nvSpPr>
          <p:spPr>
            <a:xfrm>
              <a:off x="4370935" y="3048586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869A14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1609B27-4716-48BD-A874-5D2185E59F2F}"/>
                </a:ext>
              </a:extLst>
            </p:cNvPr>
            <p:cNvSpPr/>
            <p:nvPr/>
          </p:nvSpPr>
          <p:spPr>
            <a:xfrm>
              <a:off x="4215695" y="3245528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83E4E81-58E6-451F-B6AA-11B52AE53E4E}"/>
              </a:ext>
            </a:extLst>
          </p:cNvPr>
          <p:cNvGrpSpPr/>
          <p:nvPr/>
        </p:nvGrpSpPr>
        <p:grpSpPr>
          <a:xfrm>
            <a:off x="7121385" y="3048586"/>
            <a:ext cx="1278836" cy="658607"/>
            <a:chOff x="7121385" y="3048586"/>
            <a:chExt cx="1278836" cy="65860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FDE4547-4DC0-46FA-B2A0-ED728626755C}"/>
                </a:ext>
              </a:extLst>
            </p:cNvPr>
            <p:cNvSpPr/>
            <p:nvPr/>
          </p:nvSpPr>
          <p:spPr>
            <a:xfrm>
              <a:off x="7276625" y="3048586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EF3E22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41E3711-BEE0-4A6E-88D0-B0036FA07D91}"/>
                </a:ext>
              </a:extLst>
            </p:cNvPr>
            <p:cNvSpPr/>
            <p:nvPr/>
          </p:nvSpPr>
          <p:spPr>
            <a:xfrm>
              <a:off x="7121385" y="3245528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61189D0-5394-40E6-B3DA-00692AD44A77}"/>
              </a:ext>
            </a:extLst>
          </p:cNvPr>
          <p:cNvGrpSpPr/>
          <p:nvPr/>
        </p:nvGrpSpPr>
        <p:grpSpPr>
          <a:xfrm>
            <a:off x="10041527" y="3048586"/>
            <a:ext cx="1278836" cy="658607"/>
            <a:chOff x="10041527" y="3048586"/>
            <a:chExt cx="1278836" cy="658607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C457016-2B09-4C00-BAB8-299A3DCA36DE}"/>
                </a:ext>
              </a:extLst>
            </p:cNvPr>
            <p:cNvSpPr/>
            <p:nvPr/>
          </p:nvSpPr>
          <p:spPr>
            <a:xfrm>
              <a:off x="10196767" y="3048586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6F6E6E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46198F1-B126-491A-87D5-14D2CED20137}"/>
                </a:ext>
              </a:extLst>
            </p:cNvPr>
            <p:cNvSpPr/>
            <p:nvPr/>
          </p:nvSpPr>
          <p:spPr>
            <a:xfrm>
              <a:off x="10041527" y="3245528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8803EDD-34D0-46EC-B569-0321227D365F}"/>
              </a:ext>
            </a:extLst>
          </p:cNvPr>
          <p:cNvGrpSpPr/>
          <p:nvPr/>
        </p:nvGrpSpPr>
        <p:grpSpPr>
          <a:xfrm>
            <a:off x="2817526" y="3993458"/>
            <a:ext cx="1278836" cy="658607"/>
            <a:chOff x="2817526" y="3993458"/>
            <a:chExt cx="1278836" cy="658607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E83CFC2-690B-481D-8BE1-9949C5FCF2F5}"/>
                </a:ext>
              </a:extLst>
            </p:cNvPr>
            <p:cNvSpPr/>
            <p:nvPr/>
          </p:nvSpPr>
          <p:spPr>
            <a:xfrm>
              <a:off x="2972766" y="3993458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1BB6B3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D7A580D-D7B6-4A68-9169-371D64BB792A}"/>
                </a:ext>
              </a:extLst>
            </p:cNvPr>
            <p:cNvSpPr/>
            <p:nvPr/>
          </p:nvSpPr>
          <p:spPr>
            <a:xfrm>
              <a:off x="2817526" y="4190400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45B135A-F82B-464E-B8D3-6D309FB440ED}"/>
              </a:ext>
            </a:extLst>
          </p:cNvPr>
          <p:cNvGrpSpPr/>
          <p:nvPr/>
        </p:nvGrpSpPr>
        <p:grpSpPr>
          <a:xfrm>
            <a:off x="5710604" y="3993458"/>
            <a:ext cx="1278836" cy="658607"/>
            <a:chOff x="5710604" y="3993458"/>
            <a:chExt cx="1278836" cy="65860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723E087-6161-4FC0-8C37-DABFE3741251}"/>
                </a:ext>
              </a:extLst>
            </p:cNvPr>
            <p:cNvSpPr/>
            <p:nvPr/>
          </p:nvSpPr>
          <p:spPr>
            <a:xfrm>
              <a:off x="5865844" y="3993458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A9E28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E3225EC-BD33-4071-BAEF-BDD24373333B}"/>
                </a:ext>
              </a:extLst>
            </p:cNvPr>
            <p:cNvSpPr/>
            <p:nvPr/>
          </p:nvSpPr>
          <p:spPr>
            <a:xfrm>
              <a:off x="5710604" y="4190400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61C596B-7183-49D0-AB52-48B176C61782}"/>
              </a:ext>
            </a:extLst>
          </p:cNvPr>
          <p:cNvGrpSpPr/>
          <p:nvPr/>
        </p:nvGrpSpPr>
        <p:grpSpPr>
          <a:xfrm>
            <a:off x="8607857" y="3993458"/>
            <a:ext cx="1278836" cy="658607"/>
            <a:chOff x="8607857" y="3993458"/>
            <a:chExt cx="1278836" cy="658607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22576BF-B801-4C9C-83D3-A6B8D99FF3E2}"/>
                </a:ext>
              </a:extLst>
            </p:cNvPr>
            <p:cNvSpPr/>
            <p:nvPr/>
          </p:nvSpPr>
          <p:spPr>
            <a:xfrm>
              <a:off x="8763097" y="3993458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851022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7ABC04E-685B-4AE7-973D-8CB96AD968F7}"/>
                </a:ext>
              </a:extLst>
            </p:cNvPr>
            <p:cNvSpPr/>
            <p:nvPr/>
          </p:nvSpPr>
          <p:spPr>
            <a:xfrm>
              <a:off x="8607857" y="4190400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pic>
        <p:nvPicPr>
          <p:cNvPr id="3" name="Graphic 2" descr="Pencil">
            <a:extLst>
              <a:ext uri="{FF2B5EF4-FFF2-40B4-BE49-F238E27FC236}">
                <a16:creationId xmlns:a16="http://schemas.microsoft.com/office/drawing/2014/main" id="{7931F5E1-D639-4AD1-AA94-73FD7BC3E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9695" y="4904929"/>
            <a:ext cx="291356" cy="291356"/>
          </a:xfrm>
          <a:prstGeom prst="rect">
            <a:avLst/>
          </a:prstGeom>
        </p:spPr>
      </p:pic>
      <p:pic>
        <p:nvPicPr>
          <p:cNvPr id="75" name="Graphic 74" descr="Circles with arrows">
            <a:extLst>
              <a:ext uri="{FF2B5EF4-FFF2-40B4-BE49-F238E27FC236}">
                <a16:creationId xmlns:a16="http://schemas.microsoft.com/office/drawing/2014/main" id="{872CDEB4-A1AD-402C-9C26-FBDE36BDA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5704" y="4856710"/>
            <a:ext cx="387795" cy="387795"/>
          </a:xfrm>
          <a:prstGeom prst="rect">
            <a:avLst/>
          </a:prstGeom>
        </p:spPr>
      </p:pic>
      <p:pic>
        <p:nvPicPr>
          <p:cNvPr id="77" name="Graphic 76" descr="Lock">
            <a:extLst>
              <a:ext uri="{FF2B5EF4-FFF2-40B4-BE49-F238E27FC236}">
                <a16:creationId xmlns:a16="http://schemas.microsoft.com/office/drawing/2014/main" id="{B6397346-1E60-43CB-91BB-81EC113BF5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63485" y="4846404"/>
            <a:ext cx="352541" cy="352541"/>
          </a:xfrm>
          <a:prstGeom prst="rect">
            <a:avLst/>
          </a:prstGeom>
        </p:spPr>
      </p:pic>
      <p:pic>
        <p:nvPicPr>
          <p:cNvPr id="79" name="Graphic 78" descr="Wireless router">
            <a:extLst>
              <a:ext uri="{FF2B5EF4-FFF2-40B4-BE49-F238E27FC236}">
                <a16:creationId xmlns:a16="http://schemas.microsoft.com/office/drawing/2014/main" id="{795B93CD-3389-4D19-99A8-8742EA0F05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9480" y="2486601"/>
            <a:ext cx="352541" cy="352541"/>
          </a:xfrm>
          <a:prstGeom prst="rect">
            <a:avLst/>
          </a:prstGeom>
        </p:spPr>
      </p:pic>
      <p:pic>
        <p:nvPicPr>
          <p:cNvPr id="81" name="Graphic 80" descr="Cloud Computing">
            <a:extLst>
              <a:ext uri="{FF2B5EF4-FFF2-40B4-BE49-F238E27FC236}">
                <a16:creationId xmlns:a16="http://schemas.microsoft.com/office/drawing/2014/main" id="{B93A5EFF-3532-4581-8881-58BB9FCC52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56253" y="2502190"/>
            <a:ext cx="352541" cy="352541"/>
          </a:xfrm>
          <a:prstGeom prst="rect">
            <a:avLst/>
          </a:prstGeom>
        </p:spPr>
      </p:pic>
      <p:pic>
        <p:nvPicPr>
          <p:cNvPr id="83" name="Graphic 82" descr="Internet">
            <a:extLst>
              <a:ext uri="{FF2B5EF4-FFF2-40B4-BE49-F238E27FC236}">
                <a16:creationId xmlns:a16="http://schemas.microsoft.com/office/drawing/2014/main" id="{A1C6DE6A-7FF4-4573-8751-0096A343BC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29213" y="2493298"/>
            <a:ext cx="352541" cy="352541"/>
          </a:xfrm>
          <a:prstGeom prst="rect">
            <a:avLst/>
          </a:prstGeom>
        </p:spPr>
      </p:pic>
      <p:pic>
        <p:nvPicPr>
          <p:cNvPr id="85" name="Graphic 84" descr="Tools">
            <a:extLst>
              <a:ext uri="{FF2B5EF4-FFF2-40B4-BE49-F238E27FC236}">
                <a16:creationId xmlns:a16="http://schemas.microsoft.com/office/drawing/2014/main" id="{E789DA70-560C-4E2B-964B-F699B0F3CF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4786" y="2537479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81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5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25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5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75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4250"/>
                            </p:stCondLst>
                            <p:childTnLst>
                              <p:par>
                                <p:cTn id="1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D9D332D-909F-4AA1-8D84-72B2B4650F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0778D7-3855-462B-8E75-A1A347BD0B65}"/>
              </a:ext>
            </a:extLst>
          </p:cNvPr>
          <p:cNvGrpSpPr/>
          <p:nvPr/>
        </p:nvGrpSpPr>
        <p:grpSpPr>
          <a:xfrm>
            <a:off x="1887490" y="3603949"/>
            <a:ext cx="2015766" cy="2015766"/>
            <a:chOff x="1887490" y="3603949"/>
            <a:chExt cx="2015766" cy="2015766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22690DF-D282-4D9C-8E0C-94758CD85752}"/>
                </a:ext>
              </a:extLst>
            </p:cNvPr>
            <p:cNvSpPr/>
            <p:nvPr/>
          </p:nvSpPr>
          <p:spPr>
            <a:xfrm>
              <a:off x="1887490" y="3603949"/>
              <a:ext cx="2015766" cy="2015766"/>
            </a:xfrm>
            <a:custGeom>
              <a:avLst/>
              <a:gdLst>
                <a:gd name="connsiteX0" fmla="*/ 1518400 w 2015766"/>
                <a:gd name="connsiteY0" fmla="*/ 506133 h 2015766"/>
                <a:gd name="connsiteX1" fmla="*/ 1518400 w 2015766"/>
                <a:gd name="connsiteY1" fmla="*/ 1518399 h 2015766"/>
                <a:gd name="connsiteX2" fmla="*/ 506133 w 2015766"/>
                <a:gd name="connsiteY2" fmla="*/ 1518399 h 2015766"/>
                <a:gd name="connsiteX3" fmla="*/ 506133 w 2015766"/>
                <a:gd name="connsiteY3" fmla="*/ 506133 h 2015766"/>
                <a:gd name="connsiteX4" fmla="*/ 1518400 w 2015766"/>
                <a:gd name="connsiteY4" fmla="*/ 506133 h 2015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766" h="2015766">
                  <a:moveTo>
                    <a:pt x="1518400" y="506133"/>
                  </a:moveTo>
                  <a:cubicBezTo>
                    <a:pt x="1797929" y="785663"/>
                    <a:pt x="1797929" y="1238870"/>
                    <a:pt x="1518400" y="1518399"/>
                  </a:cubicBezTo>
                  <a:cubicBezTo>
                    <a:pt x="1238870" y="1797929"/>
                    <a:pt x="785663" y="1797929"/>
                    <a:pt x="506133" y="1518399"/>
                  </a:cubicBezTo>
                  <a:cubicBezTo>
                    <a:pt x="226604" y="1238870"/>
                    <a:pt x="226604" y="785663"/>
                    <a:pt x="506133" y="506133"/>
                  </a:cubicBezTo>
                  <a:cubicBezTo>
                    <a:pt x="785663" y="226603"/>
                    <a:pt x="1238870" y="226604"/>
                    <a:pt x="1518400" y="506133"/>
                  </a:cubicBezTo>
                  <a:close/>
                </a:path>
              </a:pathLst>
            </a:custGeom>
            <a:solidFill>
              <a:srgbClr val="E368A1"/>
            </a:solidFill>
            <a:ln w="12666" cap="flat">
              <a:noFill/>
              <a:prstDash val="solid"/>
              <a:miter/>
            </a:ln>
            <a:effectLst>
              <a:outerShdw blurRad="203200" dist="381000" dir="420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5EEBDB-5764-4A7B-B772-997109715F6C}"/>
                </a:ext>
              </a:extLst>
            </p:cNvPr>
            <p:cNvGrpSpPr/>
            <p:nvPr/>
          </p:nvGrpSpPr>
          <p:grpSpPr>
            <a:xfrm>
              <a:off x="2259827" y="3900450"/>
              <a:ext cx="1271917" cy="1425616"/>
              <a:chOff x="2259827" y="3900450"/>
              <a:chExt cx="1271917" cy="1425616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F7FE7A8C-BBED-450A-86D6-E94C5B12D64A}"/>
                  </a:ext>
                </a:extLst>
              </p:cNvPr>
              <p:cNvSpPr/>
              <p:nvPr/>
            </p:nvSpPr>
            <p:spPr>
              <a:xfrm>
                <a:off x="2259827" y="4070966"/>
                <a:ext cx="786022" cy="1255100"/>
              </a:xfrm>
              <a:custGeom>
                <a:avLst/>
                <a:gdLst>
                  <a:gd name="connsiteX0" fmla="*/ 796291 w 786022"/>
                  <a:gd name="connsiteY0" fmla="*/ 1243690 h 1255099"/>
                  <a:gd name="connsiteX1" fmla="*/ 639847 w 786022"/>
                  <a:gd name="connsiteY1" fmla="*/ 1261058 h 1255099"/>
                  <a:gd name="connsiteX2" fmla="*/ 510281 w 786022"/>
                  <a:gd name="connsiteY2" fmla="*/ 1249268 h 1255099"/>
                  <a:gd name="connsiteX3" fmla="*/ 0 w 786022"/>
                  <a:gd name="connsiteY3" fmla="*/ 224777 h 1255099"/>
                  <a:gd name="connsiteX4" fmla="*/ 176601 w 786022"/>
                  <a:gd name="connsiteY4" fmla="*/ 0 h 1255099"/>
                  <a:gd name="connsiteX5" fmla="*/ 796291 w 786022"/>
                  <a:gd name="connsiteY5" fmla="*/ 1243690 h 1255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6022" h="1255099">
                    <a:moveTo>
                      <a:pt x="796291" y="1243690"/>
                    </a:moveTo>
                    <a:cubicBezTo>
                      <a:pt x="745960" y="1255100"/>
                      <a:pt x="693601" y="1261058"/>
                      <a:pt x="639847" y="1261058"/>
                    </a:cubicBezTo>
                    <a:cubicBezTo>
                      <a:pt x="595602" y="1261058"/>
                      <a:pt x="552371" y="1257128"/>
                      <a:pt x="510281" y="1249268"/>
                    </a:cubicBezTo>
                    <a:lnTo>
                      <a:pt x="0" y="224777"/>
                    </a:lnTo>
                    <a:cubicBezTo>
                      <a:pt x="43358" y="138314"/>
                      <a:pt x="103577" y="61867"/>
                      <a:pt x="176601" y="0"/>
                    </a:cubicBezTo>
                    <a:lnTo>
                      <a:pt x="796291" y="1243690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E3E4CCA0-A569-423E-B07C-AE7F64BF8008}"/>
                  </a:ext>
                </a:extLst>
              </p:cNvPr>
              <p:cNvSpPr/>
              <p:nvPr/>
            </p:nvSpPr>
            <p:spPr>
              <a:xfrm>
                <a:off x="2557375" y="3936074"/>
                <a:ext cx="747989" cy="1331166"/>
              </a:xfrm>
              <a:custGeom>
                <a:avLst/>
                <a:gdLst>
                  <a:gd name="connsiteX0" fmla="*/ 750271 w 747988"/>
                  <a:gd name="connsiteY0" fmla="*/ 1268158 h 1331166"/>
                  <a:gd name="connsiteX1" fmla="*/ 638073 w 747988"/>
                  <a:gd name="connsiteY1" fmla="*/ 1332181 h 1331166"/>
                  <a:gd name="connsiteX2" fmla="*/ 0 w 747988"/>
                  <a:gd name="connsiteY2" fmla="*/ 51599 h 1331166"/>
                  <a:gd name="connsiteX3" fmla="*/ 118791 w 747988"/>
                  <a:gd name="connsiteY3" fmla="*/ 0 h 1331166"/>
                  <a:gd name="connsiteX4" fmla="*/ 750271 w 747988"/>
                  <a:gd name="connsiteY4" fmla="*/ 1268158 h 1331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7988" h="1331166">
                    <a:moveTo>
                      <a:pt x="750271" y="1268158"/>
                    </a:moveTo>
                    <a:cubicBezTo>
                      <a:pt x="715027" y="1292880"/>
                      <a:pt x="677500" y="1314178"/>
                      <a:pt x="638073" y="1332181"/>
                    </a:cubicBezTo>
                    <a:lnTo>
                      <a:pt x="0" y="51599"/>
                    </a:lnTo>
                    <a:cubicBezTo>
                      <a:pt x="37653" y="31061"/>
                      <a:pt x="77461" y="13692"/>
                      <a:pt x="118791" y="0"/>
                    </a:cubicBezTo>
                    <a:lnTo>
                      <a:pt x="750271" y="1268158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1DF4F669-D8AF-469C-A44F-D61CABB10081}"/>
                  </a:ext>
                </a:extLst>
              </p:cNvPr>
              <p:cNvSpPr/>
              <p:nvPr/>
            </p:nvSpPr>
            <p:spPr>
              <a:xfrm>
                <a:off x="2840596" y="3900450"/>
                <a:ext cx="671922" cy="1191711"/>
              </a:xfrm>
              <a:custGeom>
                <a:avLst/>
                <a:gdLst>
                  <a:gd name="connsiteX0" fmla="*/ 678388 w 671922"/>
                  <a:gd name="connsiteY0" fmla="*/ 1074949 h 1191710"/>
                  <a:gd name="connsiteX1" fmla="*/ 592686 w 671922"/>
                  <a:gd name="connsiteY1" fmla="*/ 1192725 h 1191710"/>
                  <a:gd name="connsiteX2" fmla="*/ 0 w 671922"/>
                  <a:gd name="connsiteY2" fmla="*/ 2536 h 1191710"/>
                  <a:gd name="connsiteX3" fmla="*/ 59205 w 671922"/>
                  <a:gd name="connsiteY3" fmla="*/ 0 h 1191710"/>
                  <a:gd name="connsiteX4" fmla="*/ 145668 w 671922"/>
                  <a:gd name="connsiteY4" fmla="*/ 5198 h 1191710"/>
                  <a:gd name="connsiteX5" fmla="*/ 678388 w 671922"/>
                  <a:gd name="connsiteY5" fmla="*/ 1074949 h 119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922" h="1191710">
                    <a:moveTo>
                      <a:pt x="678388" y="1074949"/>
                    </a:moveTo>
                    <a:cubicBezTo>
                      <a:pt x="653793" y="1117166"/>
                      <a:pt x="625141" y="1156720"/>
                      <a:pt x="592686" y="1192725"/>
                    </a:cubicBezTo>
                    <a:lnTo>
                      <a:pt x="0" y="2536"/>
                    </a:lnTo>
                    <a:cubicBezTo>
                      <a:pt x="19524" y="887"/>
                      <a:pt x="39174" y="0"/>
                      <a:pt x="59205" y="0"/>
                    </a:cubicBezTo>
                    <a:cubicBezTo>
                      <a:pt x="88491" y="0"/>
                      <a:pt x="117269" y="1775"/>
                      <a:pt x="145668" y="5198"/>
                    </a:cubicBezTo>
                    <a:lnTo>
                      <a:pt x="678388" y="1074949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385A1595-2CFA-4B8E-8F68-4AF018457109}"/>
                  </a:ext>
                </a:extLst>
              </p:cNvPr>
              <p:cNvSpPr/>
              <p:nvPr/>
            </p:nvSpPr>
            <p:spPr>
              <a:xfrm>
                <a:off x="2263966" y="3980380"/>
                <a:ext cx="1267778" cy="1267777"/>
              </a:xfrm>
              <a:custGeom>
                <a:avLst/>
                <a:gdLst>
                  <a:gd name="connsiteX0" fmla="*/ 646351 w 1267777"/>
                  <a:gd name="connsiteY0" fmla="*/ 10446 h 1267777"/>
                  <a:gd name="connsiteX1" fmla="*/ 1261364 w 1267777"/>
                  <a:gd name="connsiteY1" fmla="*/ 646351 h 1267777"/>
                  <a:gd name="connsiteX2" fmla="*/ 625459 w 1267777"/>
                  <a:gd name="connsiteY2" fmla="*/ 1261364 h 1267777"/>
                  <a:gd name="connsiteX3" fmla="*/ 10446 w 1267777"/>
                  <a:gd name="connsiteY3" fmla="*/ 625459 h 1267777"/>
                  <a:gd name="connsiteX4" fmla="*/ 646351 w 1267777"/>
                  <a:gd name="connsiteY4" fmla="*/ 10446 h 126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7777" h="1267777">
                    <a:moveTo>
                      <a:pt x="646351" y="10446"/>
                    </a:moveTo>
                    <a:cubicBezTo>
                      <a:pt x="991783" y="16215"/>
                      <a:pt x="1267133" y="300920"/>
                      <a:pt x="1261364" y="646351"/>
                    </a:cubicBezTo>
                    <a:cubicBezTo>
                      <a:pt x="1255595" y="991783"/>
                      <a:pt x="970890" y="1267133"/>
                      <a:pt x="625459" y="1261364"/>
                    </a:cubicBezTo>
                    <a:cubicBezTo>
                      <a:pt x="280028" y="1255595"/>
                      <a:pt x="4677" y="970890"/>
                      <a:pt x="10446" y="625459"/>
                    </a:cubicBezTo>
                    <a:cubicBezTo>
                      <a:pt x="16216" y="280027"/>
                      <a:pt x="300920" y="4677"/>
                      <a:pt x="646351" y="10446"/>
                    </a:cubicBezTo>
                    <a:close/>
                  </a:path>
                </a:pathLst>
              </a:custGeom>
              <a:solidFill>
                <a:srgbClr val="FBFFFF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81E5C4-5159-41BC-9628-FA94A1D7368D}"/>
              </a:ext>
            </a:extLst>
          </p:cNvPr>
          <p:cNvGrpSpPr/>
          <p:nvPr/>
        </p:nvGrpSpPr>
        <p:grpSpPr>
          <a:xfrm>
            <a:off x="8584852" y="3758197"/>
            <a:ext cx="1711500" cy="1711500"/>
            <a:chOff x="8584852" y="3758197"/>
            <a:chExt cx="1711500" cy="1711500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B3B9921-3C71-40E2-88EC-A0657AB24970}"/>
                </a:ext>
              </a:extLst>
            </p:cNvPr>
            <p:cNvSpPr/>
            <p:nvPr/>
          </p:nvSpPr>
          <p:spPr>
            <a:xfrm>
              <a:off x="8584852" y="3758197"/>
              <a:ext cx="1711500" cy="1711500"/>
            </a:xfrm>
            <a:custGeom>
              <a:avLst/>
              <a:gdLst>
                <a:gd name="connsiteX0" fmla="*/ 1018637 w 1711499"/>
                <a:gd name="connsiteY0" fmla="*/ 160551 h 1711499"/>
                <a:gd name="connsiteX1" fmla="*/ 1555621 w 1711499"/>
                <a:gd name="connsiteY1" fmla="*/ 1018637 h 1711499"/>
                <a:gd name="connsiteX2" fmla="*/ 697535 w 1711499"/>
                <a:gd name="connsiteY2" fmla="*/ 1555621 h 1711499"/>
                <a:gd name="connsiteX3" fmla="*/ 160551 w 1711499"/>
                <a:gd name="connsiteY3" fmla="*/ 697535 h 1711499"/>
                <a:gd name="connsiteX4" fmla="*/ 1018637 w 1711499"/>
                <a:gd name="connsiteY4" fmla="*/ 160551 h 1711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1499" h="1711499">
                  <a:moveTo>
                    <a:pt x="1018637" y="160551"/>
                  </a:moveTo>
                  <a:cubicBezTo>
                    <a:pt x="1403875" y="249221"/>
                    <a:pt x="1644291" y="633399"/>
                    <a:pt x="1555621" y="1018637"/>
                  </a:cubicBezTo>
                  <a:cubicBezTo>
                    <a:pt x="1466951" y="1403875"/>
                    <a:pt x="1082773" y="1644291"/>
                    <a:pt x="697535" y="1555621"/>
                  </a:cubicBezTo>
                  <a:cubicBezTo>
                    <a:pt x="312297" y="1466951"/>
                    <a:pt x="71881" y="1082773"/>
                    <a:pt x="160551" y="697535"/>
                  </a:cubicBezTo>
                  <a:cubicBezTo>
                    <a:pt x="249221" y="312297"/>
                    <a:pt x="633399" y="71881"/>
                    <a:pt x="1018637" y="160551"/>
                  </a:cubicBezTo>
                  <a:close/>
                </a:path>
              </a:pathLst>
            </a:custGeom>
            <a:solidFill>
              <a:srgbClr val="F57F25"/>
            </a:solidFill>
            <a:ln w="12666" cap="flat">
              <a:noFill/>
              <a:prstDash val="solid"/>
              <a:miter/>
            </a:ln>
            <a:effectLst>
              <a:outerShdw blurRad="203200" dist="381000" dir="4200000" algn="tl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1B0683-5B8E-4399-8066-1B65A71F1654}"/>
                </a:ext>
              </a:extLst>
            </p:cNvPr>
            <p:cNvSpPr/>
            <p:nvPr/>
          </p:nvSpPr>
          <p:spPr>
            <a:xfrm>
              <a:off x="8803208" y="4070966"/>
              <a:ext cx="786022" cy="1255100"/>
            </a:xfrm>
            <a:custGeom>
              <a:avLst/>
              <a:gdLst>
                <a:gd name="connsiteX0" fmla="*/ 796291 w 786022"/>
                <a:gd name="connsiteY0" fmla="*/ 1243690 h 1255099"/>
                <a:gd name="connsiteX1" fmla="*/ 639847 w 786022"/>
                <a:gd name="connsiteY1" fmla="*/ 1261058 h 1255099"/>
                <a:gd name="connsiteX2" fmla="*/ 510281 w 786022"/>
                <a:gd name="connsiteY2" fmla="*/ 1249268 h 1255099"/>
                <a:gd name="connsiteX3" fmla="*/ 0 w 786022"/>
                <a:gd name="connsiteY3" fmla="*/ 224777 h 1255099"/>
                <a:gd name="connsiteX4" fmla="*/ 176601 w 786022"/>
                <a:gd name="connsiteY4" fmla="*/ 0 h 1255099"/>
                <a:gd name="connsiteX5" fmla="*/ 796291 w 786022"/>
                <a:gd name="connsiteY5" fmla="*/ 1243690 h 1255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6022" h="1255099">
                  <a:moveTo>
                    <a:pt x="796291" y="1243690"/>
                  </a:moveTo>
                  <a:cubicBezTo>
                    <a:pt x="745960" y="1255100"/>
                    <a:pt x="693601" y="1261058"/>
                    <a:pt x="639847" y="1261058"/>
                  </a:cubicBezTo>
                  <a:cubicBezTo>
                    <a:pt x="595602" y="1261058"/>
                    <a:pt x="552371" y="1257128"/>
                    <a:pt x="510281" y="1249268"/>
                  </a:cubicBezTo>
                  <a:lnTo>
                    <a:pt x="0" y="224777"/>
                  </a:lnTo>
                  <a:cubicBezTo>
                    <a:pt x="43358" y="138314"/>
                    <a:pt x="103577" y="61867"/>
                    <a:pt x="176601" y="0"/>
                  </a:cubicBezTo>
                  <a:lnTo>
                    <a:pt x="796291" y="124369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1E63BF24-CC98-4A3F-899E-BCD580F232F7}"/>
                </a:ext>
              </a:extLst>
            </p:cNvPr>
            <p:cNvSpPr/>
            <p:nvPr/>
          </p:nvSpPr>
          <p:spPr>
            <a:xfrm>
              <a:off x="9100755" y="3936074"/>
              <a:ext cx="747989" cy="1331166"/>
            </a:xfrm>
            <a:custGeom>
              <a:avLst/>
              <a:gdLst>
                <a:gd name="connsiteX0" fmla="*/ 750272 w 747988"/>
                <a:gd name="connsiteY0" fmla="*/ 1268158 h 1331166"/>
                <a:gd name="connsiteX1" fmla="*/ 638073 w 747988"/>
                <a:gd name="connsiteY1" fmla="*/ 1332181 h 1331166"/>
                <a:gd name="connsiteX2" fmla="*/ 0 w 747988"/>
                <a:gd name="connsiteY2" fmla="*/ 51599 h 1331166"/>
                <a:gd name="connsiteX3" fmla="*/ 118791 w 747988"/>
                <a:gd name="connsiteY3" fmla="*/ 0 h 1331166"/>
                <a:gd name="connsiteX4" fmla="*/ 750272 w 747988"/>
                <a:gd name="connsiteY4" fmla="*/ 1268158 h 133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988" h="1331166">
                  <a:moveTo>
                    <a:pt x="750272" y="1268158"/>
                  </a:moveTo>
                  <a:cubicBezTo>
                    <a:pt x="715027" y="1292880"/>
                    <a:pt x="677500" y="1314178"/>
                    <a:pt x="638073" y="1332181"/>
                  </a:cubicBezTo>
                  <a:lnTo>
                    <a:pt x="0" y="51599"/>
                  </a:lnTo>
                  <a:cubicBezTo>
                    <a:pt x="37653" y="31061"/>
                    <a:pt x="77462" y="13692"/>
                    <a:pt x="118791" y="0"/>
                  </a:cubicBezTo>
                  <a:lnTo>
                    <a:pt x="750272" y="1268158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0AFC910-F5F1-4764-B1D4-3B750A3AE3C9}"/>
                </a:ext>
              </a:extLst>
            </p:cNvPr>
            <p:cNvSpPr/>
            <p:nvPr/>
          </p:nvSpPr>
          <p:spPr>
            <a:xfrm>
              <a:off x="9383977" y="3900450"/>
              <a:ext cx="671922" cy="1191711"/>
            </a:xfrm>
            <a:custGeom>
              <a:avLst/>
              <a:gdLst>
                <a:gd name="connsiteX0" fmla="*/ 678388 w 671922"/>
                <a:gd name="connsiteY0" fmla="*/ 1074949 h 1191710"/>
                <a:gd name="connsiteX1" fmla="*/ 592686 w 671922"/>
                <a:gd name="connsiteY1" fmla="*/ 1192725 h 1191710"/>
                <a:gd name="connsiteX2" fmla="*/ 0 w 671922"/>
                <a:gd name="connsiteY2" fmla="*/ 2536 h 1191710"/>
                <a:gd name="connsiteX3" fmla="*/ 59205 w 671922"/>
                <a:gd name="connsiteY3" fmla="*/ 0 h 1191710"/>
                <a:gd name="connsiteX4" fmla="*/ 145668 w 671922"/>
                <a:gd name="connsiteY4" fmla="*/ 5198 h 1191710"/>
                <a:gd name="connsiteX5" fmla="*/ 678388 w 671922"/>
                <a:gd name="connsiteY5" fmla="*/ 1074949 h 119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1922" h="1191710">
                  <a:moveTo>
                    <a:pt x="678388" y="1074949"/>
                  </a:moveTo>
                  <a:cubicBezTo>
                    <a:pt x="653793" y="1117166"/>
                    <a:pt x="625141" y="1156720"/>
                    <a:pt x="592686" y="1192725"/>
                  </a:cubicBezTo>
                  <a:lnTo>
                    <a:pt x="0" y="2536"/>
                  </a:lnTo>
                  <a:cubicBezTo>
                    <a:pt x="19523" y="887"/>
                    <a:pt x="39175" y="0"/>
                    <a:pt x="59205" y="0"/>
                  </a:cubicBezTo>
                  <a:cubicBezTo>
                    <a:pt x="88491" y="0"/>
                    <a:pt x="117269" y="1775"/>
                    <a:pt x="145668" y="5198"/>
                  </a:cubicBezTo>
                  <a:lnTo>
                    <a:pt x="678388" y="1074949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879118C-5B0E-42B4-B84E-9025F96F4A6F}"/>
                </a:ext>
              </a:extLst>
            </p:cNvPr>
            <p:cNvSpPr/>
            <p:nvPr/>
          </p:nvSpPr>
          <p:spPr>
            <a:xfrm>
              <a:off x="8817661" y="3990715"/>
              <a:ext cx="1242422" cy="1242422"/>
            </a:xfrm>
            <a:custGeom>
              <a:avLst/>
              <a:gdLst>
                <a:gd name="connsiteX0" fmla="*/ 625521 w 1242422"/>
                <a:gd name="connsiteY0" fmla="*/ 1251043 h 1242421"/>
                <a:gd name="connsiteX1" fmla="*/ 0 w 1242422"/>
                <a:gd name="connsiteY1" fmla="*/ 625521 h 1242421"/>
                <a:gd name="connsiteX2" fmla="*/ 625521 w 1242422"/>
                <a:gd name="connsiteY2" fmla="*/ 0 h 1242421"/>
                <a:gd name="connsiteX3" fmla="*/ 1251043 w 1242422"/>
                <a:gd name="connsiteY3" fmla="*/ 625521 h 1242421"/>
                <a:gd name="connsiteX4" fmla="*/ 625521 w 1242422"/>
                <a:gd name="connsiteY4" fmla="*/ 1251043 h 12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422" h="1242421">
                  <a:moveTo>
                    <a:pt x="625521" y="1251043"/>
                  </a:moveTo>
                  <a:cubicBezTo>
                    <a:pt x="280559" y="1251043"/>
                    <a:pt x="0" y="970484"/>
                    <a:pt x="0" y="625521"/>
                  </a:cubicBezTo>
                  <a:cubicBezTo>
                    <a:pt x="0" y="280559"/>
                    <a:pt x="280559" y="0"/>
                    <a:pt x="625521" y="0"/>
                  </a:cubicBezTo>
                  <a:cubicBezTo>
                    <a:pt x="970484" y="0"/>
                    <a:pt x="1251043" y="280559"/>
                    <a:pt x="1251043" y="625521"/>
                  </a:cubicBezTo>
                  <a:cubicBezTo>
                    <a:pt x="1251043" y="970484"/>
                    <a:pt x="970357" y="1251043"/>
                    <a:pt x="625521" y="1251043"/>
                  </a:cubicBezTo>
                  <a:close/>
                </a:path>
              </a:pathLst>
            </a:custGeom>
            <a:solidFill>
              <a:srgbClr val="FBFFFF"/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2540F4-F6B2-486C-B91B-69DC208377C7}"/>
              </a:ext>
            </a:extLst>
          </p:cNvPr>
          <p:cNvGrpSpPr/>
          <p:nvPr/>
        </p:nvGrpSpPr>
        <p:grpSpPr>
          <a:xfrm>
            <a:off x="5147819" y="3603987"/>
            <a:ext cx="2015766" cy="2015766"/>
            <a:chOff x="5147819" y="3603987"/>
            <a:chExt cx="2015766" cy="2015766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4DF6DBF-7D5E-463A-BED0-C99130E64CE8}"/>
                </a:ext>
              </a:extLst>
            </p:cNvPr>
            <p:cNvSpPr/>
            <p:nvPr/>
          </p:nvSpPr>
          <p:spPr>
            <a:xfrm>
              <a:off x="5147819" y="3603987"/>
              <a:ext cx="2015766" cy="2015766"/>
            </a:xfrm>
            <a:custGeom>
              <a:avLst/>
              <a:gdLst>
                <a:gd name="connsiteX0" fmla="*/ 1518399 w 2015766"/>
                <a:gd name="connsiteY0" fmla="*/ 506133 h 2015766"/>
                <a:gd name="connsiteX1" fmla="*/ 1518400 w 2015766"/>
                <a:gd name="connsiteY1" fmla="*/ 1518399 h 2015766"/>
                <a:gd name="connsiteX2" fmla="*/ 506133 w 2015766"/>
                <a:gd name="connsiteY2" fmla="*/ 1518399 h 2015766"/>
                <a:gd name="connsiteX3" fmla="*/ 506133 w 2015766"/>
                <a:gd name="connsiteY3" fmla="*/ 506133 h 2015766"/>
                <a:gd name="connsiteX4" fmla="*/ 1518399 w 2015766"/>
                <a:gd name="connsiteY4" fmla="*/ 506133 h 2015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5766" h="2015766">
                  <a:moveTo>
                    <a:pt x="1518399" y="506133"/>
                  </a:moveTo>
                  <a:cubicBezTo>
                    <a:pt x="1797929" y="785663"/>
                    <a:pt x="1797929" y="1238870"/>
                    <a:pt x="1518400" y="1518399"/>
                  </a:cubicBezTo>
                  <a:cubicBezTo>
                    <a:pt x="1238870" y="1797929"/>
                    <a:pt x="785663" y="1797929"/>
                    <a:pt x="506133" y="1518399"/>
                  </a:cubicBezTo>
                  <a:cubicBezTo>
                    <a:pt x="226604" y="1238870"/>
                    <a:pt x="226604" y="785663"/>
                    <a:pt x="506133" y="506133"/>
                  </a:cubicBezTo>
                  <a:cubicBezTo>
                    <a:pt x="785663" y="226603"/>
                    <a:pt x="1238870" y="226604"/>
                    <a:pt x="1518399" y="506133"/>
                  </a:cubicBezTo>
                  <a:close/>
                </a:path>
              </a:pathLst>
            </a:custGeom>
            <a:solidFill>
              <a:srgbClr val="69B7D5"/>
            </a:solidFill>
            <a:ln w="12666" cap="flat">
              <a:noFill/>
              <a:prstDash val="solid"/>
              <a:miter/>
            </a:ln>
            <a:effectLst>
              <a:outerShdw blurRad="203200" dist="381000" dir="4200000" algn="tl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86F868-5485-436C-A92E-40D117AD0726}"/>
                </a:ext>
              </a:extLst>
            </p:cNvPr>
            <p:cNvGrpSpPr/>
            <p:nvPr/>
          </p:nvGrpSpPr>
          <p:grpSpPr>
            <a:xfrm>
              <a:off x="5520171" y="3900450"/>
              <a:ext cx="1271039" cy="1425616"/>
              <a:chOff x="5520171" y="3900450"/>
              <a:chExt cx="1271039" cy="1425616"/>
            </a:xfrm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5B6C018-45E3-4E15-A241-56BD8B6BBFEC}"/>
                  </a:ext>
                </a:extLst>
              </p:cNvPr>
              <p:cNvSpPr/>
              <p:nvPr/>
            </p:nvSpPr>
            <p:spPr>
              <a:xfrm>
                <a:off x="5520171" y="4070966"/>
                <a:ext cx="786022" cy="1255100"/>
              </a:xfrm>
              <a:custGeom>
                <a:avLst/>
                <a:gdLst>
                  <a:gd name="connsiteX0" fmla="*/ 796291 w 786022"/>
                  <a:gd name="connsiteY0" fmla="*/ 1243690 h 1255099"/>
                  <a:gd name="connsiteX1" fmla="*/ 639847 w 786022"/>
                  <a:gd name="connsiteY1" fmla="*/ 1261058 h 1255099"/>
                  <a:gd name="connsiteX2" fmla="*/ 510281 w 786022"/>
                  <a:gd name="connsiteY2" fmla="*/ 1249268 h 1255099"/>
                  <a:gd name="connsiteX3" fmla="*/ 0 w 786022"/>
                  <a:gd name="connsiteY3" fmla="*/ 224777 h 1255099"/>
                  <a:gd name="connsiteX4" fmla="*/ 176601 w 786022"/>
                  <a:gd name="connsiteY4" fmla="*/ 0 h 1255099"/>
                  <a:gd name="connsiteX5" fmla="*/ 796291 w 786022"/>
                  <a:gd name="connsiteY5" fmla="*/ 1243690 h 1255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6022" h="1255099">
                    <a:moveTo>
                      <a:pt x="796291" y="1243690"/>
                    </a:moveTo>
                    <a:cubicBezTo>
                      <a:pt x="745960" y="1255100"/>
                      <a:pt x="693601" y="1261058"/>
                      <a:pt x="639847" y="1261058"/>
                    </a:cubicBezTo>
                    <a:cubicBezTo>
                      <a:pt x="595602" y="1261058"/>
                      <a:pt x="552370" y="1257128"/>
                      <a:pt x="510281" y="1249268"/>
                    </a:cubicBezTo>
                    <a:lnTo>
                      <a:pt x="0" y="224777"/>
                    </a:lnTo>
                    <a:cubicBezTo>
                      <a:pt x="43358" y="138314"/>
                      <a:pt x="103577" y="61867"/>
                      <a:pt x="176601" y="0"/>
                    </a:cubicBezTo>
                    <a:lnTo>
                      <a:pt x="796291" y="1243690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484CF0E6-ACEB-47A0-AD5D-8D4BBAFDEDD4}"/>
                  </a:ext>
                </a:extLst>
              </p:cNvPr>
              <p:cNvSpPr/>
              <p:nvPr/>
            </p:nvSpPr>
            <p:spPr>
              <a:xfrm>
                <a:off x="5817845" y="3936074"/>
                <a:ext cx="747989" cy="1331166"/>
              </a:xfrm>
              <a:custGeom>
                <a:avLst/>
                <a:gdLst>
                  <a:gd name="connsiteX0" fmla="*/ 750144 w 747988"/>
                  <a:gd name="connsiteY0" fmla="*/ 1268158 h 1331166"/>
                  <a:gd name="connsiteX1" fmla="*/ 637946 w 747988"/>
                  <a:gd name="connsiteY1" fmla="*/ 1332181 h 1331166"/>
                  <a:gd name="connsiteX2" fmla="*/ 0 w 747988"/>
                  <a:gd name="connsiteY2" fmla="*/ 51599 h 1331166"/>
                  <a:gd name="connsiteX3" fmla="*/ 118791 w 747988"/>
                  <a:gd name="connsiteY3" fmla="*/ 0 h 1331166"/>
                  <a:gd name="connsiteX4" fmla="*/ 750144 w 747988"/>
                  <a:gd name="connsiteY4" fmla="*/ 1268158 h 1331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7988" h="1331166">
                    <a:moveTo>
                      <a:pt x="750144" y="1268158"/>
                    </a:moveTo>
                    <a:cubicBezTo>
                      <a:pt x="714900" y="1292880"/>
                      <a:pt x="677374" y="1314178"/>
                      <a:pt x="637946" y="1332181"/>
                    </a:cubicBezTo>
                    <a:lnTo>
                      <a:pt x="0" y="51599"/>
                    </a:lnTo>
                    <a:cubicBezTo>
                      <a:pt x="37653" y="31061"/>
                      <a:pt x="77461" y="13692"/>
                      <a:pt x="118791" y="0"/>
                    </a:cubicBezTo>
                    <a:lnTo>
                      <a:pt x="750144" y="1268158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BD9369FF-AAF4-4499-9648-6C1B403853C3}"/>
                  </a:ext>
                </a:extLst>
              </p:cNvPr>
              <p:cNvSpPr/>
              <p:nvPr/>
            </p:nvSpPr>
            <p:spPr>
              <a:xfrm>
                <a:off x="6100940" y="3900450"/>
                <a:ext cx="671922" cy="1191711"/>
              </a:xfrm>
              <a:custGeom>
                <a:avLst/>
                <a:gdLst>
                  <a:gd name="connsiteX0" fmla="*/ 678388 w 671922"/>
                  <a:gd name="connsiteY0" fmla="*/ 1074949 h 1191710"/>
                  <a:gd name="connsiteX1" fmla="*/ 592686 w 671922"/>
                  <a:gd name="connsiteY1" fmla="*/ 1192725 h 1191710"/>
                  <a:gd name="connsiteX2" fmla="*/ 0 w 671922"/>
                  <a:gd name="connsiteY2" fmla="*/ 2536 h 1191710"/>
                  <a:gd name="connsiteX3" fmla="*/ 59205 w 671922"/>
                  <a:gd name="connsiteY3" fmla="*/ 0 h 1191710"/>
                  <a:gd name="connsiteX4" fmla="*/ 145668 w 671922"/>
                  <a:gd name="connsiteY4" fmla="*/ 5198 h 1191710"/>
                  <a:gd name="connsiteX5" fmla="*/ 678388 w 671922"/>
                  <a:gd name="connsiteY5" fmla="*/ 1074949 h 119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922" h="1191710">
                    <a:moveTo>
                      <a:pt x="678388" y="1074949"/>
                    </a:moveTo>
                    <a:cubicBezTo>
                      <a:pt x="653793" y="1117166"/>
                      <a:pt x="625141" y="1156720"/>
                      <a:pt x="592686" y="1192725"/>
                    </a:cubicBezTo>
                    <a:lnTo>
                      <a:pt x="0" y="2536"/>
                    </a:lnTo>
                    <a:cubicBezTo>
                      <a:pt x="19523" y="887"/>
                      <a:pt x="39174" y="0"/>
                      <a:pt x="59205" y="0"/>
                    </a:cubicBezTo>
                    <a:cubicBezTo>
                      <a:pt x="88491" y="0"/>
                      <a:pt x="117269" y="1775"/>
                      <a:pt x="145668" y="5198"/>
                    </a:cubicBezTo>
                    <a:lnTo>
                      <a:pt x="678388" y="1074949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40EDD36F-13B5-471A-BBE5-D47B7B41B5B6}"/>
                  </a:ext>
                </a:extLst>
              </p:cNvPr>
              <p:cNvSpPr/>
              <p:nvPr/>
            </p:nvSpPr>
            <p:spPr>
              <a:xfrm>
                <a:off x="5523432" y="3979471"/>
                <a:ext cx="1267778" cy="1267777"/>
              </a:xfrm>
              <a:custGeom>
                <a:avLst/>
                <a:gdLst>
                  <a:gd name="connsiteX0" fmla="*/ 1261990 w 1267777"/>
                  <a:gd name="connsiteY0" fmla="*/ 625396 h 1267777"/>
                  <a:gd name="connsiteX1" fmla="*/ 647790 w 1267777"/>
                  <a:gd name="connsiteY1" fmla="*/ 1261989 h 1267777"/>
                  <a:gd name="connsiteX2" fmla="*/ 11197 w 1267777"/>
                  <a:gd name="connsiteY2" fmla="*/ 647790 h 1267777"/>
                  <a:gd name="connsiteX3" fmla="*/ 625396 w 1267777"/>
                  <a:gd name="connsiteY3" fmla="*/ 11197 h 1267777"/>
                  <a:gd name="connsiteX4" fmla="*/ 1261990 w 1267777"/>
                  <a:gd name="connsiteY4" fmla="*/ 625396 h 126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7777" h="1267777">
                    <a:moveTo>
                      <a:pt x="1261990" y="625396"/>
                    </a:moveTo>
                    <a:cubicBezTo>
                      <a:pt x="1268173" y="970793"/>
                      <a:pt x="993187" y="1255806"/>
                      <a:pt x="647790" y="1261989"/>
                    </a:cubicBezTo>
                    <a:cubicBezTo>
                      <a:pt x="302393" y="1268173"/>
                      <a:pt x="17381" y="993187"/>
                      <a:pt x="11197" y="647790"/>
                    </a:cubicBezTo>
                    <a:cubicBezTo>
                      <a:pt x="5013" y="302393"/>
                      <a:pt x="279999" y="17381"/>
                      <a:pt x="625396" y="11197"/>
                    </a:cubicBezTo>
                    <a:cubicBezTo>
                      <a:pt x="970793" y="5013"/>
                      <a:pt x="1255806" y="280000"/>
                      <a:pt x="1261990" y="625396"/>
                    </a:cubicBezTo>
                    <a:close/>
                  </a:path>
                </a:pathLst>
              </a:custGeom>
              <a:solidFill>
                <a:srgbClr val="FBFFFF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A9B66C-907D-43EE-A3A8-DE4DD712E905}"/>
              </a:ext>
            </a:extLst>
          </p:cNvPr>
          <p:cNvGrpSpPr/>
          <p:nvPr/>
        </p:nvGrpSpPr>
        <p:grpSpPr>
          <a:xfrm>
            <a:off x="3663239" y="2329402"/>
            <a:ext cx="1698822" cy="1698822"/>
            <a:chOff x="3663239" y="2329402"/>
            <a:chExt cx="1698822" cy="1698822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41A2EA4-0FE2-49AD-9536-415E61350811}"/>
                </a:ext>
              </a:extLst>
            </p:cNvPr>
            <p:cNvSpPr/>
            <p:nvPr/>
          </p:nvSpPr>
          <p:spPr>
            <a:xfrm>
              <a:off x="3663239" y="2329402"/>
              <a:ext cx="1698822" cy="1698822"/>
            </a:xfrm>
            <a:custGeom>
              <a:avLst/>
              <a:gdLst>
                <a:gd name="connsiteX0" fmla="*/ 1012553 w 1698822"/>
                <a:gd name="connsiteY0" fmla="*/ 157115 h 1698821"/>
                <a:gd name="connsiteX1" fmla="*/ 1553760 w 1698822"/>
                <a:gd name="connsiteY1" fmla="*/ 1012553 h 1698821"/>
                <a:gd name="connsiteX2" fmla="*/ 698322 w 1698822"/>
                <a:gd name="connsiteY2" fmla="*/ 1553759 h 1698821"/>
                <a:gd name="connsiteX3" fmla="*/ 157115 w 1698822"/>
                <a:gd name="connsiteY3" fmla="*/ 698322 h 1698821"/>
                <a:gd name="connsiteX4" fmla="*/ 1012553 w 1698822"/>
                <a:gd name="connsiteY4" fmla="*/ 157115 h 1698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8822" h="1698821">
                  <a:moveTo>
                    <a:pt x="1012553" y="157115"/>
                  </a:moveTo>
                  <a:cubicBezTo>
                    <a:pt x="1398225" y="243888"/>
                    <a:pt x="1640532" y="626880"/>
                    <a:pt x="1553760" y="1012553"/>
                  </a:cubicBezTo>
                  <a:cubicBezTo>
                    <a:pt x="1466987" y="1398225"/>
                    <a:pt x="1083995" y="1640532"/>
                    <a:pt x="698322" y="1553759"/>
                  </a:cubicBezTo>
                  <a:cubicBezTo>
                    <a:pt x="312649" y="1466987"/>
                    <a:pt x="70343" y="1083995"/>
                    <a:pt x="157115" y="698322"/>
                  </a:cubicBezTo>
                  <a:cubicBezTo>
                    <a:pt x="243888" y="312649"/>
                    <a:pt x="626880" y="70343"/>
                    <a:pt x="1012553" y="157115"/>
                  </a:cubicBezTo>
                  <a:close/>
                </a:path>
              </a:pathLst>
            </a:custGeom>
            <a:solidFill>
              <a:srgbClr val="903D85"/>
            </a:solidFill>
            <a:ln w="12666" cap="flat">
              <a:noFill/>
              <a:prstDash val="solid"/>
              <a:miter/>
            </a:ln>
            <a:effectLst>
              <a:outerShdw blurRad="203200" dist="381000" dir="4200000" algn="tl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09F45F7-290B-4BF0-9A1A-B11D8260CC44}"/>
                </a:ext>
              </a:extLst>
            </p:cNvPr>
            <p:cNvGrpSpPr/>
            <p:nvPr/>
          </p:nvGrpSpPr>
          <p:grpSpPr>
            <a:xfrm>
              <a:off x="3878470" y="2469002"/>
              <a:ext cx="1267778" cy="1425489"/>
              <a:chOff x="3878470" y="2469002"/>
              <a:chExt cx="1267778" cy="1425489"/>
            </a:xfrm>
          </p:grpSpPr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0EF43BC-F2AE-4FDC-BEE1-8160A4E3D05B}"/>
                  </a:ext>
                </a:extLst>
              </p:cNvPr>
              <p:cNvSpPr/>
              <p:nvPr/>
            </p:nvSpPr>
            <p:spPr>
              <a:xfrm>
                <a:off x="3878779" y="2639391"/>
                <a:ext cx="786022" cy="1255100"/>
              </a:xfrm>
              <a:custGeom>
                <a:avLst/>
                <a:gdLst>
                  <a:gd name="connsiteX0" fmla="*/ 796291 w 786022"/>
                  <a:gd name="connsiteY0" fmla="*/ 1243690 h 1255099"/>
                  <a:gd name="connsiteX1" fmla="*/ 639847 w 786022"/>
                  <a:gd name="connsiteY1" fmla="*/ 1261058 h 1255099"/>
                  <a:gd name="connsiteX2" fmla="*/ 510281 w 786022"/>
                  <a:gd name="connsiteY2" fmla="*/ 1249268 h 1255099"/>
                  <a:gd name="connsiteX3" fmla="*/ 0 w 786022"/>
                  <a:gd name="connsiteY3" fmla="*/ 224777 h 1255099"/>
                  <a:gd name="connsiteX4" fmla="*/ 176602 w 786022"/>
                  <a:gd name="connsiteY4" fmla="*/ 0 h 1255099"/>
                  <a:gd name="connsiteX5" fmla="*/ 796291 w 786022"/>
                  <a:gd name="connsiteY5" fmla="*/ 1243690 h 1255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6022" h="1255099">
                    <a:moveTo>
                      <a:pt x="796291" y="1243690"/>
                    </a:moveTo>
                    <a:cubicBezTo>
                      <a:pt x="745960" y="1255100"/>
                      <a:pt x="693601" y="1261058"/>
                      <a:pt x="639847" y="1261058"/>
                    </a:cubicBezTo>
                    <a:cubicBezTo>
                      <a:pt x="595602" y="1261058"/>
                      <a:pt x="552371" y="1257128"/>
                      <a:pt x="510281" y="1249268"/>
                    </a:cubicBezTo>
                    <a:lnTo>
                      <a:pt x="0" y="224777"/>
                    </a:lnTo>
                    <a:cubicBezTo>
                      <a:pt x="43358" y="138315"/>
                      <a:pt x="103577" y="61868"/>
                      <a:pt x="176602" y="0"/>
                    </a:cubicBezTo>
                    <a:lnTo>
                      <a:pt x="796291" y="1243690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B94799EE-9AC1-484F-AD0B-E092CF662065}"/>
                  </a:ext>
                </a:extLst>
              </p:cNvPr>
              <p:cNvSpPr/>
              <p:nvPr/>
            </p:nvSpPr>
            <p:spPr>
              <a:xfrm>
                <a:off x="4176327" y="2504627"/>
                <a:ext cx="747989" cy="1331166"/>
              </a:xfrm>
              <a:custGeom>
                <a:avLst/>
                <a:gdLst>
                  <a:gd name="connsiteX0" fmla="*/ 750271 w 747988"/>
                  <a:gd name="connsiteY0" fmla="*/ 1268031 h 1331166"/>
                  <a:gd name="connsiteX1" fmla="*/ 638073 w 747988"/>
                  <a:gd name="connsiteY1" fmla="*/ 1332054 h 1331166"/>
                  <a:gd name="connsiteX2" fmla="*/ 0 w 747988"/>
                  <a:gd name="connsiteY2" fmla="*/ 51599 h 1331166"/>
                  <a:gd name="connsiteX3" fmla="*/ 118664 w 747988"/>
                  <a:gd name="connsiteY3" fmla="*/ 0 h 1331166"/>
                  <a:gd name="connsiteX4" fmla="*/ 750271 w 747988"/>
                  <a:gd name="connsiteY4" fmla="*/ 1268031 h 1331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7988" h="1331166">
                    <a:moveTo>
                      <a:pt x="750271" y="1268031"/>
                    </a:moveTo>
                    <a:cubicBezTo>
                      <a:pt x="715027" y="1292753"/>
                      <a:pt x="677500" y="1314051"/>
                      <a:pt x="638073" y="1332054"/>
                    </a:cubicBezTo>
                    <a:lnTo>
                      <a:pt x="0" y="51599"/>
                    </a:lnTo>
                    <a:cubicBezTo>
                      <a:pt x="37653" y="31061"/>
                      <a:pt x="77461" y="13692"/>
                      <a:pt x="118664" y="0"/>
                    </a:cubicBezTo>
                    <a:lnTo>
                      <a:pt x="750271" y="1268031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295202FB-8964-434A-A4CF-45B8CB048ACA}"/>
                  </a:ext>
                </a:extLst>
              </p:cNvPr>
              <p:cNvSpPr/>
              <p:nvPr/>
            </p:nvSpPr>
            <p:spPr>
              <a:xfrm>
                <a:off x="4459421" y="2469002"/>
                <a:ext cx="671922" cy="1191711"/>
              </a:xfrm>
              <a:custGeom>
                <a:avLst/>
                <a:gdLst>
                  <a:gd name="connsiteX0" fmla="*/ 678388 w 671922"/>
                  <a:gd name="connsiteY0" fmla="*/ 1074949 h 1191710"/>
                  <a:gd name="connsiteX1" fmla="*/ 592686 w 671922"/>
                  <a:gd name="connsiteY1" fmla="*/ 1192725 h 1191710"/>
                  <a:gd name="connsiteX2" fmla="*/ 0 w 671922"/>
                  <a:gd name="connsiteY2" fmla="*/ 2536 h 1191710"/>
                  <a:gd name="connsiteX3" fmla="*/ 59205 w 671922"/>
                  <a:gd name="connsiteY3" fmla="*/ 0 h 1191710"/>
                  <a:gd name="connsiteX4" fmla="*/ 145668 w 671922"/>
                  <a:gd name="connsiteY4" fmla="*/ 5198 h 1191710"/>
                  <a:gd name="connsiteX5" fmla="*/ 678388 w 671922"/>
                  <a:gd name="connsiteY5" fmla="*/ 1074949 h 119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922" h="1191710">
                    <a:moveTo>
                      <a:pt x="678388" y="1074949"/>
                    </a:moveTo>
                    <a:cubicBezTo>
                      <a:pt x="653793" y="1117166"/>
                      <a:pt x="625141" y="1156720"/>
                      <a:pt x="592686" y="1192725"/>
                    </a:cubicBezTo>
                    <a:lnTo>
                      <a:pt x="0" y="2536"/>
                    </a:lnTo>
                    <a:cubicBezTo>
                      <a:pt x="19524" y="887"/>
                      <a:pt x="39174" y="0"/>
                      <a:pt x="59205" y="0"/>
                    </a:cubicBezTo>
                    <a:cubicBezTo>
                      <a:pt x="88491" y="0"/>
                      <a:pt x="117269" y="1775"/>
                      <a:pt x="145668" y="5198"/>
                    </a:cubicBezTo>
                    <a:lnTo>
                      <a:pt x="678388" y="1074949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74AF5DC9-7BB3-42CC-8E61-825F135E4EB3}"/>
                  </a:ext>
                </a:extLst>
              </p:cNvPr>
              <p:cNvSpPr/>
              <p:nvPr/>
            </p:nvSpPr>
            <p:spPr>
              <a:xfrm>
                <a:off x="3878470" y="2544720"/>
                <a:ext cx="1267778" cy="1267777"/>
              </a:xfrm>
              <a:custGeom>
                <a:avLst/>
                <a:gdLst>
                  <a:gd name="connsiteX0" fmla="*/ 654859 w 1267777"/>
                  <a:gd name="connsiteY0" fmla="*/ 14762 h 1267777"/>
                  <a:gd name="connsiteX1" fmla="*/ 1265430 w 1267777"/>
                  <a:gd name="connsiteY1" fmla="*/ 654858 h 1267777"/>
                  <a:gd name="connsiteX2" fmla="*/ 625334 w 1267777"/>
                  <a:gd name="connsiteY2" fmla="*/ 1265430 h 1267777"/>
                  <a:gd name="connsiteX3" fmla="*/ 14762 w 1267777"/>
                  <a:gd name="connsiteY3" fmla="*/ 625334 h 1267777"/>
                  <a:gd name="connsiteX4" fmla="*/ 654859 w 1267777"/>
                  <a:gd name="connsiteY4" fmla="*/ 14762 h 126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7777" h="1267777">
                    <a:moveTo>
                      <a:pt x="654859" y="14762"/>
                    </a:moveTo>
                    <a:cubicBezTo>
                      <a:pt x="1000221" y="22915"/>
                      <a:pt x="1273583" y="309496"/>
                      <a:pt x="1265430" y="654858"/>
                    </a:cubicBezTo>
                    <a:cubicBezTo>
                      <a:pt x="1257277" y="1000221"/>
                      <a:pt x="970696" y="1273583"/>
                      <a:pt x="625334" y="1265430"/>
                    </a:cubicBezTo>
                    <a:cubicBezTo>
                      <a:pt x="279972" y="1257277"/>
                      <a:pt x="6609" y="970696"/>
                      <a:pt x="14762" y="625334"/>
                    </a:cubicBezTo>
                    <a:cubicBezTo>
                      <a:pt x="22915" y="279972"/>
                      <a:pt x="309496" y="6609"/>
                      <a:pt x="654859" y="14762"/>
                    </a:cubicBezTo>
                    <a:close/>
                  </a:path>
                </a:pathLst>
              </a:custGeom>
              <a:solidFill>
                <a:srgbClr val="FBFFFF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C34B523-8553-4053-8752-D638E1444C76}"/>
              </a:ext>
            </a:extLst>
          </p:cNvPr>
          <p:cNvGrpSpPr/>
          <p:nvPr/>
        </p:nvGrpSpPr>
        <p:grpSpPr>
          <a:xfrm>
            <a:off x="2038180" y="2357945"/>
            <a:ext cx="8266330" cy="3080699"/>
            <a:chOff x="2038180" y="2357945"/>
            <a:chExt cx="8266330" cy="3080699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F13F6E3-75DF-4367-BB26-0027715AE193}"/>
                </a:ext>
              </a:extLst>
            </p:cNvPr>
            <p:cNvSpPr/>
            <p:nvPr/>
          </p:nvSpPr>
          <p:spPr>
            <a:xfrm>
              <a:off x="2072830" y="2357945"/>
              <a:ext cx="8189844" cy="3080699"/>
            </a:xfrm>
            <a:custGeom>
              <a:avLst/>
              <a:gdLst>
                <a:gd name="connsiteX0" fmla="*/ 840917 w 8189843"/>
                <a:gd name="connsiteY0" fmla="*/ 3085137 h 3080699"/>
                <a:gd name="connsiteX1" fmla="*/ 840663 w 8189843"/>
                <a:gd name="connsiteY1" fmla="*/ 3067134 h 3080699"/>
                <a:gd name="connsiteX2" fmla="*/ 894164 w 8189843"/>
                <a:gd name="connsiteY2" fmla="*/ 3064472 h 3080699"/>
                <a:gd name="connsiteX3" fmla="*/ 895685 w 8189843"/>
                <a:gd name="connsiteY3" fmla="*/ 3082474 h 3080699"/>
                <a:gd name="connsiteX4" fmla="*/ 840917 w 8189843"/>
                <a:gd name="connsiteY4" fmla="*/ 3085137 h 3080699"/>
                <a:gd name="connsiteX5" fmla="*/ 4108487 w 8189843"/>
                <a:gd name="connsiteY5" fmla="*/ 3085010 h 3080699"/>
                <a:gd name="connsiteX6" fmla="*/ 4107980 w 8189843"/>
                <a:gd name="connsiteY6" fmla="*/ 3067007 h 3080699"/>
                <a:gd name="connsiteX7" fmla="*/ 4161353 w 8189843"/>
                <a:gd name="connsiteY7" fmla="*/ 3063965 h 3080699"/>
                <a:gd name="connsiteX8" fmla="*/ 4163002 w 8189843"/>
                <a:gd name="connsiteY8" fmla="*/ 3081967 h 3080699"/>
                <a:gd name="connsiteX9" fmla="*/ 4108487 w 8189843"/>
                <a:gd name="connsiteY9" fmla="*/ 3085010 h 3080699"/>
                <a:gd name="connsiteX10" fmla="*/ 7344109 w 8189843"/>
                <a:gd name="connsiteY10" fmla="*/ 3084883 h 3080699"/>
                <a:gd name="connsiteX11" fmla="*/ 7289595 w 8189843"/>
                <a:gd name="connsiteY11" fmla="*/ 3081333 h 3080699"/>
                <a:gd name="connsiteX12" fmla="*/ 7291370 w 8189843"/>
                <a:gd name="connsiteY12" fmla="*/ 3063331 h 3080699"/>
                <a:gd name="connsiteX13" fmla="*/ 7344744 w 8189843"/>
                <a:gd name="connsiteY13" fmla="*/ 3066754 h 3080699"/>
                <a:gd name="connsiteX14" fmla="*/ 7344109 w 8189843"/>
                <a:gd name="connsiteY14" fmla="*/ 3084883 h 3080699"/>
                <a:gd name="connsiteX15" fmla="*/ 7398750 w 8189843"/>
                <a:gd name="connsiteY15" fmla="*/ 3084756 h 3080699"/>
                <a:gd name="connsiteX16" fmla="*/ 7398117 w 8189843"/>
                <a:gd name="connsiteY16" fmla="*/ 3066754 h 3080699"/>
                <a:gd name="connsiteX17" fmla="*/ 7451490 w 8189843"/>
                <a:gd name="connsiteY17" fmla="*/ 3063204 h 3080699"/>
                <a:gd name="connsiteX18" fmla="*/ 7453265 w 8189843"/>
                <a:gd name="connsiteY18" fmla="*/ 3081080 h 3080699"/>
                <a:gd name="connsiteX19" fmla="*/ 7398750 w 8189843"/>
                <a:gd name="connsiteY19" fmla="*/ 3084756 h 3080699"/>
                <a:gd name="connsiteX20" fmla="*/ 4053846 w 8189843"/>
                <a:gd name="connsiteY20" fmla="*/ 3084630 h 3080699"/>
                <a:gd name="connsiteX21" fmla="*/ 3999331 w 8189843"/>
                <a:gd name="connsiteY21" fmla="*/ 3080699 h 3080699"/>
                <a:gd name="connsiteX22" fmla="*/ 4001233 w 8189843"/>
                <a:gd name="connsiteY22" fmla="*/ 3062824 h 3080699"/>
                <a:gd name="connsiteX23" fmla="*/ 4054607 w 8189843"/>
                <a:gd name="connsiteY23" fmla="*/ 3066754 h 3080699"/>
                <a:gd name="connsiteX24" fmla="*/ 4053846 w 8189843"/>
                <a:gd name="connsiteY24" fmla="*/ 3084630 h 3080699"/>
                <a:gd name="connsiteX25" fmla="*/ 786276 w 8189843"/>
                <a:gd name="connsiteY25" fmla="*/ 3084249 h 3080699"/>
                <a:gd name="connsiteX26" fmla="*/ 731761 w 8189843"/>
                <a:gd name="connsiteY26" fmla="*/ 3079812 h 3080699"/>
                <a:gd name="connsiteX27" fmla="*/ 733790 w 8189843"/>
                <a:gd name="connsiteY27" fmla="*/ 3061810 h 3080699"/>
                <a:gd name="connsiteX28" fmla="*/ 787163 w 8189843"/>
                <a:gd name="connsiteY28" fmla="*/ 3066120 h 3080699"/>
                <a:gd name="connsiteX29" fmla="*/ 786276 w 8189843"/>
                <a:gd name="connsiteY29" fmla="*/ 3084249 h 3080699"/>
                <a:gd name="connsiteX30" fmla="*/ 949946 w 8189843"/>
                <a:gd name="connsiteY30" fmla="*/ 3076135 h 3080699"/>
                <a:gd name="connsiteX31" fmla="*/ 947284 w 8189843"/>
                <a:gd name="connsiteY31" fmla="*/ 3058260 h 3080699"/>
                <a:gd name="connsiteX32" fmla="*/ 999896 w 8189843"/>
                <a:gd name="connsiteY32" fmla="*/ 3048625 h 3080699"/>
                <a:gd name="connsiteX33" fmla="*/ 1003700 w 8189843"/>
                <a:gd name="connsiteY33" fmla="*/ 3066247 h 3080699"/>
                <a:gd name="connsiteX34" fmla="*/ 949946 w 8189843"/>
                <a:gd name="connsiteY34" fmla="*/ 3076135 h 3080699"/>
                <a:gd name="connsiteX35" fmla="*/ 4217389 w 8189843"/>
                <a:gd name="connsiteY35" fmla="*/ 3075121 h 3080699"/>
                <a:gd name="connsiteX36" fmla="*/ 4214600 w 8189843"/>
                <a:gd name="connsiteY36" fmla="*/ 3057246 h 3080699"/>
                <a:gd name="connsiteX37" fmla="*/ 4267086 w 8189843"/>
                <a:gd name="connsiteY37" fmla="*/ 3047103 h 3080699"/>
                <a:gd name="connsiteX38" fmla="*/ 4271017 w 8189843"/>
                <a:gd name="connsiteY38" fmla="*/ 3064725 h 3080699"/>
                <a:gd name="connsiteX39" fmla="*/ 4217389 w 8189843"/>
                <a:gd name="connsiteY39" fmla="*/ 3075121 h 3080699"/>
                <a:gd name="connsiteX40" fmla="*/ 7235207 w 8189843"/>
                <a:gd name="connsiteY40" fmla="*/ 3074234 h 3080699"/>
                <a:gd name="connsiteX41" fmla="*/ 7181580 w 8189843"/>
                <a:gd name="connsiteY41" fmla="*/ 3063584 h 3080699"/>
                <a:gd name="connsiteX42" fmla="*/ 7185764 w 8189843"/>
                <a:gd name="connsiteY42" fmla="*/ 3045962 h 3080699"/>
                <a:gd name="connsiteX43" fmla="*/ 7238250 w 8189843"/>
                <a:gd name="connsiteY43" fmla="*/ 3056358 h 3080699"/>
                <a:gd name="connsiteX44" fmla="*/ 7235207 w 8189843"/>
                <a:gd name="connsiteY44" fmla="*/ 3074234 h 3080699"/>
                <a:gd name="connsiteX45" fmla="*/ 7507526 w 8189843"/>
                <a:gd name="connsiteY45" fmla="*/ 3073980 h 3080699"/>
                <a:gd name="connsiteX46" fmla="*/ 7504483 w 8189843"/>
                <a:gd name="connsiteY46" fmla="*/ 3056231 h 3080699"/>
                <a:gd name="connsiteX47" fmla="*/ 7556970 w 8189843"/>
                <a:gd name="connsiteY47" fmla="*/ 3045709 h 3080699"/>
                <a:gd name="connsiteX48" fmla="*/ 7561153 w 8189843"/>
                <a:gd name="connsiteY48" fmla="*/ 3063204 h 3080699"/>
                <a:gd name="connsiteX49" fmla="*/ 7507526 w 8189843"/>
                <a:gd name="connsiteY49" fmla="*/ 3073980 h 3080699"/>
                <a:gd name="connsiteX50" fmla="*/ 3945071 w 8189843"/>
                <a:gd name="connsiteY50" fmla="*/ 3073093 h 3080699"/>
                <a:gd name="connsiteX51" fmla="*/ 3891570 w 8189843"/>
                <a:gd name="connsiteY51" fmla="*/ 3061936 h 3080699"/>
                <a:gd name="connsiteX52" fmla="*/ 3895881 w 8189843"/>
                <a:gd name="connsiteY52" fmla="*/ 3044441 h 3080699"/>
                <a:gd name="connsiteX53" fmla="*/ 3948240 w 8189843"/>
                <a:gd name="connsiteY53" fmla="*/ 3055344 h 3080699"/>
                <a:gd name="connsiteX54" fmla="*/ 3945071 w 8189843"/>
                <a:gd name="connsiteY54" fmla="*/ 3073093 h 3080699"/>
                <a:gd name="connsiteX55" fmla="*/ 677627 w 8189843"/>
                <a:gd name="connsiteY55" fmla="*/ 3071825 h 3080699"/>
                <a:gd name="connsiteX56" fmla="*/ 624127 w 8189843"/>
                <a:gd name="connsiteY56" fmla="*/ 3060161 h 3080699"/>
                <a:gd name="connsiteX57" fmla="*/ 628564 w 8189843"/>
                <a:gd name="connsiteY57" fmla="*/ 3042666 h 3080699"/>
                <a:gd name="connsiteX58" fmla="*/ 680923 w 8189843"/>
                <a:gd name="connsiteY58" fmla="*/ 3053949 h 3080699"/>
                <a:gd name="connsiteX59" fmla="*/ 677627 w 8189843"/>
                <a:gd name="connsiteY59" fmla="*/ 3071825 h 3080699"/>
                <a:gd name="connsiteX60" fmla="*/ 1056693 w 8189843"/>
                <a:gd name="connsiteY60" fmla="*/ 3052935 h 3080699"/>
                <a:gd name="connsiteX61" fmla="*/ 1051748 w 8189843"/>
                <a:gd name="connsiteY61" fmla="*/ 3035566 h 3080699"/>
                <a:gd name="connsiteX62" fmla="*/ 1102586 w 8189843"/>
                <a:gd name="connsiteY62" fmla="*/ 3018959 h 3080699"/>
                <a:gd name="connsiteX63" fmla="*/ 1108798 w 8189843"/>
                <a:gd name="connsiteY63" fmla="*/ 3035947 h 3080699"/>
                <a:gd name="connsiteX64" fmla="*/ 1056693 w 8189843"/>
                <a:gd name="connsiteY64" fmla="*/ 3052935 h 3080699"/>
                <a:gd name="connsiteX65" fmla="*/ 4324010 w 8189843"/>
                <a:gd name="connsiteY65" fmla="*/ 3050907 h 3080699"/>
                <a:gd name="connsiteX66" fmla="*/ 4318812 w 8189843"/>
                <a:gd name="connsiteY66" fmla="*/ 3033665 h 3080699"/>
                <a:gd name="connsiteX67" fmla="*/ 4369523 w 8189843"/>
                <a:gd name="connsiteY67" fmla="*/ 3016677 h 3080699"/>
                <a:gd name="connsiteX68" fmla="*/ 4375862 w 8189843"/>
                <a:gd name="connsiteY68" fmla="*/ 3033538 h 3080699"/>
                <a:gd name="connsiteX69" fmla="*/ 4324010 w 8189843"/>
                <a:gd name="connsiteY69" fmla="*/ 3050907 h 3080699"/>
                <a:gd name="connsiteX70" fmla="*/ 7128841 w 8189843"/>
                <a:gd name="connsiteY70" fmla="*/ 3049385 h 3080699"/>
                <a:gd name="connsiteX71" fmla="*/ 7077115 w 8189843"/>
                <a:gd name="connsiteY71" fmla="*/ 3031636 h 3080699"/>
                <a:gd name="connsiteX72" fmla="*/ 7083581 w 8189843"/>
                <a:gd name="connsiteY72" fmla="*/ 3014775 h 3080699"/>
                <a:gd name="connsiteX73" fmla="*/ 7134165 w 8189843"/>
                <a:gd name="connsiteY73" fmla="*/ 3032017 h 3080699"/>
                <a:gd name="connsiteX74" fmla="*/ 7128841 w 8189843"/>
                <a:gd name="connsiteY74" fmla="*/ 3049385 h 3080699"/>
                <a:gd name="connsiteX75" fmla="*/ 7613893 w 8189843"/>
                <a:gd name="connsiteY75" fmla="*/ 3048751 h 3080699"/>
                <a:gd name="connsiteX76" fmla="*/ 7608568 w 8189843"/>
                <a:gd name="connsiteY76" fmla="*/ 3031510 h 3080699"/>
                <a:gd name="connsiteX77" fmla="*/ 7659279 w 8189843"/>
                <a:gd name="connsiteY77" fmla="*/ 3014014 h 3080699"/>
                <a:gd name="connsiteX78" fmla="*/ 7665744 w 8189843"/>
                <a:gd name="connsiteY78" fmla="*/ 3030876 h 3080699"/>
                <a:gd name="connsiteX79" fmla="*/ 7613893 w 8189843"/>
                <a:gd name="connsiteY79" fmla="*/ 3048751 h 3080699"/>
                <a:gd name="connsiteX80" fmla="*/ 3838831 w 8189843"/>
                <a:gd name="connsiteY80" fmla="*/ 3047230 h 3080699"/>
                <a:gd name="connsiteX81" fmla="*/ 3787232 w 8189843"/>
                <a:gd name="connsiteY81" fmla="*/ 3029101 h 3080699"/>
                <a:gd name="connsiteX82" fmla="*/ 3793825 w 8189843"/>
                <a:gd name="connsiteY82" fmla="*/ 3012239 h 3080699"/>
                <a:gd name="connsiteX83" fmla="*/ 3844282 w 8189843"/>
                <a:gd name="connsiteY83" fmla="*/ 3029988 h 3080699"/>
                <a:gd name="connsiteX84" fmla="*/ 3838831 w 8189843"/>
                <a:gd name="connsiteY84" fmla="*/ 3047230 h 3080699"/>
                <a:gd name="connsiteX85" fmla="*/ 571641 w 8189843"/>
                <a:gd name="connsiteY85" fmla="*/ 3045075 h 3080699"/>
                <a:gd name="connsiteX86" fmla="*/ 520169 w 8189843"/>
                <a:gd name="connsiteY86" fmla="*/ 3026438 h 3080699"/>
                <a:gd name="connsiteX87" fmla="*/ 526888 w 8189843"/>
                <a:gd name="connsiteY87" fmla="*/ 3009704 h 3080699"/>
                <a:gd name="connsiteX88" fmla="*/ 577219 w 8189843"/>
                <a:gd name="connsiteY88" fmla="*/ 3027833 h 3080699"/>
                <a:gd name="connsiteX89" fmla="*/ 571641 w 8189843"/>
                <a:gd name="connsiteY89" fmla="*/ 3045075 h 3080699"/>
                <a:gd name="connsiteX90" fmla="*/ 1159636 w 8189843"/>
                <a:gd name="connsiteY90" fmla="*/ 3015662 h 3080699"/>
                <a:gd name="connsiteX91" fmla="*/ 1152410 w 8189843"/>
                <a:gd name="connsiteY91" fmla="*/ 2999181 h 3080699"/>
                <a:gd name="connsiteX92" fmla="*/ 1200712 w 8189843"/>
                <a:gd name="connsiteY92" fmla="*/ 2975981 h 3080699"/>
                <a:gd name="connsiteX93" fmla="*/ 1209080 w 8189843"/>
                <a:gd name="connsiteY93" fmla="*/ 2991955 h 3080699"/>
                <a:gd name="connsiteX94" fmla="*/ 1159636 w 8189843"/>
                <a:gd name="connsiteY94" fmla="*/ 3015662 h 3080699"/>
                <a:gd name="connsiteX95" fmla="*/ 4426573 w 8189843"/>
                <a:gd name="connsiteY95" fmla="*/ 3012746 h 3080699"/>
                <a:gd name="connsiteX96" fmla="*/ 4419219 w 8189843"/>
                <a:gd name="connsiteY96" fmla="*/ 2996265 h 3080699"/>
                <a:gd name="connsiteX97" fmla="*/ 4467268 w 8189843"/>
                <a:gd name="connsiteY97" fmla="*/ 2972685 h 3080699"/>
                <a:gd name="connsiteX98" fmla="*/ 4475763 w 8189843"/>
                <a:gd name="connsiteY98" fmla="*/ 2988659 h 3080699"/>
                <a:gd name="connsiteX99" fmla="*/ 4426573 w 8189843"/>
                <a:gd name="connsiteY99" fmla="*/ 3012746 h 3080699"/>
                <a:gd name="connsiteX100" fmla="*/ 7026531 w 8189843"/>
                <a:gd name="connsiteY100" fmla="*/ 3010718 h 3080699"/>
                <a:gd name="connsiteX101" fmla="*/ 6977595 w 8189843"/>
                <a:gd name="connsiteY101" fmla="*/ 2986377 h 3080699"/>
                <a:gd name="connsiteX102" fmla="*/ 6986216 w 8189843"/>
                <a:gd name="connsiteY102" fmla="*/ 2970530 h 3080699"/>
                <a:gd name="connsiteX103" fmla="*/ 7034011 w 8189843"/>
                <a:gd name="connsiteY103" fmla="*/ 2994364 h 3080699"/>
                <a:gd name="connsiteX104" fmla="*/ 7026531 w 8189843"/>
                <a:gd name="connsiteY104" fmla="*/ 3010718 h 3080699"/>
                <a:gd name="connsiteX105" fmla="*/ 7716202 w 8189843"/>
                <a:gd name="connsiteY105" fmla="*/ 3009704 h 3080699"/>
                <a:gd name="connsiteX106" fmla="*/ 7708722 w 8189843"/>
                <a:gd name="connsiteY106" fmla="*/ 2993349 h 3080699"/>
                <a:gd name="connsiteX107" fmla="*/ 7756518 w 8189843"/>
                <a:gd name="connsiteY107" fmla="*/ 2969262 h 3080699"/>
                <a:gd name="connsiteX108" fmla="*/ 7765138 w 8189843"/>
                <a:gd name="connsiteY108" fmla="*/ 2985109 h 3080699"/>
                <a:gd name="connsiteX109" fmla="*/ 7716202 w 8189843"/>
                <a:gd name="connsiteY109" fmla="*/ 3009704 h 3080699"/>
                <a:gd name="connsiteX110" fmla="*/ 3737028 w 8189843"/>
                <a:gd name="connsiteY110" fmla="*/ 3007549 h 3080699"/>
                <a:gd name="connsiteX111" fmla="*/ 3688346 w 8189843"/>
                <a:gd name="connsiteY111" fmla="*/ 2982700 h 3080699"/>
                <a:gd name="connsiteX112" fmla="*/ 3697093 w 8189843"/>
                <a:gd name="connsiteY112" fmla="*/ 2966853 h 3080699"/>
                <a:gd name="connsiteX113" fmla="*/ 3744762 w 8189843"/>
                <a:gd name="connsiteY113" fmla="*/ 2991068 h 3080699"/>
                <a:gd name="connsiteX114" fmla="*/ 3737028 w 8189843"/>
                <a:gd name="connsiteY114" fmla="*/ 3007549 h 3080699"/>
                <a:gd name="connsiteX115" fmla="*/ 470092 w 8189843"/>
                <a:gd name="connsiteY115" fmla="*/ 3004633 h 3080699"/>
                <a:gd name="connsiteX116" fmla="*/ 421663 w 8189843"/>
                <a:gd name="connsiteY116" fmla="*/ 2979404 h 3080699"/>
                <a:gd name="connsiteX117" fmla="*/ 430537 w 8189843"/>
                <a:gd name="connsiteY117" fmla="*/ 2963683 h 3080699"/>
                <a:gd name="connsiteX118" fmla="*/ 477952 w 8189843"/>
                <a:gd name="connsiteY118" fmla="*/ 2988405 h 3080699"/>
                <a:gd name="connsiteX119" fmla="*/ 470092 w 8189843"/>
                <a:gd name="connsiteY119" fmla="*/ 3004633 h 3080699"/>
                <a:gd name="connsiteX120" fmla="*/ 1256621 w 8189843"/>
                <a:gd name="connsiteY120" fmla="*/ 2964951 h 3080699"/>
                <a:gd name="connsiteX121" fmla="*/ 1247240 w 8189843"/>
                <a:gd name="connsiteY121" fmla="*/ 2949611 h 3080699"/>
                <a:gd name="connsiteX122" fmla="*/ 1291992 w 8189843"/>
                <a:gd name="connsiteY122" fmla="*/ 2920199 h 3080699"/>
                <a:gd name="connsiteX123" fmla="*/ 1302388 w 8189843"/>
                <a:gd name="connsiteY123" fmla="*/ 2934905 h 3080699"/>
                <a:gd name="connsiteX124" fmla="*/ 1256621 w 8189843"/>
                <a:gd name="connsiteY124" fmla="*/ 2964951 h 3080699"/>
                <a:gd name="connsiteX125" fmla="*/ 4523177 w 8189843"/>
                <a:gd name="connsiteY125" fmla="*/ 2961275 h 3080699"/>
                <a:gd name="connsiteX126" fmla="*/ 4513669 w 8189843"/>
                <a:gd name="connsiteY126" fmla="*/ 2945935 h 3080699"/>
                <a:gd name="connsiteX127" fmla="*/ 4558168 w 8189843"/>
                <a:gd name="connsiteY127" fmla="*/ 2916142 h 3080699"/>
                <a:gd name="connsiteX128" fmla="*/ 4568691 w 8189843"/>
                <a:gd name="connsiteY128" fmla="*/ 2930848 h 3080699"/>
                <a:gd name="connsiteX129" fmla="*/ 4523177 w 8189843"/>
                <a:gd name="connsiteY129" fmla="*/ 2961275 h 3080699"/>
                <a:gd name="connsiteX130" fmla="*/ 6930433 w 8189843"/>
                <a:gd name="connsiteY130" fmla="*/ 2958739 h 3080699"/>
                <a:gd name="connsiteX131" fmla="*/ 6885174 w 8189843"/>
                <a:gd name="connsiteY131" fmla="*/ 2928059 h 3080699"/>
                <a:gd name="connsiteX132" fmla="*/ 6895823 w 8189843"/>
                <a:gd name="connsiteY132" fmla="*/ 2913480 h 3080699"/>
                <a:gd name="connsiteX133" fmla="*/ 6940195 w 8189843"/>
                <a:gd name="connsiteY133" fmla="*/ 2943399 h 3080699"/>
                <a:gd name="connsiteX134" fmla="*/ 6930433 w 8189843"/>
                <a:gd name="connsiteY134" fmla="*/ 2958739 h 3080699"/>
                <a:gd name="connsiteX135" fmla="*/ 7812426 w 8189843"/>
                <a:gd name="connsiteY135" fmla="*/ 2957345 h 3080699"/>
                <a:gd name="connsiteX136" fmla="*/ 7802791 w 8189843"/>
                <a:gd name="connsiteY136" fmla="*/ 2942131 h 3080699"/>
                <a:gd name="connsiteX137" fmla="*/ 7847037 w 8189843"/>
                <a:gd name="connsiteY137" fmla="*/ 2911958 h 3080699"/>
                <a:gd name="connsiteX138" fmla="*/ 7857686 w 8189843"/>
                <a:gd name="connsiteY138" fmla="*/ 2926538 h 3080699"/>
                <a:gd name="connsiteX139" fmla="*/ 7812426 w 8189843"/>
                <a:gd name="connsiteY139" fmla="*/ 2957345 h 3080699"/>
                <a:gd name="connsiteX140" fmla="*/ 3641311 w 8189843"/>
                <a:gd name="connsiteY140" fmla="*/ 2954809 h 3080699"/>
                <a:gd name="connsiteX141" fmla="*/ 3596305 w 8189843"/>
                <a:gd name="connsiteY141" fmla="*/ 2923749 h 3080699"/>
                <a:gd name="connsiteX142" fmla="*/ 3607081 w 8189843"/>
                <a:gd name="connsiteY142" fmla="*/ 2909169 h 3080699"/>
                <a:gd name="connsiteX143" fmla="*/ 3651073 w 8189843"/>
                <a:gd name="connsiteY143" fmla="*/ 2939469 h 3080699"/>
                <a:gd name="connsiteX144" fmla="*/ 3641311 w 8189843"/>
                <a:gd name="connsiteY144" fmla="*/ 2954809 h 3080699"/>
                <a:gd name="connsiteX145" fmla="*/ 375009 w 8189843"/>
                <a:gd name="connsiteY145" fmla="*/ 2950879 h 3080699"/>
                <a:gd name="connsiteX146" fmla="*/ 330256 w 8189843"/>
                <a:gd name="connsiteY146" fmla="*/ 2919438 h 3080699"/>
                <a:gd name="connsiteX147" fmla="*/ 341159 w 8189843"/>
                <a:gd name="connsiteY147" fmla="*/ 2904985 h 3080699"/>
                <a:gd name="connsiteX148" fmla="*/ 384897 w 8189843"/>
                <a:gd name="connsiteY148" fmla="*/ 2935792 h 3080699"/>
                <a:gd name="connsiteX149" fmla="*/ 375009 w 8189843"/>
                <a:gd name="connsiteY149" fmla="*/ 2950879 h 3080699"/>
                <a:gd name="connsiteX150" fmla="*/ 1346126 w 8189843"/>
                <a:gd name="connsiteY150" fmla="*/ 2901943 h 3080699"/>
                <a:gd name="connsiteX151" fmla="*/ 1334716 w 8189843"/>
                <a:gd name="connsiteY151" fmla="*/ 2887870 h 3080699"/>
                <a:gd name="connsiteX152" fmla="*/ 1375285 w 8189843"/>
                <a:gd name="connsiteY152" fmla="*/ 2852880 h 3080699"/>
                <a:gd name="connsiteX153" fmla="*/ 1387583 w 8189843"/>
                <a:gd name="connsiteY153" fmla="*/ 2866191 h 3080699"/>
                <a:gd name="connsiteX154" fmla="*/ 1346126 w 8189843"/>
                <a:gd name="connsiteY154" fmla="*/ 2901943 h 3080699"/>
                <a:gd name="connsiteX155" fmla="*/ 4612049 w 8189843"/>
                <a:gd name="connsiteY155" fmla="*/ 2897505 h 3080699"/>
                <a:gd name="connsiteX156" fmla="*/ 4600639 w 8189843"/>
                <a:gd name="connsiteY156" fmla="*/ 2883560 h 3080699"/>
                <a:gd name="connsiteX157" fmla="*/ 4640827 w 8189843"/>
                <a:gd name="connsiteY157" fmla="*/ 2848189 h 3080699"/>
                <a:gd name="connsiteX158" fmla="*/ 4653251 w 8189843"/>
                <a:gd name="connsiteY158" fmla="*/ 2861374 h 3080699"/>
                <a:gd name="connsiteX159" fmla="*/ 4612049 w 8189843"/>
                <a:gd name="connsiteY159" fmla="*/ 2897505 h 3080699"/>
                <a:gd name="connsiteX160" fmla="*/ 6842070 w 8189843"/>
                <a:gd name="connsiteY160" fmla="*/ 2894463 h 3080699"/>
                <a:gd name="connsiteX161" fmla="*/ 6801121 w 8189843"/>
                <a:gd name="connsiteY161" fmla="*/ 2858078 h 3080699"/>
                <a:gd name="connsiteX162" fmla="*/ 6813545 w 8189843"/>
                <a:gd name="connsiteY162" fmla="*/ 2845019 h 3080699"/>
                <a:gd name="connsiteX163" fmla="*/ 6853606 w 8189843"/>
                <a:gd name="connsiteY163" fmla="*/ 2880517 h 3080699"/>
                <a:gd name="connsiteX164" fmla="*/ 6842070 w 8189843"/>
                <a:gd name="connsiteY164" fmla="*/ 2894463 h 3080699"/>
                <a:gd name="connsiteX165" fmla="*/ 7900664 w 8189843"/>
                <a:gd name="connsiteY165" fmla="*/ 2892815 h 3080699"/>
                <a:gd name="connsiteX166" fmla="*/ 7889127 w 8189843"/>
                <a:gd name="connsiteY166" fmla="*/ 2878996 h 3080699"/>
                <a:gd name="connsiteX167" fmla="*/ 7929062 w 8189843"/>
                <a:gd name="connsiteY167" fmla="*/ 2843371 h 3080699"/>
                <a:gd name="connsiteX168" fmla="*/ 7941486 w 8189843"/>
                <a:gd name="connsiteY168" fmla="*/ 2856430 h 3080699"/>
                <a:gd name="connsiteX169" fmla="*/ 7900664 w 8189843"/>
                <a:gd name="connsiteY169" fmla="*/ 2892815 h 3080699"/>
                <a:gd name="connsiteX170" fmla="*/ 3553454 w 8189843"/>
                <a:gd name="connsiteY170" fmla="*/ 2889899 h 3080699"/>
                <a:gd name="connsiteX171" fmla="*/ 3512885 w 8189843"/>
                <a:gd name="connsiteY171" fmla="*/ 2853133 h 3080699"/>
                <a:gd name="connsiteX172" fmla="*/ 3525436 w 8189843"/>
                <a:gd name="connsiteY172" fmla="*/ 2840202 h 3080699"/>
                <a:gd name="connsiteX173" fmla="*/ 3565118 w 8189843"/>
                <a:gd name="connsiteY173" fmla="*/ 2876080 h 3080699"/>
                <a:gd name="connsiteX174" fmla="*/ 3553454 w 8189843"/>
                <a:gd name="connsiteY174" fmla="*/ 2889899 h 3080699"/>
                <a:gd name="connsiteX175" fmla="*/ 287659 w 8189843"/>
                <a:gd name="connsiteY175" fmla="*/ 2885208 h 3080699"/>
                <a:gd name="connsiteX176" fmla="*/ 247470 w 8189843"/>
                <a:gd name="connsiteY176" fmla="*/ 2848189 h 3080699"/>
                <a:gd name="connsiteX177" fmla="*/ 260148 w 8189843"/>
                <a:gd name="connsiteY177" fmla="*/ 2835384 h 3080699"/>
                <a:gd name="connsiteX178" fmla="*/ 299576 w 8189843"/>
                <a:gd name="connsiteY178" fmla="*/ 2871643 h 3080699"/>
                <a:gd name="connsiteX179" fmla="*/ 287659 w 8189843"/>
                <a:gd name="connsiteY179" fmla="*/ 2885208 h 3080699"/>
                <a:gd name="connsiteX180" fmla="*/ 1426503 w 8189843"/>
                <a:gd name="connsiteY180" fmla="*/ 2827905 h 3080699"/>
                <a:gd name="connsiteX181" fmla="*/ 1413445 w 8189843"/>
                <a:gd name="connsiteY181" fmla="*/ 2815480 h 3080699"/>
                <a:gd name="connsiteX182" fmla="*/ 1448943 w 8189843"/>
                <a:gd name="connsiteY182" fmla="*/ 2775545 h 3080699"/>
                <a:gd name="connsiteX183" fmla="*/ 1462889 w 8189843"/>
                <a:gd name="connsiteY183" fmla="*/ 2787082 h 3080699"/>
                <a:gd name="connsiteX184" fmla="*/ 1426503 w 8189843"/>
                <a:gd name="connsiteY184" fmla="*/ 2827905 h 3080699"/>
                <a:gd name="connsiteX185" fmla="*/ 4691792 w 8189843"/>
                <a:gd name="connsiteY185" fmla="*/ 2822580 h 3080699"/>
                <a:gd name="connsiteX186" fmla="*/ 4678607 w 8189843"/>
                <a:gd name="connsiteY186" fmla="*/ 2810282 h 3080699"/>
                <a:gd name="connsiteX187" fmla="*/ 4713851 w 8189843"/>
                <a:gd name="connsiteY187" fmla="*/ 2769967 h 3080699"/>
                <a:gd name="connsiteX188" fmla="*/ 4727797 w 8189843"/>
                <a:gd name="connsiteY188" fmla="*/ 2781377 h 3080699"/>
                <a:gd name="connsiteX189" fmla="*/ 4691792 w 8189843"/>
                <a:gd name="connsiteY189" fmla="*/ 2822580 h 3080699"/>
                <a:gd name="connsiteX190" fmla="*/ 6762707 w 8189843"/>
                <a:gd name="connsiteY190" fmla="*/ 2819284 h 3080699"/>
                <a:gd name="connsiteX191" fmla="*/ 6726955 w 8189843"/>
                <a:gd name="connsiteY191" fmla="*/ 2777954 h 3080699"/>
                <a:gd name="connsiteX192" fmla="*/ 6741027 w 8189843"/>
                <a:gd name="connsiteY192" fmla="*/ 2766544 h 3080699"/>
                <a:gd name="connsiteX193" fmla="*/ 6776018 w 8189843"/>
                <a:gd name="connsiteY193" fmla="*/ 2807113 h 3080699"/>
                <a:gd name="connsiteX194" fmla="*/ 6762707 w 8189843"/>
                <a:gd name="connsiteY194" fmla="*/ 2819284 h 3080699"/>
                <a:gd name="connsiteX195" fmla="*/ 7979773 w 8189843"/>
                <a:gd name="connsiteY195" fmla="*/ 2817255 h 3080699"/>
                <a:gd name="connsiteX196" fmla="*/ 7966462 w 8189843"/>
                <a:gd name="connsiteY196" fmla="*/ 2805085 h 3080699"/>
                <a:gd name="connsiteX197" fmla="*/ 8001325 w 8189843"/>
                <a:gd name="connsiteY197" fmla="*/ 2764516 h 3080699"/>
                <a:gd name="connsiteX198" fmla="*/ 8015398 w 8189843"/>
                <a:gd name="connsiteY198" fmla="*/ 2775799 h 3080699"/>
                <a:gd name="connsiteX199" fmla="*/ 7979773 w 8189843"/>
                <a:gd name="connsiteY199" fmla="*/ 2817255 h 3080699"/>
                <a:gd name="connsiteX200" fmla="*/ 3474725 w 8189843"/>
                <a:gd name="connsiteY200" fmla="*/ 2813832 h 3080699"/>
                <a:gd name="connsiteX201" fmla="*/ 3439354 w 8189843"/>
                <a:gd name="connsiteY201" fmla="*/ 2772122 h 3080699"/>
                <a:gd name="connsiteX202" fmla="*/ 3453426 w 8189843"/>
                <a:gd name="connsiteY202" fmla="*/ 2760966 h 3080699"/>
                <a:gd name="connsiteX203" fmla="*/ 3488037 w 8189843"/>
                <a:gd name="connsiteY203" fmla="*/ 2801788 h 3080699"/>
                <a:gd name="connsiteX204" fmla="*/ 3474725 w 8189843"/>
                <a:gd name="connsiteY204" fmla="*/ 2813832 h 3080699"/>
                <a:gd name="connsiteX205" fmla="*/ 209564 w 8189843"/>
                <a:gd name="connsiteY205" fmla="*/ 2808507 h 3080699"/>
                <a:gd name="connsiteX206" fmla="*/ 174446 w 8189843"/>
                <a:gd name="connsiteY206" fmla="*/ 2766544 h 3080699"/>
                <a:gd name="connsiteX207" fmla="*/ 188645 w 8189843"/>
                <a:gd name="connsiteY207" fmla="*/ 2755388 h 3080699"/>
                <a:gd name="connsiteX208" fmla="*/ 223002 w 8189843"/>
                <a:gd name="connsiteY208" fmla="*/ 2796464 h 3080699"/>
                <a:gd name="connsiteX209" fmla="*/ 209564 w 8189843"/>
                <a:gd name="connsiteY209" fmla="*/ 2808507 h 3080699"/>
                <a:gd name="connsiteX210" fmla="*/ 1496485 w 8189843"/>
                <a:gd name="connsiteY210" fmla="*/ 2743851 h 3080699"/>
                <a:gd name="connsiteX211" fmla="*/ 1481905 w 8189843"/>
                <a:gd name="connsiteY211" fmla="*/ 2733202 h 3080699"/>
                <a:gd name="connsiteX212" fmla="*/ 1511825 w 8189843"/>
                <a:gd name="connsiteY212" fmla="*/ 2688956 h 3080699"/>
                <a:gd name="connsiteX213" fmla="*/ 1527165 w 8189843"/>
                <a:gd name="connsiteY213" fmla="*/ 2698591 h 3080699"/>
                <a:gd name="connsiteX214" fmla="*/ 1496485 w 8189843"/>
                <a:gd name="connsiteY214" fmla="*/ 2743851 h 3080699"/>
                <a:gd name="connsiteX215" fmla="*/ 4761013 w 8189843"/>
                <a:gd name="connsiteY215" fmla="*/ 2738019 h 3080699"/>
                <a:gd name="connsiteX216" fmla="*/ 4746306 w 8189843"/>
                <a:gd name="connsiteY216" fmla="*/ 2727496 h 3080699"/>
                <a:gd name="connsiteX217" fmla="*/ 4775972 w 8189843"/>
                <a:gd name="connsiteY217" fmla="*/ 2682998 h 3080699"/>
                <a:gd name="connsiteX218" fmla="*/ 4791312 w 8189843"/>
                <a:gd name="connsiteY218" fmla="*/ 2692506 h 3080699"/>
                <a:gd name="connsiteX219" fmla="*/ 4761013 w 8189843"/>
                <a:gd name="connsiteY219" fmla="*/ 2738019 h 3080699"/>
                <a:gd name="connsiteX220" fmla="*/ 6693993 w 8189843"/>
                <a:gd name="connsiteY220" fmla="*/ 2734216 h 3080699"/>
                <a:gd name="connsiteX221" fmla="*/ 6663947 w 8189843"/>
                <a:gd name="connsiteY221" fmla="*/ 2688449 h 3080699"/>
                <a:gd name="connsiteX222" fmla="*/ 6679287 w 8189843"/>
                <a:gd name="connsiteY222" fmla="*/ 2679067 h 3080699"/>
                <a:gd name="connsiteX223" fmla="*/ 6708699 w 8189843"/>
                <a:gd name="connsiteY223" fmla="*/ 2723820 h 3080699"/>
                <a:gd name="connsiteX224" fmla="*/ 6693993 w 8189843"/>
                <a:gd name="connsiteY224" fmla="*/ 2734216 h 3080699"/>
                <a:gd name="connsiteX225" fmla="*/ 8048233 w 8189843"/>
                <a:gd name="connsiteY225" fmla="*/ 2732060 h 3080699"/>
                <a:gd name="connsiteX226" fmla="*/ 8033527 w 8189843"/>
                <a:gd name="connsiteY226" fmla="*/ 2721665 h 3080699"/>
                <a:gd name="connsiteX227" fmla="*/ 8062685 w 8189843"/>
                <a:gd name="connsiteY227" fmla="*/ 2676912 h 3080699"/>
                <a:gd name="connsiteX228" fmla="*/ 8078153 w 8189843"/>
                <a:gd name="connsiteY228" fmla="*/ 2686294 h 3080699"/>
                <a:gd name="connsiteX229" fmla="*/ 8048233 w 8189843"/>
                <a:gd name="connsiteY229" fmla="*/ 2732060 h 3080699"/>
                <a:gd name="connsiteX230" fmla="*/ 3406772 w 8189843"/>
                <a:gd name="connsiteY230" fmla="*/ 2728257 h 3080699"/>
                <a:gd name="connsiteX231" fmla="*/ 3377106 w 8189843"/>
                <a:gd name="connsiteY231" fmla="*/ 2682237 h 3080699"/>
                <a:gd name="connsiteX232" fmla="*/ 3392573 w 8189843"/>
                <a:gd name="connsiteY232" fmla="*/ 2672982 h 3080699"/>
                <a:gd name="connsiteX233" fmla="*/ 3421605 w 8189843"/>
                <a:gd name="connsiteY233" fmla="*/ 2717988 h 3080699"/>
                <a:gd name="connsiteX234" fmla="*/ 3406772 w 8189843"/>
                <a:gd name="connsiteY234" fmla="*/ 2728257 h 3080699"/>
                <a:gd name="connsiteX235" fmla="*/ 142371 w 8189843"/>
                <a:gd name="connsiteY235" fmla="*/ 2722299 h 3080699"/>
                <a:gd name="connsiteX236" fmla="*/ 113086 w 8189843"/>
                <a:gd name="connsiteY236" fmla="*/ 2676025 h 3080699"/>
                <a:gd name="connsiteX237" fmla="*/ 128679 w 8189843"/>
                <a:gd name="connsiteY237" fmla="*/ 2666897 h 3080699"/>
                <a:gd name="connsiteX238" fmla="*/ 157331 w 8189843"/>
                <a:gd name="connsiteY238" fmla="*/ 2712156 h 3080699"/>
                <a:gd name="connsiteX239" fmla="*/ 142371 w 8189843"/>
                <a:gd name="connsiteY239" fmla="*/ 2722299 h 3080699"/>
                <a:gd name="connsiteX240" fmla="*/ 1554676 w 8189843"/>
                <a:gd name="connsiteY240" fmla="*/ 2651303 h 3080699"/>
                <a:gd name="connsiteX241" fmla="*/ 1538829 w 8189843"/>
                <a:gd name="connsiteY241" fmla="*/ 2642682 h 3080699"/>
                <a:gd name="connsiteX242" fmla="*/ 1562663 w 8189843"/>
                <a:gd name="connsiteY242" fmla="*/ 2594887 h 3080699"/>
                <a:gd name="connsiteX243" fmla="*/ 1579017 w 8189843"/>
                <a:gd name="connsiteY243" fmla="*/ 2602367 h 3080699"/>
                <a:gd name="connsiteX244" fmla="*/ 1554676 w 8189843"/>
                <a:gd name="connsiteY244" fmla="*/ 2651303 h 3080699"/>
                <a:gd name="connsiteX245" fmla="*/ 4818443 w 8189843"/>
                <a:gd name="connsiteY245" fmla="*/ 2645091 h 3080699"/>
                <a:gd name="connsiteX246" fmla="*/ 4802469 w 8189843"/>
                <a:gd name="connsiteY246" fmla="*/ 2636597 h 3080699"/>
                <a:gd name="connsiteX247" fmla="*/ 4825923 w 8189843"/>
                <a:gd name="connsiteY247" fmla="*/ 2588548 h 3080699"/>
                <a:gd name="connsiteX248" fmla="*/ 4842404 w 8189843"/>
                <a:gd name="connsiteY248" fmla="*/ 2595901 h 3080699"/>
                <a:gd name="connsiteX249" fmla="*/ 4818443 w 8189843"/>
                <a:gd name="connsiteY249" fmla="*/ 2645091 h 3080699"/>
                <a:gd name="connsiteX250" fmla="*/ 6636943 w 8189843"/>
                <a:gd name="connsiteY250" fmla="*/ 2640781 h 3080699"/>
                <a:gd name="connsiteX251" fmla="*/ 6613236 w 8189843"/>
                <a:gd name="connsiteY251" fmla="*/ 2591464 h 3080699"/>
                <a:gd name="connsiteX252" fmla="*/ 6629717 w 8189843"/>
                <a:gd name="connsiteY252" fmla="*/ 2584238 h 3080699"/>
                <a:gd name="connsiteX253" fmla="*/ 6652917 w 8189843"/>
                <a:gd name="connsiteY253" fmla="*/ 2632540 h 3080699"/>
                <a:gd name="connsiteX254" fmla="*/ 6636943 w 8189843"/>
                <a:gd name="connsiteY254" fmla="*/ 2640781 h 3080699"/>
                <a:gd name="connsiteX255" fmla="*/ 8104903 w 8189843"/>
                <a:gd name="connsiteY255" fmla="*/ 2638499 h 3080699"/>
                <a:gd name="connsiteX256" fmla="*/ 8088929 w 8189843"/>
                <a:gd name="connsiteY256" fmla="*/ 2630131 h 3080699"/>
                <a:gd name="connsiteX257" fmla="*/ 8112002 w 8189843"/>
                <a:gd name="connsiteY257" fmla="*/ 2581956 h 3080699"/>
                <a:gd name="connsiteX258" fmla="*/ 8128483 w 8189843"/>
                <a:gd name="connsiteY258" fmla="*/ 2589182 h 3080699"/>
                <a:gd name="connsiteX259" fmla="*/ 8104903 w 8189843"/>
                <a:gd name="connsiteY259" fmla="*/ 2638499 h 3080699"/>
                <a:gd name="connsiteX260" fmla="*/ 3350610 w 8189843"/>
                <a:gd name="connsiteY260" fmla="*/ 2634315 h 3080699"/>
                <a:gd name="connsiteX261" fmla="*/ 3327283 w 8189843"/>
                <a:gd name="connsiteY261" fmla="*/ 2584745 h 3080699"/>
                <a:gd name="connsiteX262" fmla="*/ 3343891 w 8189843"/>
                <a:gd name="connsiteY262" fmla="*/ 2577645 h 3080699"/>
                <a:gd name="connsiteX263" fmla="*/ 3366710 w 8189843"/>
                <a:gd name="connsiteY263" fmla="*/ 2626201 h 3080699"/>
                <a:gd name="connsiteX264" fmla="*/ 3350610 w 8189843"/>
                <a:gd name="connsiteY264" fmla="*/ 2634315 h 3080699"/>
                <a:gd name="connsiteX265" fmla="*/ 86970 w 8189843"/>
                <a:gd name="connsiteY265" fmla="*/ 2627849 h 3080699"/>
                <a:gd name="connsiteX266" fmla="*/ 64150 w 8189843"/>
                <a:gd name="connsiteY266" fmla="*/ 2578026 h 3080699"/>
                <a:gd name="connsiteX267" fmla="*/ 80757 w 8189843"/>
                <a:gd name="connsiteY267" fmla="*/ 2571053 h 3080699"/>
                <a:gd name="connsiteX268" fmla="*/ 103070 w 8189843"/>
                <a:gd name="connsiteY268" fmla="*/ 2619735 h 3080699"/>
                <a:gd name="connsiteX269" fmla="*/ 86970 w 8189843"/>
                <a:gd name="connsiteY269" fmla="*/ 2627849 h 3080699"/>
                <a:gd name="connsiteX270" fmla="*/ 1600189 w 8189843"/>
                <a:gd name="connsiteY270" fmla="*/ 2552036 h 3080699"/>
                <a:gd name="connsiteX271" fmla="*/ 1583328 w 8189843"/>
                <a:gd name="connsiteY271" fmla="*/ 2545571 h 3080699"/>
                <a:gd name="connsiteX272" fmla="*/ 1600696 w 8189843"/>
                <a:gd name="connsiteY272" fmla="*/ 2494986 h 3080699"/>
                <a:gd name="connsiteX273" fmla="*/ 1617938 w 8189843"/>
                <a:gd name="connsiteY273" fmla="*/ 2500311 h 3080699"/>
                <a:gd name="connsiteX274" fmla="*/ 1600189 w 8189843"/>
                <a:gd name="connsiteY274" fmla="*/ 2552036 h 3080699"/>
                <a:gd name="connsiteX275" fmla="*/ 4863069 w 8189843"/>
                <a:gd name="connsiteY275" fmla="*/ 2545317 h 3080699"/>
                <a:gd name="connsiteX276" fmla="*/ 4846207 w 8189843"/>
                <a:gd name="connsiteY276" fmla="*/ 2539105 h 3080699"/>
                <a:gd name="connsiteX277" fmla="*/ 4863069 w 8189843"/>
                <a:gd name="connsiteY277" fmla="*/ 2488394 h 3080699"/>
                <a:gd name="connsiteX278" fmla="*/ 4880310 w 8189843"/>
                <a:gd name="connsiteY278" fmla="*/ 2493465 h 3080699"/>
                <a:gd name="connsiteX279" fmla="*/ 4863069 w 8189843"/>
                <a:gd name="connsiteY279" fmla="*/ 2545317 h 3080699"/>
                <a:gd name="connsiteX280" fmla="*/ 6592825 w 8189843"/>
                <a:gd name="connsiteY280" fmla="*/ 2540626 h 3080699"/>
                <a:gd name="connsiteX281" fmla="*/ 6575836 w 8189843"/>
                <a:gd name="connsiteY281" fmla="*/ 2488647 h 3080699"/>
                <a:gd name="connsiteX282" fmla="*/ 6593205 w 8189843"/>
                <a:gd name="connsiteY282" fmla="*/ 2483576 h 3080699"/>
                <a:gd name="connsiteX283" fmla="*/ 6609813 w 8189843"/>
                <a:gd name="connsiteY283" fmla="*/ 2534414 h 3080699"/>
                <a:gd name="connsiteX284" fmla="*/ 6592825 w 8189843"/>
                <a:gd name="connsiteY284" fmla="*/ 2540626 h 3080699"/>
                <a:gd name="connsiteX285" fmla="*/ 8148641 w 8189843"/>
                <a:gd name="connsiteY285" fmla="*/ 2538471 h 3080699"/>
                <a:gd name="connsiteX286" fmla="*/ 8131653 w 8189843"/>
                <a:gd name="connsiteY286" fmla="*/ 2532386 h 3080699"/>
                <a:gd name="connsiteX287" fmla="*/ 8148134 w 8189843"/>
                <a:gd name="connsiteY287" fmla="*/ 2481421 h 3080699"/>
                <a:gd name="connsiteX288" fmla="*/ 8165503 w 8189843"/>
                <a:gd name="connsiteY288" fmla="*/ 2486365 h 3080699"/>
                <a:gd name="connsiteX289" fmla="*/ 8148641 w 8189843"/>
                <a:gd name="connsiteY289" fmla="*/ 2538471 h 3080699"/>
                <a:gd name="connsiteX290" fmla="*/ 3307379 w 8189843"/>
                <a:gd name="connsiteY290" fmla="*/ 2533780 h 3080699"/>
                <a:gd name="connsiteX291" fmla="*/ 3290897 w 8189843"/>
                <a:gd name="connsiteY291" fmla="*/ 2481674 h 3080699"/>
                <a:gd name="connsiteX292" fmla="*/ 3308266 w 8189843"/>
                <a:gd name="connsiteY292" fmla="*/ 2476857 h 3080699"/>
                <a:gd name="connsiteX293" fmla="*/ 3324367 w 8189843"/>
                <a:gd name="connsiteY293" fmla="*/ 2527948 h 3080699"/>
                <a:gd name="connsiteX294" fmla="*/ 3307379 w 8189843"/>
                <a:gd name="connsiteY294" fmla="*/ 2533780 h 3080699"/>
                <a:gd name="connsiteX295" fmla="*/ 44626 w 8189843"/>
                <a:gd name="connsiteY295" fmla="*/ 2526934 h 3080699"/>
                <a:gd name="connsiteX296" fmla="*/ 28652 w 8189843"/>
                <a:gd name="connsiteY296" fmla="*/ 2474575 h 3080699"/>
                <a:gd name="connsiteX297" fmla="*/ 46020 w 8189843"/>
                <a:gd name="connsiteY297" fmla="*/ 2469884 h 3080699"/>
                <a:gd name="connsiteX298" fmla="*/ 61741 w 8189843"/>
                <a:gd name="connsiteY298" fmla="*/ 2520976 h 3080699"/>
                <a:gd name="connsiteX299" fmla="*/ 44626 w 8189843"/>
                <a:gd name="connsiteY299" fmla="*/ 2526934 h 3080699"/>
                <a:gd name="connsiteX300" fmla="*/ 1632137 w 8189843"/>
                <a:gd name="connsiteY300" fmla="*/ 2447444 h 3080699"/>
                <a:gd name="connsiteX301" fmla="*/ 1614515 w 8189843"/>
                <a:gd name="connsiteY301" fmla="*/ 2443261 h 3080699"/>
                <a:gd name="connsiteX302" fmla="*/ 1624911 w 8189843"/>
                <a:gd name="connsiteY302" fmla="*/ 2390775 h 3080699"/>
                <a:gd name="connsiteX303" fmla="*/ 1642660 w 8189843"/>
                <a:gd name="connsiteY303" fmla="*/ 2393691 h 3080699"/>
                <a:gd name="connsiteX304" fmla="*/ 1632137 w 8189843"/>
                <a:gd name="connsiteY304" fmla="*/ 2447444 h 3080699"/>
                <a:gd name="connsiteX305" fmla="*/ 4894129 w 8189843"/>
                <a:gd name="connsiteY305" fmla="*/ 2440472 h 3080699"/>
                <a:gd name="connsiteX306" fmla="*/ 4876507 w 8189843"/>
                <a:gd name="connsiteY306" fmla="*/ 2436542 h 3080699"/>
                <a:gd name="connsiteX307" fmla="*/ 4886522 w 8189843"/>
                <a:gd name="connsiteY307" fmla="*/ 2383929 h 3080699"/>
                <a:gd name="connsiteX308" fmla="*/ 4904398 w 8189843"/>
                <a:gd name="connsiteY308" fmla="*/ 2386718 h 3080699"/>
                <a:gd name="connsiteX309" fmla="*/ 4894129 w 8189843"/>
                <a:gd name="connsiteY309" fmla="*/ 2440472 h 3080699"/>
                <a:gd name="connsiteX310" fmla="*/ 6562398 w 8189843"/>
                <a:gd name="connsiteY310" fmla="*/ 2435527 h 3080699"/>
                <a:gd name="connsiteX311" fmla="*/ 6552509 w 8189843"/>
                <a:gd name="connsiteY311" fmla="*/ 2381774 h 3080699"/>
                <a:gd name="connsiteX312" fmla="*/ 6570385 w 8189843"/>
                <a:gd name="connsiteY312" fmla="*/ 2379111 h 3080699"/>
                <a:gd name="connsiteX313" fmla="*/ 6580020 w 8189843"/>
                <a:gd name="connsiteY313" fmla="*/ 2431724 h 3080699"/>
                <a:gd name="connsiteX314" fmla="*/ 6562398 w 8189843"/>
                <a:gd name="connsiteY314" fmla="*/ 2435527 h 3080699"/>
                <a:gd name="connsiteX315" fmla="*/ 8178687 w 8189843"/>
                <a:gd name="connsiteY315" fmla="*/ 2433372 h 3080699"/>
                <a:gd name="connsiteX316" fmla="*/ 8161065 w 8189843"/>
                <a:gd name="connsiteY316" fmla="*/ 2429569 h 3080699"/>
                <a:gd name="connsiteX317" fmla="*/ 8170573 w 8189843"/>
                <a:gd name="connsiteY317" fmla="*/ 2376956 h 3080699"/>
                <a:gd name="connsiteX318" fmla="*/ 8188450 w 8189843"/>
                <a:gd name="connsiteY318" fmla="*/ 2379619 h 3080699"/>
                <a:gd name="connsiteX319" fmla="*/ 8178687 w 8189843"/>
                <a:gd name="connsiteY319" fmla="*/ 2433372 h 3080699"/>
                <a:gd name="connsiteX320" fmla="*/ 3277839 w 8189843"/>
                <a:gd name="connsiteY320" fmla="*/ 2428428 h 3080699"/>
                <a:gd name="connsiteX321" fmla="*/ 3268458 w 8189843"/>
                <a:gd name="connsiteY321" fmla="*/ 2374547 h 3080699"/>
                <a:gd name="connsiteX322" fmla="*/ 3286333 w 8189843"/>
                <a:gd name="connsiteY322" fmla="*/ 2372012 h 3080699"/>
                <a:gd name="connsiteX323" fmla="*/ 3295588 w 8189843"/>
                <a:gd name="connsiteY323" fmla="*/ 2424751 h 3080699"/>
                <a:gd name="connsiteX324" fmla="*/ 3277839 w 8189843"/>
                <a:gd name="connsiteY324" fmla="*/ 2428428 h 3080699"/>
                <a:gd name="connsiteX325" fmla="*/ 16101 w 8189843"/>
                <a:gd name="connsiteY325" fmla="*/ 2421455 h 3080699"/>
                <a:gd name="connsiteX326" fmla="*/ 7100 w 8189843"/>
                <a:gd name="connsiteY326" fmla="*/ 2367448 h 3080699"/>
                <a:gd name="connsiteX327" fmla="*/ 24975 w 8189843"/>
                <a:gd name="connsiteY327" fmla="*/ 2365039 h 3080699"/>
                <a:gd name="connsiteX328" fmla="*/ 33723 w 8189843"/>
                <a:gd name="connsiteY328" fmla="*/ 2417779 h 3080699"/>
                <a:gd name="connsiteX329" fmla="*/ 16101 w 8189843"/>
                <a:gd name="connsiteY329" fmla="*/ 2421455 h 3080699"/>
                <a:gd name="connsiteX330" fmla="*/ 1649886 w 8189843"/>
                <a:gd name="connsiteY330" fmla="*/ 2339557 h 3080699"/>
                <a:gd name="connsiteX331" fmla="*/ 1631883 w 8189843"/>
                <a:gd name="connsiteY331" fmla="*/ 2337782 h 3080699"/>
                <a:gd name="connsiteX332" fmla="*/ 1635307 w 8189843"/>
                <a:gd name="connsiteY332" fmla="*/ 2284408 h 3080699"/>
                <a:gd name="connsiteX333" fmla="*/ 1653309 w 8189843"/>
                <a:gd name="connsiteY333" fmla="*/ 2284916 h 3080699"/>
                <a:gd name="connsiteX334" fmla="*/ 1649886 w 8189843"/>
                <a:gd name="connsiteY334" fmla="*/ 2339557 h 3080699"/>
                <a:gd name="connsiteX335" fmla="*/ 4910991 w 8189843"/>
                <a:gd name="connsiteY335" fmla="*/ 2332457 h 3080699"/>
                <a:gd name="connsiteX336" fmla="*/ 4892988 w 8189843"/>
                <a:gd name="connsiteY336" fmla="*/ 2330809 h 3080699"/>
                <a:gd name="connsiteX337" fmla="*/ 4895904 w 8189843"/>
                <a:gd name="connsiteY337" fmla="*/ 2277435 h 3080699"/>
                <a:gd name="connsiteX338" fmla="*/ 4913907 w 8189843"/>
                <a:gd name="connsiteY338" fmla="*/ 2277816 h 3080699"/>
                <a:gd name="connsiteX339" fmla="*/ 4910991 w 8189843"/>
                <a:gd name="connsiteY339" fmla="*/ 2332457 h 3080699"/>
                <a:gd name="connsiteX340" fmla="*/ 6546170 w 8189843"/>
                <a:gd name="connsiteY340" fmla="*/ 2327386 h 3080699"/>
                <a:gd name="connsiteX341" fmla="*/ 6543381 w 8189843"/>
                <a:gd name="connsiteY341" fmla="*/ 2272745 h 3080699"/>
                <a:gd name="connsiteX342" fmla="*/ 6561383 w 8189843"/>
                <a:gd name="connsiteY342" fmla="*/ 2272491 h 3080699"/>
                <a:gd name="connsiteX343" fmla="*/ 6564046 w 8189843"/>
                <a:gd name="connsiteY343" fmla="*/ 2325991 h 3080699"/>
                <a:gd name="connsiteX344" fmla="*/ 6546170 w 8189843"/>
                <a:gd name="connsiteY344" fmla="*/ 2327386 h 3080699"/>
                <a:gd name="connsiteX345" fmla="*/ 8194662 w 8189843"/>
                <a:gd name="connsiteY345" fmla="*/ 2325231 h 3080699"/>
                <a:gd name="connsiteX346" fmla="*/ 8176659 w 8189843"/>
                <a:gd name="connsiteY346" fmla="*/ 2323836 h 3080699"/>
                <a:gd name="connsiteX347" fmla="*/ 8179194 w 8189843"/>
                <a:gd name="connsiteY347" fmla="*/ 2270336 h 3080699"/>
                <a:gd name="connsiteX348" fmla="*/ 8197197 w 8189843"/>
                <a:gd name="connsiteY348" fmla="*/ 2270590 h 3080699"/>
                <a:gd name="connsiteX349" fmla="*/ 8194662 w 8189843"/>
                <a:gd name="connsiteY349" fmla="*/ 2325231 h 3080699"/>
                <a:gd name="connsiteX350" fmla="*/ 3262626 w 8189843"/>
                <a:gd name="connsiteY350" fmla="*/ 2320160 h 3080699"/>
                <a:gd name="connsiteX351" fmla="*/ 3260344 w 8189843"/>
                <a:gd name="connsiteY351" fmla="*/ 2265519 h 3080699"/>
                <a:gd name="connsiteX352" fmla="*/ 3278346 w 8189843"/>
                <a:gd name="connsiteY352" fmla="*/ 2265392 h 3080699"/>
                <a:gd name="connsiteX353" fmla="*/ 3280502 w 8189843"/>
                <a:gd name="connsiteY353" fmla="*/ 2318892 h 3080699"/>
                <a:gd name="connsiteX354" fmla="*/ 3262626 w 8189843"/>
                <a:gd name="connsiteY354" fmla="*/ 2320160 h 3080699"/>
                <a:gd name="connsiteX355" fmla="*/ 1775 w 8189843"/>
                <a:gd name="connsiteY355" fmla="*/ 2312933 h 3080699"/>
                <a:gd name="connsiteX356" fmla="*/ 0 w 8189843"/>
                <a:gd name="connsiteY356" fmla="*/ 2258292 h 3080699"/>
                <a:gd name="connsiteX357" fmla="*/ 18002 w 8189843"/>
                <a:gd name="connsiteY357" fmla="*/ 2258292 h 3080699"/>
                <a:gd name="connsiteX358" fmla="*/ 19777 w 8189843"/>
                <a:gd name="connsiteY358" fmla="*/ 2311792 h 3080699"/>
                <a:gd name="connsiteX359" fmla="*/ 1775 w 8189843"/>
                <a:gd name="connsiteY359" fmla="*/ 2312933 h 3080699"/>
                <a:gd name="connsiteX360" fmla="*/ 1635560 w 8189843"/>
                <a:gd name="connsiteY360" fmla="*/ 2230781 h 3080699"/>
                <a:gd name="connsiteX361" fmla="*/ 1634926 w 8189843"/>
                <a:gd name="connsiteY361" fmla="*/ 2176647 h 3080699"/>
                <a:gd name="connsiteX362" fmla="*/ 1652929 w 8189843"/>
                <a:gd name="connsiteY362" fmla="*/ 2176394 h 3080699"/>
                <a:gd name="connsiteX363" fmla="*/ 1653562 w 8189843"/>
                <a:gd name="connsiteY363" fmla="*/ 2230528 h 3080699"/>
                <a:gd name="connsiteX364" fmla="*/ 1635560 w 8189843"/>
                <a:gd name="connsiteY364" fmla="*/ 2230781 h 3080699"/>
                <a:gd name="connsiteX365" fmla="*/ 4914414 w 8189843"/>
                <a:gd name="connsiteY365" fmla="*/ 2223555 h 3080699"/>
                <a:gd name="connsiteX366" fmla="*/ 4896411 w 8189843"/>
                <a:gd name="connsiteY366" fmla="*/ 2223428 h 3080699"/>
                <a:gd name="connsiteX367" fmla="*/ 4896665 w 8189843"/>
                <a:gd name="connsiteY367" fmla="*/ 2169294 h 3080699"/>
                <a:gd name="connsiteX368" fmla="*/ 4914667 w 8189843"/>
                <a:gd name="connsiteY368" fmla="*/ 2169421 h 3080699"/>
                <a:gd name="connsiteX369" fmla="*/ 4914414 w 8189843"/>
                <a:gd name="connsiteY369" fmla="*/ 2223555 h 3080699"/>
                <a:gd name="connsiteX370" fmla="*/ 6543254 w 8189843"/>
                <a:gd name="connsiteY370" fmla="*/ 2218611 h 3080699"/>
                <a:gd name="connsiteX371" fmla="*/ 6543000 w 8189843"/>
                <a:gd name="connsiteY371" fmla="*/ 2164477 h 3080699"/>
                <a:gd name="connsiteX372" fmla="*/ 6561003 w 8189843"/>
                <a:gd name="connsiteY372" fmla="*/ 2164350 h 3080699"/>
                <a:gd name="connsiteX373" fmla="*/ 6561256 w 8189843"/>
                <a:gd name="connsiteY373" fmla="*/ 2218484 h 3080699"/>
                <a:gd name="connsiteX374" fmla="*/ 6543254 w 8189843"/>
                <a:gd name="connsiteY374" fmla="*/ 2218611 h 3080699"/>
                <a:gd name="connsiteX375" fmla="*/ 3260217 w 8189843"/>
                <a:gd name="connsiteY375" fmla="*/ 2211384 h 3080699"/>
                <a:gd name="connsiteX376" fmla="*/ 3259964 w 8189843"/>
                <a:gd name="connsiteY376" fmla="*/ 2157250 h 3080699"/>
                <a:gd name="connsiteX377" fmla="*/ 3277966 w 8189843"/>
                <a:gd name="connsiteY377" fmla="*/ 2157124 h 3080699"/>
                <a:gd name="connsiteX378" fmla="*/ 3278219 w 8189843"/>
                <a:gd name="connsiteY378" fmla="*/ 2211257 h 3080699"/>
                <a:gd name="connsiteX379" fmla="*/ 3260217 w 8189843"/>
                <a:gd name="connsiteY379" fmla="*/ 2211384 h 3080699"/>
                <a:gd name="connsiteX380" fmla="*/ 1634292 w 8189843"/>
                <a:gd name="connsiteY380" fmla="*/ 2122513 h 3080699"/>
                <a:gd name="connsiteX381" fmla="*/ 1633658 w 8189843"/>
                <a:gd name="connsiteY381" fmla="*/ 2068379 h 3080699"/>
                <a:gd name="connsiteX382" fmla="*/ 1651661 w 8189843"/>
                <a:gd name="connsiteY382" fmla="*/ 2068125 h 3080699"/>
                <a:gd name="connsiteX383" fmla="*/ 1652295 w 8189843"/>
                <a:gd name="connsiteY383" fmla="*/ 2122260 h 3080699"/>
                <a:gd name="connsiteX384" fmla="*/ 1634292 w 8189843"/>
                <a:gd name="connsiteY384" fmla="*/ 2122513 h 3080699"/>
                <a:gd name="connsiteX385" fmla="*/ 4914794 w 8189843"/>
                <a:gd name="connsiteY385" fmla="*/ 2115287 h 3080699"/>
                <a:gd name="connsiteX386" fmla="*/ 4896791 w 8189843"/>
                <a:gd name="connsiteY386" fmla="*/ 2115160 h 3080699"/>
                <a:gd name="connsiteX387" fmla="*/ 4897045 w 8189843"/>
                <a:gd name="connsiteY387" fmla="*/ 2061026 h 3080699"/>
                <a:gd name="connsiteX388" fmla="*/ 4915047 w 8189843"/>
                <a:gd name="connsiteY388" fmla="*/ 2061153 h 3080699"/>
                <a:gd name="connsiteX389" fmla="*/ 4914794 w 8189843"/>
                <a:gd name="connsiteY389" fmla="*/ 2115287 h 3080699"/>
                <a:gd name="connsiteX390" fmla="*/ 6542747 w 8189843"/>
                <a:gd name="connsiteY390" fmla="*/ 2110342 h 3080699"/>
                <a:gd name="connsiteX391" fmla="*/ 6542494 w 8189843"/>
                <a:gd name="connsiteY391" fmla="*/ 2056208 h 3080699"/>
                <a:gd name="connsiteX392" fmla="*/ 6560496 w 8189843"/>
                <a:gd name="connsiteY392" fmla="*/ 2056082 h 3080699"/>
                <a:gd name="connsiteX393" fmla="*/ 6560750 w 8189843"/>
                <a:gd name="connsiteY393" fmla="*/ 2110216 h 3080699"/>
                <a:gd name="connsiteX394" fmla="*/ 6542747 w 8189843"/>
                <a:gd name="connsiteY394" fmla="*/ 2110342 h 3080699"/>
                <a:gd name="connsiteX395" fmla="*/ 3259710 w 8189843"/>
                <a:gd name="connsiteY395" fmla="*/ 2103116 h 3080699"/>
                <a:gd name="connsiteX396" fmla="*/ 3259457 w 8189843"/>
                <a:gd name="connsiteY396" fmla="*/ 2048982 h 3080699"/>
                <a:gd name="connsiteX397" fmla="*/ 3277459 w 8189843"/>
                <a:gd name="connsiteY397" fmla="*/ 2048855 h 3080699"/>
                <a:gd name="connsiteX398" fmla="*/ 3277713 w 8189843"/>
                <a:gd name="connsiteY398" fmla="*/ 2102989 h 3080699"/>
                <a:gd name="connsiteX399" fmla="*/ 3259710 w 8189843"/>
                <a:gd name="connsiteY399" fmla="*/ 2103116 h 3080699"/>
                <a:gd name="connsiteX400" fmla="*/ 1632898 w 8189843"/>
                <a:gd name="connsiteY400" fmla="*/ 2014245 h 3080699"/>
                <a:gd name="connsiteX401" fmla="*/ 1632264 w 8189843"/>
                <a:gd name="connsiteY401" fmla="*/ 1960111 h 3080699"/>
                <a:gd name="connsiteX402" fmla="*/ 1650266 w 8189843"/>
                <a:gd name="connsiteY402" fmla="*/ 1959857 h 3080699"/>
                <a:gd name="connsiteX403" fmla="*/ 1650900 w 8189843"/>
                <a:gd name="connsiteY403" fmla="*/ 2013991 h 3080699"/>
                <a:gd name="connsiteX404" fmla="*/ 1632898 w 8189843"/>
                <a:gd name="connsiteY404" fmla="*/ 2014245 h 3080699"/>
                <a:gd name="connsiteX405" fmla="*/ 4915301 w 8189843"/>
                <a:gd name="connsiteY405" fmla="*/ 2007019 h 3080699"/>
                <a:gd name="connsiteX406" fmla="*/ 4897299 w 8189843"/>
                <a:gd name="connsiteY406" fmla="*/ 2006892 h 3080699"/>
                <a:gd name="connsiteX407" fmla="*/ 4897552 w 8189843"/>
                <a:gd name="connsiteY407" fmla="*/ 1952758 h 3080699"/>
                <a:gd name="connsiteX408" fmla="*/ 4915555 w 8189843"/>
                <a:gd name="connsiteY408" fmla="*/ 1952884 h 3080699"/>
                <a:gd name="connsiteX409" fmla="*/ 4915301 w 8189843"/>
                <a:gd name="connsiteY409" fmla="*/ 2007019 h 3080699"/>
                <a:gd name="connsiteX410" fmla="*/ 6542367 w 8189843"/>
                <a:gd name="connsiteY410" fmla="*/ 2002074 h 3080699"/>
                <a:gd name="connsiteX411" fmla="*/ 6542114 w 8189843"/>
                <a:gd name="connsiteY411" fmla="*/ 1947940 h 3080699"/>
                <a:gd name="connsiteX412" fmla="*/ 6560116 w 8189843"/>
                <a:gd name="connsiteY412" fmla="*/ 1947813 h 3080699"/>
                <a:gd name="connsiteX413" fmla="*/ 6560369 w 8189843"/>
                <a:gd name="connsiteY413" fmla="*/ 2001947 h 3080699"/>
                <a:gd name="connsiteX414" fmla="*/ 6542367 w 8189843"/>
                <a:gd name="connsiteY414" fmla="*/ 2002074 h 3080699"/>
                <a:gd name="connsiteX415" fmla="*/ 3259330 w 8189843"/>
                <a:gd name="connsiteY415" fmla="*/ 1994848 h 3080699"/>
                <a:gd name="connsiteX416" fmla="*/ 3259076 w 8189843"/>
                <a:gd name="connsiteY416" fmla="*/ 1940714 h 3080699"/>
                <a:gd name="connsiteX417" fmla="*/ 3277078 w 8189843"/>
                <a:gd name="connsiteY417" fmla="*/ 1940587 h 3080699"/>
                <a:gd name="connsiteX418" fmla="*/ 3277332 w 8189843"/>
                <a:gd name="connsiteY418" fmla="*/ 1994721 h 3080699"/>
                <a:gd name="connsiteX419" fmla="*/ 3259330 w 8189843"/>
                <a:gd name="connsiteY419" fmla="*/ 1994848 h 3080699"/>
                <a:gd name="connsiteX420" fmla="*/ 1631630 w 8189843"/>
                <a:gd name="connsiteY420" fmla="*/ 1905977 h 3080699"/>
                <a:gd name="connsiteX421" fmla="*/ 1630996 w 8189843"/>
                <a:gd name="connsiteY421" fmla="*/ 1851843 h 3080699"/>
                <a:gd name="connsiteX422" fmla="*/ 1648999 w 8189843"/>
                <a:gd name="connsiteY422" fmla="*/ 1851589 h 3080699"/>
                <a:gd name="connsiteX423" fmla="*/ 1649632 w 8189843"/>
                <a:gd name="connsiteY423" fmla="*/ 1905723 h 3080699"/>
                <a:gd name="connsiteX424" fmla="*/ 1631630 w 8189843"/>
                <a:gd name="connsiteY424" fmla="*/ 1905977 h 3080699"/>
                <a:gd name="connsiteX425" fmla="*/ 4915681 w 8189843"/>
                <a:gd name="connsiteY425" fmla="*/ 1898750 h 3080699"/>
                <a:gd name="connsiteX426" fmla="*/ 4897679 w 8189843"/>
                <a:gd name="connsiteY426" fmla="*/ 1898624 h 3080699"/>
                <a:gd name="connsiteX427" fmla="*/ 4897932 w 8189843"/>
                <a:gd name="connsiteY427" fmla="*/ 1844489 h 3080699"/>
                <a:gd name="connsiteX428" fmla="*/ 4915935 w 8189843"/>
                <a:gd name="connsiteY428" fmla="*/ 1844616 h 3080699"/>
                <a:gd name="connsiteX429" fmla="*/ 4915681 w 8189843"/>
                <a:gd name="connsiteY429" fmla="*/ 1898750 h 3080699"/>
                <a:gd name="connsiteX430" fmla="*/ 6541987 w 8189843"/>
                <a:gd name="connsiteY430" fmla="*/ 1893806 h 3080699"/>
                <a:gd name="connsiteX431" fmla="*/ 6541733 w 8189843"/>
                <a:gd name="connsiteY431" fmla="*/ 1839672 h 3080699"/>
                <a:gd name="connsiteX432" fmla="*/ 6559735 w 8189843"/>
                <a:gd name="connsiteY432" fmla="*/ 1839545 h 3080699"/>
                <a:gd name="connsiteX433" fmla="*/ 6559989 w 8189843"/>
                <a:gd name="connsiteY433" fmla="*/ 1893679 h 3080699"/>
                <a:gd name="connsiteX434" fmla="*/ 6541987 w 8189843"/>
                <a:gd name="connsiteY434" fmla="*/ 1893806 h 3080699"/>
                <a:gd name="connsiteX435" fmla="*/ 3258949 w 8189843"/>
                <a:gd name="connsiteY435" fmla="*/ 1886580 h 3080699"/>
                <a:gd name="connsiteX436" fmla="*/ 3258696 w 8189843"/>
                <a:gd name="connsiteY436" fmla="*/ 1832446 h 3080699"/>
                <a:gd name="connsiteX437" fmla="*/ 3276698 w 8189843"/>
                <a:gd name="connsiteY437" fmla="*/ 1832319 h 3080699"/>
                <a:gd name="connsiteX438" fmla="*/ 3276952 w 8189843"/>
                <a:gd name="connsiteY438" fmla="*/ 1886453 h 3080699"/>
                <a:gd name="connsiteX439" fmla="*/ 3258949 w 8189843"/>
                <a:gd name="connsiteY439" fmla="*/ 1886580 h 3080699"/>
                <a:gd name="connsiteX440" fmla="*/ 1630362 w 8189843"/>
                <a:gd name="connsiteY440" fmla="*/ 1797708 h 3080699"/>
                <a:gd name="connsiteX441" fmla="*/ 1629728 w 8189843"/>
                <a:gd name="connsiteY441" fmla="*/ 1743574 h 3080699"/>
                <a:gd name="connsiteX442" fmla="*/ 1647731 w 8189843"/>
                <a:gd name="connsiteY442" fmla="*/ 1743321 h 3080699"/>
                <a:gd name="connsiteX443" fmla="*/ 1648365 w 8189843"/>
                <a:gd name="connsiteY443" fmla="*/ 1797455 h 3080699"/>
                <a:gd name="connsiteX444" fmla="*/ 1630362 w 8189843"/>
                <a:gd name="connsiteY444" fmla="*/ 1797708 h 3080699"/>
                <a:gd name="connsiteX445" fmla="*/ 4916062 w 8189843"/>
                <a:gd name="connsiteY445" fmla="*/ 1790482 h 3080699"/>
                <a:gd name="connsiteX446" fmla="*/ 4898059 w 8189843"/>
                <a:gd name="connsiteY446" fmla="*/ 1790355 h 3080699"/>
                <a:gd name="connsiteX447" fmla="*/ 4898313 w 8189843"/>
                <a:gd name="connsiteY447" fmla="*/ 1736221 h 3080699"/>
                <a:gd name="connsiteX448" fmla="*/ 4916315 w 8189843"/>
                <a:gd name="connsiteY448" fmla="*/ 1736348 h 3080699"/>
                <a:gd name="connsiteX449" fmla="*/ 4916062 w 8189843"/>
                <a:gd name="connsiteY449" fmla="*/ 1790482 h 3080699"/>
                <a:gd name="connsiteX450" fmla="*/ 6541479 w 8189843"/>
                <a:gd name="connsiteY450" fmla="*/ 1785538 h 3080699"/>
                <a:gd name="connsiteX451" fmla="*/ 6541226 w 8189843"/>
                <a:gd name="connsiteY451" fmla="*/ 1731404 h 3080699"/>
                <a:gd name="connsiteX452" fmla="*/ 6559228 w 8189843"/>
                <a:gd name="connsiteY452" fmla="*/ 1731277 h 3080699"/>
                <a:gd name="connsiteX453" fmla="*/ 6559482 w 8189843"/>
                <a:gd name="connsiteY453" fmla="*/ 1785411 h 3080699"/>
                <a:gd name="connsiteX454" fmla="*/ 6541479 w 8189843"/>
                <a:gd name="connsiteY454" fmla="*/ 1785538 h 3080699"/>
                <a:gd name="connsiteX455" fmla="*/ 3258442 w 8189843"/>
                <a:gd name="connsiteY455" fmla="*/ 1778311 h 3080699"/>
                <a:gd name="connsiteX456" fmla="*/ 3258189 w 8189843"/>
                <a:gd name="connsiteY456" fmla="*/ 1724177 h 3080699"/>
                <a:gd name="connsiteX457" fmla="*/ 3276191 w 8189843"/>
                <a:gd name="connsiteY457" fmla="*/ 1724051 h 3080699"/>
                <a:gd name="connsiteX458" fmla="*/ 3276445 w 8189843"/>
                <a:gd name="connsiteY458" fmla="*/ 1778185 h 3080699"/>
                <a:gd name="connsiteX459" fmla="*/ 3258442 w 8189843"/>
                <a:gd name="connsiteY459" fmla="*/ 1778311 h 3080699"/>
                <a:gd name="connsiteX460" fmla="*/ 1629094 w 8189843"/>
                <a:gd name="connsiteY460" fmla="*/ 1689440 h 3080699"/>
                <a:gd name="connsiteX461" fmla="*/ 1628460 w 8189843"/>
                <a:gd name="connsiteY461" fmla="*/ 1635306 h 3080699"/>
                <a:gd name="connsiteX462" fmla="*/ 1646463 w 8189843"/>
                <a:gd name="connsiteY462" fmla="*/ 1635053 h 3080699"/>
                <a:gd name="connsiteX463" fmla="*/ 1647097 w 8189843"/>
                <a:gd name="connsiteY463" fmla="*/ 1689187 h 3080699"/>
                <a:gd name="connsiteX464" fmla="*/ 1629094 w 8189843"/>
                <a:gd name="connsiteY464" fmla="*/ 1689440 h 3080699"/>
                <a:gd name="connsiteX465" fmla="*/ 4916569 w 8189843"/>
                <a:gd name="connsiteY465" fmla="*/ 1682214 h 3080699"/>
                <a:gd name="connsiteX466" fmla="*/ 4898567 w 8189843"/>
                <a:gd name="connsiteY466" fmla="*/ 1682087 h 3080699"/>
                <a:gd name="connsiteX467" fmla="*/ 4898820 w 8189843"/>
                <a:gd name="connsiteY467" fmla="*/ 1627953 h 3080699"/>
                <a:gd name="connsiteX468" fmla="*/ 4916822 w 8189843"/>
                <a:gd name="connsiteY468" fmla="*/ 1628080 h 3080699"/>
                <a:gd name="connsiteX469" fmla="*/ 4916569 w 8189843"/>
                <a:gd name="connsiteY469" fmla="*/ 1682214 h 3080699"/>
                <a:gd name="connsiteX470" fmla="*/ 6541099 w 8189843"/>
                <a:gd name="connsiteY470" fmla="*/ 1677270 h 3080699"/>
                <a:gd name="connsiteX471" fmla="*/ 6540845 w 8189843"/>
                <a:gd name="connsiteY471" fmla="*/ 1623135 h 3080699"/>
                <a:gd name="connsiteX472" fmla="*/ 6558848 w 8189843"/>
                <a:gd name="connsiteY472" fmla="*/ 1623009 h 3080699"/>
                <a:gd name="connsiteX473" fmla="*/ 6559101 w 8189843"/>
                <a:gd name="connsiteY473" fmla="*/ 1677143 h 3080699"/>
                <a:gd name="connsiteX474" fmla="*/ 6541099 w 8189843"/>
                <a:gd name="connsiteY474" fmla="*/ 1677270 h 3080699"/>
                <a:gd name="connsiteX475" fmla="*/ 3258062 w 8189843"/>
                <a:gd name="connsiteY475" fmla="*/ 1670043 h 3080699"/>
                <a:gd name="connsiteX476" fmla="*/ 3257808 w 8189843"/>
                <a:gd name="connsiteY476" fmla="*/ 1615909 h 3080699"/>
                <a:gd name="connsiteX477" fmla="*/ 3275811 w 8189843"/>
                <a:gd name="connsiteY477" fmla="*/ 1615782 h 3080699"/>
                <a:gd name="connsiteX478" fmla="*/ 3276064 w 8189843"/>
                <a:gd name="connsiteY478" fmla="*/ 1669916 h 3080699"/>
                <a:gd name="connsiteX479" fmla="*/ 3258062 w 8189843"/>
                <a:gd name="connsiteY479" fmla="*/ 1670043 h 3080699"/>
                <a:gd name="connsiteX480" fmla="*/ 1627826 w 8189843"/>
                <a:gd name="connsiteY480" fmla="*/ 1581172 h 3080699"/>
                <a:gd name="connsiteX481" fmla="*/ 1627193 w 8189843"/>
                <a:gd name="connsiteY481" fmla="*/ 1527038 h 3080699"/>
                <a:gd name="connsiteX482" fmla="*/ 1645195 w 8189843"/>
                <a:gd name="connsiteY482" fmla="*/ 1526784 h 3080699"/>
                <a:gd name="connsiteX483" fmla="*/ 1645829 w 8189843"/>
                <a:gd name="connsiteY483" fmla="*/ 1580919 h 3080699"/>
                <a:gd name="connsiteX484" fmla="*/ 1627826 w 8189843"/>
                <a:gd name="connsiteY484" fmla="*/ 1581172 h 3080699"/>
                <a:gd name="connsiteX485" fmla="*/ 4916949 w 8189843"/>
                <a:gd name="connsiteY485" fmla="*/ 1573946 h 3080699"/>
                <a:gd name="connsiteX486" fmla="*/ 4898947 w 8189843"/>
                <a:gd name="connsiteY486" fmla="*/ 1573819 h 3080699"/>
                <a:gd name="connsiteX487" fmla="*/ 4899200 w 8189843"/>
                <a:gd name="connsiteY487" fmla="*/ 1519685 h 3080699"/>
                <a:gd name="connsiteX488" fmla="*/ 4917202 w 8189843"/>
                <a:gd name="connsiteY488" fmla="*/ 1519812 h 3080699"/>
                <a:gd name="connsiteX489" fmla="*/ 4916949 w 8189843"/>
                <a:gd name="connsiteY489" fmla="*/ 1573946 h 3080699"/>
                <a:gd name="connsiteX490" fmla="*/ 6540592 w 8189843"/>
                <a:gd name="connsiteY490" fmla="*/ 1569001 h 3080699"/>
                <a:gd name="connsiteX491" fmla="*/ 6540465 w 8189843"/>
                <a:gd name="connsiteY491" fmla="*/ 1514867 h 3080699"/>
                <a:gd name="connsiteX492" fmla="*/ 6558468 w 8189843"/>
                <a:gd name="connsiteY492" fmla="*/ 1514741 h 3080699"/>
                <a:gd name="connsiteX493" fmla="*/ 6558722 w 8189843"/>
                <a:gd name="connsiteY493" fmla="*/ 1568875 h 3080699"/>
                <a:gd name="connsiteX494" fmla="*/ 6540592 w 8189843"/>
                <a:gd name="connsiteY494" fmla="*/ 1569001 h 3080699"/>
                <a:gd name="connsiteX495" fmla="*/ 3257555 w 8189843"/>
                <a:gd name="connsiteY495" fmla="*/ 1561775 h 3080699"/>
                <a:gd name="connsiteX496" fmla="*/ 3257301 w 8189843"/>
                <a:gd name="connsiteY496" fmla="*/ 1507641 h 3080699"/>
                <a:gd name="connsiteX497" fmla="*/ 3275304 w 8189843"/>
                <a:gd name="connsiteY497" fmla="*/ 1507514 h 3080699"/>
                <a:gd name="connsiteX498" fmla="*/ 3275557 w 8189843"/>
                <a:gd name="connsiteY498" fmla="*/ 1561648 h 3080699"/>
                <a:gd name="connsiteX499" fmla="*/ 3257555 w 8189843"/>
                <a:gd name="connsiteY499" fmla="*/ 1561775 h 3080699"/>
                <a:gd name="connsiteX500" fmla="*/ 1626559 w 8189843"/>
                <a:gd name="connsiteY500" fmla="*/ 1472904 h 3080699"/>
                <a:gd name="connsiteX501" fmla="*/ 1625925 w 8189843"/>
                <a:gd name="connsiteY501" fmla="*/ 1418770 h 3080699"/>
                <a:gd name="connsiteX502" fmla="*/ 1643927 w 8189843"/>
                <a:gd name="connsiteY502" fmla="*/ 1418516 h 3080699"/>
                <a:gd name="connsiteX503" fmla="*/ 1644561 w 8189843"/>
                <a:gd name="connsiteY503" fmla="*/ 1472650 h 3080699"/>
                <a:gd name="connsiteX504" fmla="*/ 1626559 w 8189843"/>
                <a:gd name="connsiteY504" fmla="*/ 1472904 h 3080699"/>
                <a:gd name="connsiteX505" fmla="*/ 4917456 w 8189843"/>
                <a:gd name="connsiteY505" fmla="*/ 1465804 h 3080699"/>
                <a:gd name="connsiteX506" fmla="*/ 4899454 w 8189843"/>
                <a:gd name="connsiteY506" fmla="*/ 1465678 h 3080699"/>
                <a:gd name="connsiteX507" fmla="*/ 4899707 w 8189843"/>
                <a:gd name="connsiteY507" fmla="*/ 1411543 h 3080699"/>
                <a:gd name="connsiteX508" fmla="*/ 4917710 w 8189843"/>
                <a:gd name="connsiteY508" fmla="*/ 1411670 h 3080699"/>
                <a:gd name="connsiteX509" fmla="*/ 4917456 w 8189843"/>
                <a:gd name="connsiteY509" fmla="*/ 1465804 h 3080699"/>
                <a:gd name="connsiteX510" fmla="*/ 6540212 w 8189843"/>
                <a:gd name="connsiteY510" fmla="*/ 1460733 h 3080699"/>
                <a:gd name="connsiteX511" fmla="*/ 6539958 w 8189843"/>
                <a:gd name="connsiteY511" fmla="*/ 1406599 h 3080699"/>
                <a:gd name="connsiteX512" fmla="*/ 6557961 w 8189843"/>
                <a:gd name="connsiteY512" fmla="*/ 1406472 h 3080699"/>
                <a:gd name="connsiteX513" fmla="*/ 6558214 w 8189843"/>
                <a:gd name="connsiteY513" fmla="*/ 1460606 h 3080699"/>
                <a:gd name="connsiteX514" fmla="*/ 6540212 w 8189843"/>
                <a:gd name="connsiteY514" fmla="*/ 1460733 h 3080699"/>
                <a:gd name="connsiteX515" fmla="*/ 3257175 w 8189843"/>
                <a:gd name="connsiteY515" fmla="*/ 1453507 h 3080699"/>
                <a:gd name="connsiteX516" fmla="*/ 3256921 w 8189843"/>
                <a:gd name="connsiteY516" fmla="*/ 1399373 h 3080699"/>
                <a:gd name="connsiteX517" fmla="*/ 3274923 w 8189843"/>
                <a:gd name="connsiteY517" fmla="*/ 1399246 h 3080699"/>
                <a:gd name="connsiteX518" fmla="*/ 3275177 w 8189843"/>
                <a:gd name="connsiteY518" fmla="*/ 1453380 h 3080699"/>
                <a:gd name="connsiteX519" fmla="*/ 3257175 w 8189843"/>
                <a:gd name="connsiteY519" fmla="*/ 1453507 h 3080699"/>
                <a:gd name="connsiteX520" fmla="*/ 1625291 w 8189843"/>
                <a:gd name="connsiteY520" fmla="*/ 1364636 h 3080699"/>
                <a:gd name="connsiteX521" fmla="*/ 1624657 w 8189843"/>
                <a:gd name="connsiteY521" fmla="*/ 1310502 h 3080699"/>
                <a:gd name="connsiteX522" fmla="*/ 1642660 w 8189843"/>
                <a:gd name="connsiteY522" fmla="*/ 1310248 h 3080699"/>
                <a:gd name="connsiteX523" fmla="*/ 1643293 w 8189843"/>
                <a:gd name="connsiteY523" fmla="*/ 1364382 h 3080699"/>
                <a:gd name="connsiteX524" fmla="*/ 1625291 w 8189843"/>
                <a:gd name="connsiteY524" fmla="*/ 1364636 h 3080699"/>
                <a:gd name="connsiteX525" fmla="*/ 4917837 w 8189843"/>
                <a:gd name="connsiteY525" fmla="*/ 1357536 h 3080699"/>
                <a:gd name="connsiteX526" fmla="*/ 4899834 w 8189843"/>
                <a:gd name="connsiteY526" fmla="*/ 1357409 h 3080699"/>
                <a:gd name="connsiteX527" fmla="*/ 4900088 w 8189843"/>
                <a:gd name="connsiteY527" fmla="*/ 1303275 h 3080699"/>
                <a:gd name="connsiteX528" fmla="*/ 4918090 w 8189843"/>
                <a:gd name="connsiteY528" fmla="*/ 1303402 h 3080699"/>
                <a:gd name="connsiteX529" fmla="*/ 4917837 w 8189843"/>
                <a:gd name="connsiteY529" fmla="*/ 1357536 h 3080699"/>
                <a:gd name="connsiteX530" fmla="*/ 6539831 w 8189843"/>
                <a:gd name="connsiteY530" fmla="*/ 1352465 h 3080699"/>
                <a:gd name="connsiteX531" fmla="*/ 6539578 w 8189843"/>
                <a:gd name="connsiteY531" fmla="*/ 1298331 h 3080699"/>
                <a:gd name="connsiteX532" fmla="*/ 6557580 w 8189843"/>
                <a:gd name="connsiteY532" fmla="*/ 1298204 h 3080699"/>
                <a:gd name="connsiteX533" fmla="*/ 6557834 w 8189843"/>
                <a:gd name="connsiteY533" fmla="*/ 1352338 h 3080699"/>
                <a:gd name="connsiteX534" fmla="*/ 6539831 w 8189843"/>
                <a:gd name="connsiteY534" fmla="*/ 1352465 h 3080699"/>
                <a:gd name="connsiteX535" fmla="*/ 3256794 w 8189843"/>
                <a:gd name="connsiteY535" fmla="*/ 1345239 h 3080699"/>
                <a:gd name="connsiteX536" fmla="*/ 3256541 w 8189843"/>
                <a:gd name="connsiteY536" fmla="*/ 1291105 h 3080699"/>
                <a:gd name="connsiteX537" fmla="*/ 3274543 w 8189843"/>
                <a:gd name="connsiteY537" fmla="*/ 1290978 h 3080699"/>
                <a:gd name="connsiteX538" fmla="*/ 3274797 w 8189843"/>
                <a:gd name="connsiteY538" fmla="*/ 1345112 h 3080699"/>
                <a:gd name="connsiteX539" fmla="*/ 3256794 w 8189843"/>
                <a:gd name="connsiteY539" fmla="*/ 1345239 h 3080699"/>
                <a:gd name="connsiteX540" fmla="*/ 1623896 w 8189843"/>
                <a:gd name="connsiteY540" fmla="*/ 1256494 h 3080699"/>
                <a:gd name="connsiteX541" fmla="*/ 1623262 w 8189843"/>
                <a:gd name="connsiteY541" fmla="*/ 1202360 h 3080699"/>
                <a:gd name="connsiteX542" fmla="*/ 1641265 w 8189843"/>
                <a:gd name="connsiteY542" fmla="*/ 1202107 h 3080699"/>
                <a:gd name="connsiteX543" fmla="*/ 1641899 w 8189843"/>
                <a:gd name="connsiteY543" fmla="*/ 1256241 h 3080699"/>
                <a:gd name="connsiteX544" fmla="*/ 1623896 w 8189843"/>
                <a:gd name="connsiteY544" fmla="*/ 1256494 h 3080699"/>
                <a:gd name="connsiteX545" fmla="*/ 4918217 w 8189843"/>
                <a:gd name="connsiteY545" fmla="*/ 1249268 h 3080699"/>
                <a:gd name="connsiteX546" fmla="*/ 4900214 w 8189843"/>
                <a:gd name="connsiteY546" fmla="*/ 1249141 h 3080699"/>
                <a:gd name="connsiteX547" fmla="*/ 4900468 w 8189843"/>
                <a:gd name="connsiteY547" fmla="*/ 1195007 h 3080699"/>
                <a:gd name="connsiteX548" fmla="*/ 4918470 w 8189843"/>
                <a:gd name="connsiteY548" fmla="*/ 1195134 h 3080699"/>
                <a:gd name="connsiteX549" fmla="*/ 4918217 w 8189843"/>
                <a:gd name="connsiteY549" fmla="*/ 1249268 h 3080699"/>
                <a:gd name="connsiteX550" fmla="*/ 6539324 w 8189843"/>
                <a:gd name="connsiteY550" fmla="*/ 1244197 h 3080699"/>
                <a:gd name="connsiteX551" fmla="*/ 6539070 w 8189843"/>
                <a:gd name="connsiteY551" fmla="*/ 1190063 h 3080699"/>
                <a:gd name="connsiteX552" fmla="*/ 6557073 w 8189843"/>
                <a:gd name="connsiteY552" fmla="*/ 1189936 h 3080699"/>
                <a:gd name="connsiteX553" fmla="*/ 6557326 w 8189843"/>
                <a:gd name="connsiteY553" fmla="*/ 1244070 h 3080699"/>
                <a:gd name="connsiteX554" fmla="*/ 6539324 w 8189843"/>
                <a:gd name="connsiteY554" fmla="*/ 1244197 h 3080699"/>
                <a:gd name="connsiteX555" fmla="*/ 3256287 w 8189843"/>
                <a:gd name="connsiteY555" fmla="*/ 1236971 h 3080699"/>
                <a:gd name="connsiteX556" fmla="*/ 3256033 w 8189843"/>
                <a:gd name="connsiteY556" fmla="*/ 1182836 h 3080699"/>
                <a:gd name="connsiteX557" fmla="*/ 3274036 w 8189843"/>
                <a:gd name="connsiteY557" fmla="*/ 1182710 h 3080699"/>
                <a:gd name="connsiteX558" fmla="*/ 3274289 w 8189843"/>
                <a:gd name="connsiteY558" fmla="*/ 1236844 h 3080699"/>
                <a:gd name="connsiteX559" fmla="*/ 3256287 w 8189843"/>
                <a:gd name="connsiteY559" fmla="*/ 1236971 h 3080699"/>
                <a:gd name="connsiteX560" fmla="*/ 1622629 w 8189843"/>
                <a:gd name="connsiteY560" fmla="*/ 1148226 h 3080699"/>
                <a:gd name="connsiteX561" fmla="*/ 1621995 w 8189843"/>
                <a:gd name="connsiteY561" fmla="*/ 1094092 h 3080699"/>
                <a:gd name="connsiteX562" fmla="*/ 1639997 w 8189843"/>
                <a:gd name="connsiteY562" fmla="*/ 1093838 h 3080699"/>
                <a:gd name="connsiteX563" fmla="*/ 1640631 w 8189843"/>
                <a:gd name="connsiteY563" fmla="*/ 1147973 h 3080699"/>
                <a:gd name="connsiteX564" fmla="*/ 1622629 w 8189843"/>
                <a:gd name="connsiteY564" fmla="*/ 1148226 h 3080699"/>
                <a:gd name="connsiteX565" fmla="*/ 4918724 w 8189843"/>
                <a:gd name="connsiteY565" fmla="*/ 1141000 h 3080699"/>
                <a:gd name="connsiteX566" fmla="*/ 4900722 w 8189843"/>
                <a:gd name="connsiteY566" fmla="*/ 1140873 h 3080699"/>
                <a:gd name="connsiteX567" fmla="*/ 4900975 w 8189843"/>
                <a:gd name="connsiteY567" fmla="*/ 1086739 h 3080699"/>
                <a:gd name="connsiteX568" fmla="*/ 4918978 w 8189843"/>
                <a:gd name="connsiteY568" fmla="*/ 1086866 h 3080699"/>
                <a:gd name="connsiteX569" fmla="*/ 4918724 w 8189843"/>
                <a:gd name="connsiteY569" fmla="*/ 1141000 h 3080699"/>
                <a:gd name="connsiteX570" fmla="*/ 6538944 w 8189843"/>
                <a:gd name="connsiteY570" fmla="*/ 1135929 h 3080699"/>
                <a:gd name="connsiteX571" fmla="*/ 6538690 w 8189843"/>
                <a:gd name="connsiteY571" fmla="*/ 1081795 h 3080699"/>
                <a:gd name="connsiteX572" fmla="*/ 6556693 w 8189843"/>
                <a:gd name="connsiteY572" fmla="*/ 1081668 h 3080699"/>
                <a:gd name="connsiteX573" fmla="*/ 6556946 w 8189843"/>
                <a:gd name="connsiteY573" fmla="*/ 1135802 h 3080699"/>
                <a:gd name="connsiteX574" fmla="*/ 6538944 w 8189843"/>
                <a:gd name="connsiteY574" fmla="*/ 1135929 h 3080699"/>
                <a:gd name="connsiteX575" fmla="*/ 3255907 w 8189843"/>
                <a:gd name="connsiteY575" fmla="*/ 1128702 h 3080699"/>
                <a:gd name="connsiteX576" fmla="*/ 3255653 w 8189843"/>
                <a:gd name="connsiteY576" fmla="*/ 1074568 h 3080699"/>
                <a:gd name="connsiteX577" fmla="*/ 3273656 w 8189843"/>
                <a:gd name="connsiteY577" fmla="*/ 1074441 h 3080699"/>
                <a:gd name="connsiteX578" fmla="*/ 3273909 w 8189843"/>
                <a:gd name="connsiteY578" fmla="*/ 1128576 h 3080699"/>
                <a:gd name="connsiteX579" fmla="*/ 3255907 w 8189843"/>
                <a:gd name="connsiteY579" fmla="*/ 1128702 h 3080699"/>
                <a:gd name="connsiteX580" fmla="*/ 1621361 w 8189843"/>
                <a:gd name="connsiteY580" fmla="*/ 1039958 h 3080699"/>
                <a:gd name="connsiteX581" fmla="*/ 1620727 w 8189843"/>
                <a:gd name="connsiteY581" fmla="*/ 985824 h 3080699"/>
                <a:gd name="connsiteX582" fmla="*/ 1638729 w 8189843"/>
                <a:gd name="connsiteY582" fmla="*/ 985570 h 3080699"/>
                <a:gd name="connsiteX583" fmla="*/ 1639363 w 8189843"/>
                <a:gd name="connsiteY583" fmla="*/ 1039704 h 3080699"/>
                <a:gd name="connsiteX584" fmla="*/ 1621361 w 8189843"/>
                <a:gd name="connsiteY584" fmla="*/ 1039958 h 3080699"/>
                <a:gd name="connsiteX585" fmla="*/ 4919104 w 8189843"/>
                <a:gd name="connsiteY585" fmla="*/ 1032732 h 3080699"/>
                <a:gd name="connsiteX586" fmla="*/ 4901102 w 8189843"/>
                <a:gd name="connsiteY586" fmla="*/ 1032605 h 3080699"/>
                <a:gd name="connsiteX587" fmla="*/ 4901355 w 8189843"/>
                <a:gd name="connsiteY587" fmla="*/ 978471 h 3080699"/>
                <a:gd name="connsiteX588" fmla="*/ 4919358 w 8189843"/>
                <a:gd name="connsiteY588" fmla="*/ 978597 h 3080699"/>
                <a:gd name="connsiteX589" fmla="*/ 4919104 w 8189843"/>
                <a:gd name="connsiteY589" fmla="*/ 1032732 h 3080699"/>
                <a:gd name="connsiteX590" fmla="*/ 6538564 w 8189843"/>
                <a:gd name="connsiteY590" fmla="*/ 1027660 h 3080699"/>
                <a:gd name="connsiteX591" fmla="*/ 6538310 w 8189843"/>
                <a:gd name="connsiteY591" fmla="*/ 973526 h 3080699"/>
                <a:gd name="connsiteX592" fmla="*/ 6556313 w 8189843"/>
                <a:gd name="connsiteY592" fmla="*/ 973400 h 3080699"/>
                <a:gd name="connsiteX593" fmla="*/ 6556566 w 8189843"/>
                <a:gd name="connsiteY593" fmla="*/ 1027534 h 3080699"/>
                <a:gd name="connsiteX594" fmla="*/ 6538564 w 8189843"/>
                <a:gd name="connsiteY594" fmla="*/ 1027660 h 3080699"/>
                <a:gd name="connsiteX595" fmla="*/ 3255526 w 8189843"/>
                <a:gd name="connsiteY595" fmla="*/ 1020434 h 3080699"/>
                <a:gd name="connsiteX596" fmla="*/ 3255273 w 8189843"/>
                <a:gd name="connsiteY596" fmla="*/ 966300 h 3080699"/>
                <a:gd name="connsiteX597" fmla="*/ 3273275 w 8189843"/>
                <a:gd name="connsiteY597" fmla="*/ 966173 h 3080699"/>
                <a:gd name="connsiteX598" fmla="*/ 3273529 w 8189843"/>
                <a:gd name="connsiteY598" fmla="*/ 1020307 h 3080699"/>
                <a:gd name="connsiteX599" fmla="*/ 3255526 w 8189843"/>
                <a:gd name="connsiteY599" fmla="*/ 1020434 h 3080699"/>
                <a:gd name="connsiteX600" fmla="*/ 1620093 w 8189843"/>
                <a:gd name="connsiteY600" fmla="*/ 931690 h 3080699"/>
                <a:gd name="connsiteX601" fmla="*/ 1619459 w 8189843"/>
                <a:gd name="connsiteY601" fmla="*/ 877556 h 3080699"/>
                <a:gd name="connsiteX602" fmla="*/ 1637462 w 8189843"/>
                <a:gd name="connsiteY602" fmla="*/ 877302 h 3080699"/>
                <a:gd name="connsiteX603" fmla="*/ 1638096 w 8189843"/>
                <a:gd name="connsiteY603" fmla="*/ 931436 h 3080699"/>
                <a:gd name="connsiteX604" fmla="*/ 1620093 w 8189843"/>
                <a:gd name="connsiteY604" fmla="*/ 931690 h 3080699"/>
                <a:gd name="connsiteX605" fmla="*/ 4919485 w 8189843"/>
                <a:gd name="connsiteY605" fmla="*/ 924463 h 3080699"/>
                <a:gd name="connsiteX606" fmla="*/ 4901482 w 8189843"/>
                <a:gd name="connsiteY606" fmla="*/ 924337 h 3080699"/>
                <a:gd name="connsiteX607" fmla="*/ 4901736 w 8189843"/>
                <a:gd name="connsiteY607" fmla="*/ 870202 h 3080699"/>
                <a:gd name="connsiteX608" fmla="*/ 4919738 w 8189843"/>
                <a:gd name="connsiteY608" fmla="*/ 870329 h 3080699"/>
                <a:gd name="connsiteX609" fmla="*/ 4919485 w 8189843"/>
                <a:gd name="connsiteY609" fmla="*/ 924463 h 3080699"/>
                <a:gd name="connsiteX610" fmla="*/ 6538057 w 8189843"/>
                <a:gd name="connsiteY610" fmla="*/ 919392 h 3080699"/>
                <a:gd name="connsiteX611" fmla="*/ 6537803 w 8189843"/>
                <a:gd name="connsiteY611" fmla="*/ 865258 h 3080699"/>
                <a:gd name="connsiteX612" fmla="*/ 6555805 w 8189843"/>
                <a:gd name="connsiteY612" fmla="*/ 865131 h 3080699"/>
                <a:gd name="connsiteX613" fmla="*/ 6556059 w 8189843"/>
                <a:gd name="connsiteY613" fmla="*/ 919265 h 3080699"/>
                <a:gd name="connsiteX614" fmla="*/ 6538057 w 8189843"/>
                <a:gd name="connsiteY614" fmla="*/ 919392 h 3080699"/>
                <a:gd name="connsiteX615" fmla="*/ 3255019 w 8189843"/>
                <a:gd name="connsiteY615" fmla="*/ 912166 h 3080699"/>
                <a:gd name="connsiteX616" fmla="*/ 3254766 w 8189843"/>
                <a:gd name="connsiteY616" fmla="*/ 858032 h 3080699"/>
                <a:gd name="connsiteX617" fmla="*/ 3272768 w 8189843"/>
                <a:gd name="connsiteY617" fmla="*/ 857905 h 3080699"/>
                <a:gd name="connsiteX618" fmla="*/ 3273022 w 8189843"/>
                <a:gd name="connsiteY618" fmla="*/ 912039 h 3080699"/>
                <a:gd name="connsiteX619" fmla="*/ 3255019 w 8189843"/>
                <a:gd name="connsiteY619" fmla="*/ 912166 h 3080699"/>
                <a:gd name="connsiteX620" fmla="*/ 1636955 w 8189843"/>
                <a:gd name="connsiteY620" fmla="*/ 823295 h 3080699"/>
                <a:gd name="connsiteX621" fmla="*/ 1618952 w 8189843"/>
                <a:gd name="connsiteY621" fmla="*/ 823168 h 3080699"/>
                <a:gd name="connsiteX622" fmla="*/ 1620981 w 8189843"/>
                <a:gd name="connsiteY622" fmla="*/ 768527 h 3080699"/>
                <a:gd name="connsiteX623" fmla="*/ 1638983 w 8189843"/>
                <a:gd name="connsiteY623" fmla="*/ 769794 h 3080699"/>
                <a:gd name="connsiteX624" fmla="*/ 1636955 w 8189843"/>
                <a:gd name="connsiteY624" fmla="*/ 823295 h 3080699"/>
                <a:gd name="connsiteX625" fmla="*/ 4919992 w 8189843"/>
                <a:gd name="connsiteY625" fmla="*/ 816195 h 3080699"/>
                <a:gd name="connsiteX626" fmla="*/ 4901989 w 8189843"/>
                <a:gd name="connsiteY626" fmla="*/ 815942 h 3080699"/>
                <a:gd name="connsiteX627" fmla="*/ 4904525 w 8189843"/>
                <a:gd name="connsiteY627" fmla="*/ 761300 h 3080699"/>
                <a:gd name="connsiteX628" fmla="*/ 4922527 w 8189843"/>
                <a:gd name="connsiteY628" fmla="*/ 762695 h 3080699"/>
                <a:gd name="connsiteX629" fmla="*/ 4919992 w 8189843"/>
                <a:gd name="connsiteY629" fmla="*/ 816195 h 3080699"/>
                <a:gd name="connsiteX630" fmla="*/ 6537549 w 8189843"/>
                <a:gd name="connsiteY630" fmla="*/ 811251 h 3080699"/>
                <a:gd name="connsiteX631" fmla="*/ 6534760 w 8189843"/>
                <a:gd name="connsiteY631" fmla="*/ 757751 h 3080699"/>
                <a:gd name="connsiteX632" fmla="*/ 6552763 w 8189843"/>
                <a:gd name="connsiteY632" fmla="*/ 756229 h 3080699"/>
                <a:gd name="connsiteX633" fmla="*/ 6555552 w 8189843"/>
                <a:gd name="connsiteY633" fmla="*/ 810871 h 3080699"/>
                <a:gd name="connsiteX634" fmla="*/ 6537549 w 8189843"/>
                <a:gd name="connsiteY634" fmla="*/ 811251 h 3080699"/>
                <a:gd name="connsiteX635" fmla="*/ 3254386 w 8189843"/>
                <a:gd name="connsiteY635" fmla="*/ 804151 h 3080699"/>
                <a:gd name="connsiteX636" fmla="*/ 3251216 w 8189843"/>
                <a:gd name="connsiteY636" fmla="*/ 750778 h 3080699"/>
                <a:gd name="connsiteX637" fmla="*/ 3269218 w 8189843"/>
                <a:gd name="connsiteY637" fmla="*/ 749130 h 3080699"/>
                <a:gd name="connsiteX638" fmla="*/ 3272515 w 8189843"/>
                <a:gd name="connsiteY638" fmla="*/ 803771 h 3080699"/>
                <a:gd name="connsiteX639" fmla="*/ 3254386 w 8189843"/>
                <a:gd name="connsiteY639" fmla="*/ 804151 h 3080699"/>
                <a:gd name="connsiteX640" fmla="*/ 1644308 w 8189843"/>
                <a:gd name="connsiteY640" fmla="*/ 716675 h 3080699"/>
                <a:gd name="connsiteX641" fmla="*/ 1626432 w 8189843"/>
                <a:gd name="connsiteY641" fmla="*/ 714266 h 3080699"/>
                <a:gd name="connsiteX642" fmla="*/ 1635560 w 8189843"/>
                <a:gd name="connsiteY642" fmla="*/ 660385 h 3080699"/>
                <a:gd name="connsiteX643" fmla="*/ 1653182 w 8189843"/>
                <a:gd name="connsiteY643" fmla="*/ 663935 h 3080699"/>
                <a:gd name="connsiteX644" fmla="*/ 1644308 w 8189843"/>
                <a:gd name="connsiteY644" fmla="*/ 716675 h 3080699"/>
                <a:gd name="connsiteX645" fmla="*/ 4928359 w 8189843"/>
                <a:gd name="connsiteY645" fmla="*/ 709575 h 3080699"/>
                <a:gd name="connsiteX646" fmla="*/ 4910483 w 8189843"/>
                <a:gd name="connsiteY646" fmla="*/ 707040 h 3080699"/>
                <a:gd name="connsiteX647" fmla="*/ 4920119 w 8189843"/>
                <a:gd name="connsiteY647" fmla="*/ 653159 h 3080699"/>
                <a:gd name="connsiteX648" fmla="*/ 4937741 w 8189843"/>
                <a:gd name="connsiteY648" fmla="*/ 656962 h 3080699"/>
                <a:gd name="connsiteX649" fmla="*/ 4928359 w 8189843"/>
                <a:gd name="connsiteY649" fmla="*/ 709575 h 3080699"/>
                <a:gd name="connsiteX650" fmla="*/ 6528548 w 8189843"/>
                <a:gd name="connsiteY650" fmla="*/ 704631 h 3080699"/>
                <a:gd name="connsiteX651" fmla="*/ 6518786 w 8189843"/>
                <a:gd name="connsiteY651" fmla="*/ 652018 h 3080699"/>
                <a:gd name="connsiteX652" fmla="*/ 6536409 w 8189843"/>
                <a:gd name="connsiteY652" fmla="*/ 648088 h 3080699"/>
                <a:gd name="connsiteX653" fmla="*/ 6546424 w 8189843"/>
                <a:gd name="connsiteY653" fmla="*/ 701842 h 3080699"/>
                <a:gd name="connsiteX654" fmla="*/ 6528548 w 8189843"/>
                <a:gd name="connsiteY654" fmla="*/ 704631 h 3080699"/>
                <a:gd name="connsiteX655" fmla="*/ 3244497 w 8189843"/>
                <a:gd name="connsiteY655" fmla="*/ 697658 h 3080699"/>
                <a:gd name="connsiteX656" fmla="*/ 3234228 w 8189843"/>
                <a:gd name="connsiteY656" fmla="*/ 645172 h 3080699"/>
                <a:gd name="connsiteX657" fmla="*/ 3251850 w 8189843"/>
                <a:gd name="connsiteY657" fmla="*/ 641115 h 3080699"/>
                <a:gd name="connsiteX658" fmla="*/ 3262372 w 8189843"/>
                <a:gd name="connsiteY658" fmla="*/ 694869 h 3080699"/>
                <a:gd name="connsiteX659" fmla="*/ 3244497 w 8189843"/>
                <a:gd name="connsiteY659" fmla="*/ 697658 h 3080699"/>
                <a:gd name="connsiteX660" fmla="*/ 1665733 w 8189843"/>
                <a:gd name="connsiteY660" fmla="*/ 611829 h 3080699"/>
                <a:gd name="connsiteX661" fmla="*/ 1648365 w 8189843"/>
                <a:gd name="connsiteY661" fmla="*/ 607012 h 3080699"/>
                <a:gd name="connsiteX662" fmla="*/ 1664592 w 8189843"/>
                <a:gd name="connsiteY662" fmla="*/ 554779 h 3080699"/>
                <a:gd name="connsiteX663" fmla="*/ 1681580 w 8189843"/>
                <a:gd name="connsiteY663" fmla="*/ 560738 h 3080699"/>
                <a:gd name="connsiteX664" fmla="*/ 1665733 w 8189843"/>
                <a:gd name="connsiteY664" fmla="*/ 611829 h 3080699"/>
                <a:gd name="connsiteX665" fmla="*/ 4950672 w 8189843"/>
                <a:gd name="connsiteY665" fmla="*/ 604983 h 3080699"/>
                <a:gd name="connsiteX666" fmla="*/ 4933304 w 8189843"/>
                <a:gd name="connsiteY666" fmla="*/ 600039 h 3080699"/>
                <a:gd name="connsiteX667" fmla="*/ 4950038 w 8189843"/>
                <a:gd name="connsiteY667" fmla="*/ 547933 h 3080699"/>
                <a:gd name="connsiteX668" fmla="*/ 4967026 w 8189843"/>
                <a:gd name="connsiteY668" fmla="*/ 554019 h 3080699"/>
                <a:gd name="connsiteX669" fmla="*/ 4950672 w 8189843"/>
                <a:gd name="connsiteY669" fmla="*/ 604983 h 3080699"/>
                <a:gd name="connsiteX670" fmla="*/ 6505602 w 8189843"/>
                <a:gd name="connsiteY670" fmla="*/ 600293 h 3080699"/>
                <a:gd name="connsiteX671" fmla="*/ 6488993 w 8189843"/>
                <a:gd name="connsiteY671" fmla="*/ 549455 h 3080699"/>
                <a:gd name="connsiteX672" fmla="*/ 6505982 w 8189843"/>
                <a:gd name="connsiteY672" fmla="*/ 543243 h 3080699"/>
                <a:gd name="connsiteX673" fmla="*/ 6523097 w 8189843"/>
                <a:gd name="connsiteY673" fmla="*/ 595222 h 3080699"/>
                <a:gd name="connsiteX674" fmla="*/ 6505602 w 8189843"/>
                <a:gd name="connsiteY674" fmla="*/ 600293 h 3080699"/>
                <a:gd name="connsiteX675" fmla="*/ 3220536 w 8189843"/>
                <a:gd name="connsiteY675" fmla="*/ 593447 h 3080699"/>
                <a:gd name="connsiteX676" fmla="*/ 3203421 w 8189843"/>
                <a:gd name="connsiteY676" fmla="*/ 542736 h 3080699"/>
                <a:gd name="connsiteX677" fmla="*/ 3220282 w 8189843"/>
                <a:gd name="connsiteY677" fmla="*/ 536397 h 3080699"/>
                <a:gd name="connsiteX678" fmla="*/ 3237777 w 8189843"/>
                <a:gd name="connsiteY678" fmla="*/ 588249 h 3080699"/>
                <a:gd name="connsiteX679" fmla="*/ 3220536 w 8189843"/>
                <a:gd name="connsiteY679" fmla="*/ 593447 h 3080699"/>
                <a:gd name="connsiteX680" fmla="*/ 1700977 w 8189843"/>
                <a:gd name="connsiteY680" fmla="*/ 510788 h 3080699"/>
                <a:gd name="connsiteX681" fmla="*/ 1684369 w 8189843"/>
                <a:gd name="connsiteY681" fmla="*/ 503688 h 3080699"/>
                <a:gd name="connsiteX682" fmla="*/ 1707443 w 8189843"/>
                <a:gd name="connsiteY682" fmla="*/ 453991 h 3080699"/>
                <a:gd name="connsiteX683" fmla="*/ 1723544 w 8189843"/>
                <a:gd name="connsiteY683" fmla="*/ 462105 h 3080699"/>
                <a:gd name="connsiteX684" fmla="*/ 1700977 w 8189843"/>
                <a:gd name="connsiteY684" fmla="*/ 510788 h 3080699"/>
                <a:gd name="connsiteX685" fmla="*/ 4986804 w 8189843"/>
                <a:gd name="connsiteY685" fmla="*/ 504322 h 3080699"/>
                <a:gd name="connsiteX686" fmla="*/ 4970322 w 8189843"/>
                <a:gd name="connsiteY686" fmla="*/ 497096 h 3080699"/>
                <a:gd name="connsiteX687" fmla="*/ 4993776 w 8189843"/>
                <a:gd name="connsiteY687" fmla="*/ 447652 h 3080699"/>
                <a:gd name="connsiteX688" fmla="*/ 5009750 w 8189843"/>
                <a:gd name="connsiteY688" fmla="*/ 455893 h 3080699"/>
                <a:gd name="connsiteX689" fmla="*/ 4986804 w 8189843"/>
                <a:gd name="connsiteY689" fmla="*/ 504322 h 3080699"/>
                <a:gd name="connsiteX690" fmla="*/ 6468836 w 8189843"/>
                <a:gd name="connsiteY690" fmla="*/ 499885 h 3080699"/>
                <a:gd name="connsiteX691" fmla="*/ 6445636 w 8189843"/>
                <a:gd name="connsiteY691" fmla="*/ 451709 h 3080699"/>
                <a:gd name="connsiteX692" fmla="*/ 6461609 w 8189843"/>
                <a:gd name="connsiteY692" fmla="*/ 443342 h 3080699"/>
                <a:gd name="connsiteX693" fmla="*/ 6485317 w 8189843"/>
                <a:gd name="connsiteY693" fmla="*/ 492532 h 3080699"/>
                <a:gd name="connsiteX694" fmla="*/ 6468836 w 8189843"/>
                <a:gd name="connsiteY694" fmla="*/ 499885 h 3080699"/>
                <a:gd name="connsiteX695" fmla="*/ 3183010 w 8189843"/>
                <a:gd name="connsiteY695" fmla="*/ 493292 h 3080699"/>
                <a:gd name="connsiteX696" fmla="*/ 3159302 w 8189843"/>
                <a:gd name="connsiteY696" fmla="*/ 445370 h 3080699"/>
                <a:gd name="connsiteX697" fmla="*/ 3175276 w 8189843"/>
                <a:gd name="connsiteY697" fmla="*/ 436876 h 3080699"/>
                <a:gd name="connsiteX698" fmla="*/ 3199491 w 8189843"/>
                <a:gd name="connsiteY698" fmla="*/ 485939 h 3080699"/>
                <a:gd name="connsiteX699" fmla="*/ 3183010 w 8189843"/>
                <a:gd name="connsiteY699" fmla="*/ 493292 h 3080699"/>
                <a:gd name="connsiteX700" fmla="*/ 1749280 w 8189843"/>
                <a:gd name="connsiteY700" fmla="*/ 415197 h 3080699"/>
                <a:gd name="connsiteX701" fmla="*/ 1733813 w 8189843"/>
                <a:gd name="connsiteY701" fmla="*/ 405942 h 3080699"/>
                <a:gd name="connsiteX702" fmla="*/ 1763225 w 8189843"/>
                <a:gd name="connsiteY702" fmla="*/ 359795 h 3080699"/>
                <a:gd name="connsiteX703" fmla="*/ 1778058 w 8189843"/>
                <a:gd name="connsiteY703" fmla="*/ 369937 h 3080699"/>
                <a:gd name="connsiteX704" fmla="*/ 1749280 w 8189843"/>
                <a:gd name="connsiteY704" fmla="*/ 415197 h 3080699"/>
                <a:gd name="connsiteX705" fmla="*/ 5035867 w 8189843"/>
                <a:gd name="connsiteY705" fmla="*/ 409112 h 3080699"/>
                <a:gd name="connsiteX706" fmla="*/ 5020400 w 8189843"/>
                <a:gd name="connsiteY706" fmla="*/ 399730 h 3080699"/>
                <a:gd name="connsiteX707" fmla="*/ 5050193 w 8189843"/>
                <a:gd name="connsiteY707" fmla="*/ 353837 h 3080699"/>
                <a:gd name="connsiteX708" fmla="*/ 5065025 w 8189843"/>
                <a:gd name="connsiteY708" fmla="*/ 364232 h 3080699"/>
                <a:gd name="connsiteX709" fmla="*/ 5035867 w 8189843"/>
                <a:gd name="connsiteY709" fmla="*/ 409112 h 3080699"/>
                <a:gd name="connsiteX710" fmla="*/ 6419266 w 8189843"/>
                <a:gd name="connsiteY710" fmla="*/ 405182 h 3080699"/>
                <a:gd name="connsiteX711" fmla="*/ 6389853 w 8189843"/>
                <a:gd name="connsiteY711" fmla="*/ 360556 h 3080699"/>
                <a:gd name="connsiteX712" fmla="*/ 6404559 w 8189843"/>
                <a:gd name="connsiteY712" fmla="*/ 350160 h 3080699"/>
                <a:gd name="connsiteX713" fmla="*/ 6434606 w 8189843"/>
                <a:gd name="connsiteY713" fmla="*/ 395800 h 3080699"/>
                <a:gd name="connsiteX714" fmla="*/ 6419266 w 8189843"/>
                <a:gd name="connsiteY714" fmla="*/ 405182 h 3080699"/>
                <a:gd name="connsiteX715" fmla="*/ 3132552 w 8189843"/>
                <a:gd name="connsiteY715" fmla="*/ 399096 h 3080699"/>
                <a:gd name="connsiteX716" fmla="*/ 3102759 w 8189843"/>
                <a:gd name="connsiteY716" fmla="*/ 354724 h 3080699"/>
                <a:gd name="connsiteX717" fmla="*/ 3117339 w 8189843"/>
                <a:gd name="connsiteY717" fmla="*/ 344202 h 3080699"/>
                <a:gd name="connsiteX718" fmla="*/ 3147765 w 8189843"/>
                <a:gd name="connsiteY718" fmla="*/ 389588 h 3080699"/>
                <a:gd name="connsiteX719" fmla="*/ 3132552 w 8189843"/>
                <a:gd name="connsiteY719" fmla="*/ 399096 h 3080699"/>
                <a:gd name="connsiteX720" fmla="*/ 1809753 w 8189843"/>
                <a:gd name="connsiteY720" fmla="*/ 326960 h 3080699"/>
                <a:gd name="connsiteX721" fmla="*/ 1795554 w 8189843"/>
                <a:gd name="connsiteY721" fmla="*/ 315803 h 3080699"/>
                <a:gd name="connsiteX722" fmla="*/ 1830798 w 8189843"/>
                <a:gd name="connsiteY722" fmla="*/ 273967 h 3080699"/>
                <a:gd name="connsiteX723" fmla="*/ 1844236 w 8189843"/>
                <a:gd name="connsiteY723" fmla="*/ 286011 h 3080699"/>
                <a:gd name="connsiteX724" fmla="*/ 1809753 w 8189843"/>
                <a:gd name="connsiteY724" fmla="*/ 326960 h 3080699"/>
                <a:gd name="connsiteX725" fmla="*/ 5097227 w 8189843"/>
                <a:gd name="connsiteY725" fmla="*/ 321382 h 3080699"/>
                <a:gd name="connsiteX726" fmla="*/ 5083155 w 8189843"/>
                <a:gd name="connsiteY726" fmla="*/ 310098 h 3080699"/>
                <a:gd name="connsiteX727" fmla="*/ 5118779 w 8189843"/>
                <a:gd name="connsiteY727" fmla="*/ 268515 h 3080699"/>
                <a:gd name="connsiteX728" fmla="*/ 5132091 w 8189843"/>
                <a:gd name="connsiteY728" fmla="*/ 280686 h 3080699"/>
                <a:gd name="connsiteX729" fmla="*/ 5097227 w 8189843"/>
                <a:gd name="connsiteY729" fmla="*/ 321382 h 3080699"/>
                <a:gd name="connsiteX730" fmla="*/ 6357525 w 8189843"/>
                <a:gd name="connsiteY730" fmla="*/ 317959 h 3080699"/>
                <a:gd name="connsiteX731" fmla="*/ 6322534 w 8189843"/>
                <a:gd name="connsiteY731" fmla="*/ 277516 h 3080699"/>
                <a:gd name="connsiteX732" fmla="*/ 6335846 w 8189843"/>
                <a:gd name="connsiteY732" fmla="*/ 265219 h 3080699"/>
                <a:gd name="connsiteX733" fmla="*/ 6371597 w 8189843"/>
                <a:gd name="connsiteY733" fmla="*/ 306549 h 3080699"/>
                <a:gd name="connsiteX734" fmla="*/ 6357525 w 8189843"/>
                <a:gd name="connsiteY734" fmla="*/ 317959 h 3080699"/>
                <a:gd name="connsiteX735" fmla="*/ 3070051 w 8189843"/>
                <a:gd name="connsiteY735" fmla="*/ 312380 h 3080699"/>
                <a:gd name="connsiteX736" fmla="*/ 3034679 w 8189843"/>
                <a:gd name="connsiteY736" fmla="*/ 272192 h 3080699"/>
                <a:gd name="connsiteX737" fmla="*/ 3047864 w 8189843"/>
                <a:gd name="connsiteY737" fmla="*/ 259768 h 3080699"/>
                <a:gd name="connsiteX738" fmla="*/ 3083996 w 8189843"/>
                <a:gd name="connsiteY738" fmla="*/ 300844 h 3080699"/>
                <a:gd name="connsiteX739" fmla="*/ 3070051 w 8189843"/>
                <a:gd name="connsiteY739" fmla="*/ 312380 h 3080699"/>
                <a:gd name="connsiteX740" fmla="*/ 1881382 w 8189843"/>
                <a:gd name="connsiteY740" fmla="*/ 247470 h 3080699"/>
                <a:gd name="connsiteX741" fmla="*/ 1868831 w 8189843"/>
                <a:gd name="connsiteY741" fmla="*/ 234539 h 3080699"/>
                <a:gd name="connsiteX742" fmla="*/ 1909273 w 8189843"/>
                <a:gd name="connsiteY742" fmla="*/ 197647 h 3080699"/>
                <a:gd name="connsiteX743" fmla="*/ 1920937 w 8189843"/>
                <a:gd name="connsiteY743" fmla="*/ 211339 h 3080699"/>
                <a:gd name="connsiteX744" fmla="*/ 1881382 w 8189843"/>
                <a:gd name="connsiteY744" fmla="*/ 247470 h 3080699"/>
                <a:gd name="connsiteX745" fmla="*/ 5169491 w 8189843"/>
                <a:gd name="connsiteY745" fmla="*/ 242526 h 3080699"/>
                <a:gd name="connsiteX746" fmla="*/ 5157066 w 8189843"/>
                <a:gd name="connsiteY746" fmla="*/ 229468 h 3080699"/>
                <a:gd name="connsiteX747" fmla="*/ 5197762 w 8189843"/>
                <a:gd name="connsiteY747" fmla="*/ 192956 h 3080699"/>
                <a:gd name="connsiteX748" fmla="*/ 5209299 w 8189843"/>
                <a:gd name="connsiteY748" fmla="*/ 206775 h 3080699"/>
                <a:gd name="connsiteX749" fmla="*/ 5169491 w 8189843"/>
                <a:gd name="connsiteY749" fmla="*/ 242526 h 3080699"/>
                <a:gd name="connsiteX750" fmla="*/ 6284881 w 8189843"/>
                <a:gd name="connsiteY750" fmla="*/ 239356 h 3080699"/>
                <a:gd name="connsiteX751" fmla="*/ 6244819 w 8189843"/>
                <a:gd name="connsiteY751" fmla="*/ 203859 h 3080699"/>
                <a:gd name="connsiteX752" fmla="*/ 6256356 w 8189843"/>
                <a:gd name="connsiteY752" fmla="*/ 189913 h 3080699"/>
                <a:gd name="connsiteX753" fmla="*/ 6297305 w 8189843"/>
                <a:gd name="connsiteY753" fmla="*/ 226172 h 3080699"/>
                <a:gd name="connsiteX754" fmla="*/ 6284881 w 8189843"/>
                <a:gd name="connsiteY754" fmla="*/ 239356 h 3080699"/>
                <a:gd name="connsiteX755" fmla="*/ 2996773 w 8189843"/>
                <a:gd name="connsiteY755" fmla="*/ 234539 h 3080699"/>
                <a:gd name="connsiteX756" fmla="*/ 2956458 w 8189843"/>
                <a:gd name="connsiteY756" fmla="*/ 199421 h 3080699"/>
                <a:gd name="connsiteX757" fmla="*/ 2967868 w 8189843"/>
                <a:gd name="connsiteY757" fmla="*/ 185476 h 3080699"/>
                <a:gd name="connsiteX758" fmla="*/ 3009070 w 8189843"/>
                <a:gd name="connsiteY758" fmla="*/ 221354 h 3080699"/>
                <a:gd name="connsiteX759" fmla="*/ 2996773 w 8189843"/>
                <a:gd name="connsiteY759" fmla="*/ 234539 h 3080699"/>
                <a:gd name="connsiteX760" fmla="*/ 1962647 w 8189843"/>
                <a:gd name="connsiteY760" fmla="*/ 177996 h 3080699"/>
                <a:gd name="connsiteX761" fmla="*/ 1951871 w 8189843"/>
                <a:gd name="connsiteY761" fmla="*/ 163543 h 3080699"/>
                <a:gd name="connsiteX762" fmla="*/ 1996750 w 8189843"/>
                <a:gd name="connsiteY762" fmla="*/ 132356 h 3080699"/>
                <a:gd name="connsiteX763" fmla="*/ 2006512 w 8189843"/>
                <a:gd name="connsiteY763" fmla="*/ 147443 h 3080699"/>
                <a:gd name="connsiteX764" fmla="*/ 1962647 w 8189843"/>
                <a:gd name="connsiteY764" fmla="*/ 177996 h 3080699"/>
                <a:gd name="connsiteX765" fmla="*/ 5251389 w 8189843"/>
                <a:gd name="connsiteY765" fmla="*/ 173812 h 3080699"/>
                <a:gd name="connsiteX766" fmla="*/ 5240740 w 8189843"/>
                <a:gd name="connsiteY766" fmla="*/ 159233 h 3080699"/>
                <a:gd name="connsiteX767" fmla="*/ 5285872 w 8189843"/>
                <a:gd name="connsiteY767" fmla="*/ 128426 h 3080699"/>
                <a:gd name="connsiteX768" fmla="*/ 5295508 w 8189843"/>
                <a:gd name="connsiteY768" fmla="*/ 143639 h 3080699"/>
                <a:gd name="connsiteX769" fmla="*/ 5251389 w 8189843"/>
                <a:gd name="connsiteY769" fmla="*/ 173812 h 3080699"/>
                <a:gd name="connsiteX770" fmla="*/ 6202602 w 8189843"/>
                <a:gd name="connsiteY770" fmla="*/ 171150 h 3080699"/>
                <a:gd name="connsiteX771" fmla="*/ 6158230 w 8189843"/>
                <a:gd name="connsiteY771" fmla="*/ 141230 h 3080699"/>
                <a:gd name="connsiteX772" fmla="*/ 6167865 w 8189843"/>
                <a:gd name="connsiteY772" fmla="*/ 125890 h 3080699"/>
                <a:gd name="connsiteX773" fmla="*/ 6213252 w 8189843"/>
                <a:gd name="connsiteY773" fmla="*/ 156444 h 3080699"/>
                <a:gd name="connsiteX774" fmla="*/ 6202602 w 8189843"/>
                <a:gd name="connsiteY774" fmla="*/ 171150 h 3080699"/>
                <a:gd name="connsiteX775" fmla="*/ 2913734 w 8189843"/>
                <a:gd name="connsiteY775" fmla="*/ 166966 h 3080699"/>
                <a:gd name="connsiteX776" fmla="*/ 2869108 w 8189843"/>
                <a:gd name="connsiteY776" fmla="*/ 137427 h 3080699"/>
                <a:gd name="connsiteX777" fmla="*/ 2878616 w 8189843"/>
                <a:gd name="connsiteY777" fmla="*/ 122087 h 3080699"/>
                <a:gd name="connsiteX778" fmla="*/ 2924256 w 8189843"/>
                <a:gd name="connsiteY778" fmla="*/ 152260 h 3080699"/>
                <a:gd name="connsiteX779" fmla="*/ 2913734 w 8189843"/>
                <a:gd name="connsiteY779" fmla="*/ 166966 h 3080699"/>
                <a:gd name="connsiteX780" fmla="*/ 2052405 w 8189843"/>
                <a:gd name="connsiteY780" fmla="*/ 119932 h 3080699"/>
                <a:gd name="connsiteX781" fmla="*/ 2043658 w 8189843"/>
                <a:gd name="connsiteY781" fmla="*/ 104211 h 3080699"/>
                <a:gd name="connsiteX782" fmla="*/ 2092214 w 8189843"/>
                <a:gd name="connsiteY782" fmla="*/ 79236 h 3080699"/>
                <a:gd name="connsiteX783" fmla="*/ 2099947 w 8189843"/>
                <a:gd name="connsiteY783" fmla="*/ 95590 h 3080699"/>
                <a:gd name="connsiteX784" fmla="*/ 2052405 w 8189843"/>
                <a:gd name="connsiteY784" fmla="*/ 119932 h 3080699"/>
                <a:gd name="connsiteX785" fmla="*/ 5341655 w 8189843"/>
                <a:gd name="connsiteY785" fmla="*/ 116509 h 3080699"/>
                <a:gd name="connsiteX786" fmla="*/ 5333034 w 8189843"/>
                <a:gd name="connsiteY786" fmla="*/ 100662 h 3080699"/>
                <a:gd name="connsiteX787" fmla="*/ 5381843 w 8189843"/>
                <a:gd name="connsiteY787" fmla="*/ 76067 h 3080699"/>
                <a:gd name="connsiteX788" fmla="*/ 5389450 w 8189843"/>
                <a:gd name="connsiteY788" fmla="*/ 92421 h 3080699"/>
                <a:gd name="connsiteX789" fmla="*/ 5341655 w 8189843"/>
                <a:gd name="connsiteY789" fmla="*/ 116509 h 3080699"/>
                <a:gd name="connsiteX790" fmla="*/ 6111830 w 8189843"/>
                <a:gd name="connsiteY790" fmla="*/ 114227 h 3080699"/>
                <a:gd name="connsiteX791" fmla="*/ 6063908 w 8189843"/>
                <a:gd name="connsiteY791" fmla="*/ 90393 h 3080699"/>
                <a:gd name="connsiteX792" fmla="*/ 6071387 w 8189843"/>
                <a:gd name="connsiteY792" fmla="*/ 73911 h 3080699"/>
                <a:gd name="connsiteX793" fmla="*/ 6120450 w 8189843"/>
                <a:gd name="connsiteY793" fmla="*/ 98253 h 3080699"/>
                <a:gd name="connsiteX794" fmla="*/ 6111830 w 8189843"/>
                <a:gd name="connsiteY794" fmla="*/ 114227 h 3080699"/>
                <a:gd name="connsiteX795" fmla="*/ 2822580 w 8189843"/>
                <a:gd name="connsiteY795" fmla="*/ 110804 h 3080699"/>
                <a:gd name="connsiteX796" fmla="*/ 2774405 w 8189843"/>
                <a:gd name="connsiteY796" fmla="*/ 87350 h 3080699"/>
                <a:gd name="connsiteX797" fmla="*/ 2781758 w 8189843"/>
                <a:gd name="connsiteY797" fmla="*/ 70869 h 3080699"/>
                <a:gd name="connsiteX798" fmla="*/ 2831074 w 8189843"/>
                <a:gd name="connsiteY798" fmla="*/ 94830 h 3080699"/>
                <a:gd name="connsiteX799" fmla="*/ 2822580 w 8189843"/>
                <a:gd name="connsiteY799" fmla="*/ 110804 h 3080699"/>
                <a:gd name="connsiteX800" fmla="*/ 2149010 w 8189843"/>
                <a:gd name="connsiteY800" fmla="*/ 74165 h 3080699"/>
                <a:gd name="connsiteX801" fmla="*/ 2142418 w 8189843"/>
                <a:gd name="connsiteY801" fmla="*/ 57430 h 3080699"/>
                <a:gd name="connsiteX802" fmla="*/ 2193889 w 8189843"/>
                <a:gd name="connsiteY802" fmla="*/ 39048 h 3080699"/>
                <a:gd name="connsiteX803" fmla="*/ 2199341 w 8189843"/>
                <a:gd name="connsiteY803" fmla="*/ 56289 h 3080699"/>
                <a:gd name="connsiteX804" fmla="*/ 2149010 w 8189843"/>
                <a:gd name="connsiteY804" fmla="*/ 74165 h 3080699"/>
                <a:gd name="connsiteX805" fmla="*/ 5438513 w 8189843"/>
                <a:gd name="connsiteY805" fmla="*/ 71629 h 3080699"/>
                <a:gd name="connsiteX806" fmla="*/ 5432047 w 8189843"/>
                <a:gd name="connsiteY806" fmla="*/ 54768 h 3080699"/>
                <a:gd name="connsiteX807" fmla="*/ 5483772 w 8189843"/>
                <a:gd name="connsiteY807" fmla="*/ 36892 h 3080699"/>
                <a:gd name="connsiteX808" fmla="*/ 5489097 w 8189843"/>
                <a:gd name="connsiteY808" fmla="*/ 54134 h 3080699"/>
                <a:gd name="connsiteX809" fmla="*/ 5438513 w 8189843"/>
                <a:gd name="connsiteY809" fmla="*/ 71629 h 3080699"/>
                <a:gd name="connsiteX810" fmla="*/ 6014464 w 8189843"/>
                <a:gd name="connsiteY810" fmla="*/ 69855 h 3080699"/>
                <a:gd name="connsiteX811" fmla="*/ 5963753 w 8189843"/>
                <a:gd name="connsiteY811" fmla="*/ 52613 h 3080699"/>
                <a:gd name="connsiteX812" fmla="*/ 5968951 w 8189843"/>
                <a:gd name="connsiteY812" fmla="*/ 35371 h 3080699"/>
                <a:gd name="connsiteX813" fmla="*/ 6020803 w 8189843"/>
                <a:gd name="connsiteY813" fmla="*/ 52993 h 3080699"/>
                <a:gd name="connsiteX814" fmla="*/ 6014464 w 8189843"/>
                <a:gd name="connsiteY814" fmla="*/ 69855 h 3080699"/>
                <a:gd name="connsiteX815" fmla="*/ 2724708 w 8189843"/>
                <a:gd name="connsiteY815" fmla="*/ 67319 h 3080699"/>
                <a:gd name="connsiteX816" fmla="*/ 2673870 w 8189843"/>
                <a:gd name="connsiteY816" fmla="*/ 50584 h 3080699"/>
                <a:gd name="connsiteX817" fmla="*/ 2678941 w 8189843"/>
                <a:gd name="connsiteY817" fmla="*/ 33216 h 3080699"/>
                <a:gd name="connsiteX818" fmla="*/ 2730920 w 8189843"/>
                <a:gd name="connsiteY818" fmla="*/ 50331 h 3080699"/>
                <a:gd name="connsiteX819" fmla="*/ 2724708 w 8189843"/>
                <a:gd name="connsiteY819" fmla="*/ 67319 h 3080699"/>
                <a:gd name="connsiteX820" fmla="*/ 2250812 w 8189843"/>
                <a:gd name="connsiteY820" fmla="*/ 41583 h 3080699"/>
                <a:gd name="connsiteX821" fmla="*/ 2246502 w 8189843"/>
                <a:gd name="connsiteY821" fmla="*/ 24088 h 3080699"/>
                <a:gd name="connsiteX822" fmla="*/ 2300002 w 8189843"/>
                <a:gd name="connsiteY822" fmla="*/ 12678 h 3080699"/>
                <a:gd name="connsiteX823" fmla="*/ 2303172 w 8189843"/>
                <a:gd name="connsiteY823" fmla="*/ 30427 h 3080699"/>
                <a:gd name="connsiteX824" fmla="*/ 2250812 w 8189843"/>
                <a:gd name="connsiteY824" fmla="*/ 41583 h 3080699"/>
                <a:gd name="connsiteX825" fmla="*/ 5540696 w 8189843"/>
                <a:gd name="connsiteY825" fmla="*/ 39935 h 3080699"/>
                <a:gd name="connsiteX826" fmla="*/ 5536512 w 8189843"/>
                <a:gd name="connsiteY826" fmla="*/ 22440 h 3080699"/>
                <a:gd name="connsiteX827" fmla="*/ 5590139 w 8189843"/>
                <a:gd name="connsiteY827" fmla="*/ 11537 h 3080699"/>
                <a:gd name="connsiteX828" fmla="*/ 5593182 w 8189843"/>
                <a:gd name="connsiteY828" fmla="*/ 29286 h 3080699"/>
                <a:gd name="connsiteX829" fmla="*/ 5540696 w 8189843"/>
                <a:gd name="connsiteY829" fmla="*/ 39935 h 3080699"/>
                <a:gd name="connsiteX830" fmla="*/ 5912028 w 8189843"/>
                <a:gd name="connsiteY830" fmla="*/ 38794 h 3080699"/>
                <a:gd name="connsiteX831" fmla="*/ 5859542 w 8189843"/>
                <a:gd name="connsiteY831" fmla="*/ 28398 h 3080699"/>
                <a:gd name="connsiteX832" fmla="*/ 5862458 w 8189843"/>
                <a:gd name="connsiteY832" fmla="*/ 10523 h 3080699"/>
                <a:gd name="connsiteX833" fmla="*/ 5916212 w 8189843"/>
                <a:gd name="connsiteY833" fmla="*/ 21045 h 3080699"/>
                <a:gd name="connsiteX834" fmla="*/ 5912028 w 8189843"/>
                <a:gd name="connsiteY834" fmla="*/ 38794 h 3080699"/>
                <a:gd name="connsiteX835" fmla="*/ 2622145 w 8189843"/>
                <a:gd name="connsiteY835" fmla="*/ 37146 h 3080699"/>
                <a:gd name="connsiteX836" fmla="*/ 2569532 w 8189843"/>
                <a:gd name="connsiteY836" fmla="*/ 27257 h 3080699"/>
                <a:gd name="connsiteX837" fmla="*/ 2572321 w 8189843"/>
                <a:gd name="connsiteY837" fmla="*/ 9382 h 3080699"/>
                <a:gd name="connsiteX838" fmla="*/ 2626075 w 8189843"/>
                <a:gd name="connsiteY838" fmla="*/ 19524 h 3080699"/>
                <a:gd name="connsiteX839" fmla="*/ 2622145 w 8189843"/>
                <a:gd name="connsiteY839" fmla="*/ 37146 h 3080699"/>
                <a:gd name="connsiteX840" fmla="*/ 2356165 w 8189843"/>
                <a:gd name="connsiteY840" fmla="*/ 22820 h 3080699"/>
                <a:gd name="connsiteX841" fmla="*/ 2354136 w 8189843"/>
                <a:gd name="connsiteY841" fmla="*/ 4944 h 3080699"/>
                <a:gd name="connsiteX842" fmla="*/ 2408651 w 8189843"/>
                <a:gd name="connsiteY842" fmla="*/ 761 h 3080699"/>
                <a:gd name="connsiteX843" fmla="*/ 2409412 w 8189843"/>
                <a:gd name="connsiteY843" fmla="*/ 18763 h 3080699"/>
                <a:gd name="connsiteX844" fmla="*/ 2356165 w 8189843"/>
                <a:gd name="connsiteY844" fmla="*/ 22820 h 3080699"/>
                <a:gd name="connsiteX845" fmla="*/ 5646175 w 8189843"/>
                <a:gd name="connsiteY845" fmla="*/ 22059 h 3080699"/>
                <a:gd name="connsiteX846" fmla="*/ 5644400 w 8189843"/>
                <a:gd name="connsiteY846" fmla="*/ 4057 h 3080699"/>
                <a:gd name="connsiteX847" fmla="*/ 5698914 w 8189843"/>
                <a:gd name="connsiteY847" fmla="*/ 380 h 3080699"/>
                <a:gd name="connsiteX848" fmla="*/ 5699548 w 8189843"/>
                <a:gd name="connsiteY848" fmla="*/ 18383 h 3080699"/>
                <a:gd name="connsiteX849" fmla="*/ 5646175 w 8189843"/>
                <a:gd name="connsiteY849" fmla="*/ 22059 h 3080699"/>
                <a:gd name="connsiteX850" fmla="*/ 5806422 w 8189843"/>
                <a:gd name="connsiteY850" fmla="*/ 21552 h 3080699"/>
                <a:gd name="connsiteX851" fmla="*/ 5753049 w 8189843"/>
                <a:gd name="connsiteY851" fmla="*/ 18256 h 3080699"/>
                <a:gd name="connsiteX852" fmla="*/ 5753555 w 8189843"/>
                <a:gd name="connsiteY852" fmla="*/ 254 h 3080699"/>
                <a:gd name="connsiteX853" fmla="*/ 5808070 w 8189843"/>
                <a:gd name="connsiteY853" fmla="*/ 3677 h 3080699"/>
                <a:gd name="connsiteX854" fmla="*/ 5806422 w 8189843"/>
                <a:gd name="connsiteY854" fmla="*/ 21552 h 3080699"/>
                <a:gd name="connsiteX855" fmla="*/ 2516412 w 8189843"/>
                <a:gd name="connsiteY855" fmla="*/ 20918 h 3080699"/>
                <a:gd name="connsiteX856" fmla="*/ 2463039 w 8189843"/>
                <a:gd name="connsiteY856" fmla="*/ 18002 h 3080699"/>
                <a:gd name="connsiteX857" fmla="*/ 2463419 w 8189843"/>
                <a:gd name="connsiteY857" fmla="*/ 0 h 3080699"/>
                <a:gd name="connsiteX858" fmla="*/ 2518060 w 8189843"/>
                <a:gd name="connsiteY858" fmla="*/ 2916 h 3080699"/>
                <a:gd name="connsiteX859" fmla="*/ 2516412 w 8189843"/>
                <a:gd name="connsiteY859" fmla="*/ 20918 h 308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</a:cxnLst>
              <a:rect l="l" t="t" r="r" b="b"/>
              <a:pathLst>
                <a:path w="8189843" h="3080699">
                  <a:moveTo>
                    <a:pt x="840917" y="3085137"/>
                  </a:moveTo>
                  <a:lnTo>
                    <a:pt x="840663" y="3067134"/>
                  </a:lnTo>
                  <a:cubicBezTo>
                    <a:pt x="858412" y="3066881"/>
                    <a:pt x="876415" y="3065993"/>
                    <a:pt x="894164" y="3064472"/>
                  </a:cubicBezTo>
                  <a:lnTo>
                    <a:pt x="895685" y="3082474"/>
                  </a:lnTo>
                  <a:cubicBezTo>
                    <a:pt x="877429" y="3083996"/>
                    <a:pt x="859046" y="3084883"/>
                    <a:pt x="840917" y="3085137"/>
                  </a:cubicBezTo>
                  <a:close/>
                  <a:moveTo>
                    <a:pt x="4108487" y="3085010"/>
                  </a:moveTo>
                  <a:lnTo>
                    <a:pt x="4107980" y="3067007"/>
                  </a:lnTo>
                  <a:cubicBezTo>
                    <a:pt x="4125983" y="3066500"/>
                    <a:pt x="4143858" y="3065486"/>
                    <a:pt x="4161353" y="3063965"/>
                  </a:cubicBezTo>
                  <a:lnTo>
                    <a:pt x="4163002" y="3081967"/>
                  </a:lnTo>
                  <a:cubicBezTo>
                    <a:pt x="4145253" y="3083488"/>
                    <a:pt x="4126870" y="3084503"/>
                    <a:pt x="4108487" y="3085010"/>
                  </a:cubicBezTo>
                  <a:close/>
                  <a:moveTo>
                    <a:pt x="7344109" y="3084883"/>
                  </a:moveTo>
                  <a:cubicBezTo>
                    <a:pt x="7325980" y="3084376"/>
                    <a:pt x="7307597" y="3083108"/>
                    <a:pt x="7289595" y="3081333"/>
                  </a:cubicBezTo>
                  <a:lnTo>
                    <a:pt x="7291370" y="3063331"/>
                  </a:lnTo>
                  <a:cubicBezTo>
                    <a:pt x="7309119" y="3065106"/>
                    <a:pt x="7327121" y="3066247"/>
                    <a:pt x="7344744" y="3066754"/>
                  </a:cubicBezTo>
                  <a:lnTo>
                    <a:pt x="7344109" y="3084883"/>
                  </a:lnTo>
                  <a:close/>
                  <a:moveTo>
                    <a:pt x="7398750" y="3084756"/>
                  </a:moveTo>
                  <a:lnTo>
                    <a:pt x="7398117" y="3066754"/>
                  </a:lnTo>
                  <a:cubicBezTo>
                    <a:pt x="7415993" y="3066120"/>
                    <a:pt x="7433995" y="3064979"/>
                    <a:pt x="7451490" y="3063204"/>
                  </a:cubicBezTo>
                  <a:lnTo>
                    <a:pt x="7453265" y="3081080"/>
                  </a:lnTo>
                  <a:cubicBezTo>
                    <a:pt x="7435389" y="3082981"/>
                    <a:pt x="7417006" y="3084122"/>
                    <a:pt x="7398750" y="3084756"/>
                  </a:cubicBezTo>
                  <a:close/>
                  <a:moveTo>
                    <a:pt x="4053846" y="3084630"/>
                  </a:moveTo>
                  <a:cubicBezTo>
                    <a:pt x="4035717" y="3083869"/>
                    <a:pt x="4017334" y="3082601"/>
                    <a:pt x="3999331" y="3080699"/>
                  </a:cubicBezTo>
                  <a:lnTo>
                    <a:pt x="4001233" y="3062824"/>
                  </a:lnTo>
                  <a:cubicBezTo>
                    <a:pt x="4018982" y="3064725"/>
                    <a:pt x="4036858" y="3065993"/>
                    <a:pt x="4054607" y="3066754"/>
                  </a:cubicBezTo>
                  <a:lnTo>
                    <a:pt x="4053846" y="3084630"/>
                  </a:lnTo>
                  <a:close/>
                  <a:moveTo>
                    <a:pt x="786276" y="3084249"/>
                  </a:moveTo>
                  <a:cubicBezTo>
                    <a:pt x="768020" y="3083362"/>
                    <a:pt x="749637" y="3081840"/>
                    <a:pt x="731761" y="3079812"/>
                  </a:cubicBezTo>
                  <a:lnTo>
                    <a:pt x="733790" y="3061810"/>
                  </a:lnTo>
                  <a:cubicBezTo>
                    <a:pt x="751285" y="3063838"/>
                    <a:pt x="769288" y="3065232"/>
                    <a:pt x="787163" y="3066120"/>
                  </a:cubicBezTo>
                  <a:lnTo>
                    <a:pt x="786276" y="3084249"/>
                  </a:lnTo>
                  <a:close/>
                  <a:moveTo>
                    <a:pt x="949946" y="3076135"/>
                  </a:moveTo>
                  <a:lnTo>
                    <a:pt x="947284" y="3058260"/>
                  </a:lnTo>
                  <a:cubicBezTo>
                    <a:pt x="964779" y="3055597"/>
                    <a:pt x="982528" y="3052428"/>
                    <a:pt x="999896" y="3048625"/>
                  </a:cubicBezTo>
                  <a:lnTo>
                    <a:pt x="1003700" y="3066247"/>
                  </a:lnTo>
                  <a:cubicBezTo>
                    <a:pt x="985951" y="3070177"/>
                    <a:pt x="967821" y="3073473"/>
                    <a:pt x="949946" y="3076135"/>
                  </a:cubicBezTo>
                  <a:close/>
                  <a:moveTo>
                    <a:pt x="4217389" y="3075121"/>
                  </a:moveTo>
                  <a:lnTo>
                    <a:pt x="4214600" y="3057246"/>
                  </a:lnTo>
                  <a:cubicBezTo>
                    <a:pt x="4232096" y="3054456"/>
                    <a:pt x="4249718" y="3051033"/>
                    <a:pt x="4267086" y="3047103"/>
                  </a:cubicBezTo>
                  <a:lnTo>
                    <a:pt x="4271017" y="3064725"/>
                  </a:lnTo>
                  <a:cubicBezTo>
                    <a:pt x="4253267" y="3068782"/>
                    <a:pt x="4235265" y="3072205"/>
                    <a:pt x="4217389" y="3075121"/>
                  </a:cubicBezTo>
                  <a:close/>
                  <a:moveTo>
                    <a:pt x="7235207" y="3074234"/>
                  </a:moveTo>
                  <a:cubicBezTo>
                    <a:pt x="7217331" y="3071318"/>
                    <a:pt x="7199202" y="3067641"/>
                    <a:pt x="7181580" y="3063584"/>
                  </a:cubicBezTo>
                  <a:lnTo>
                    <a:pt x="7185764" y="3045962"/>
                  </a:lnTo>
                  <a:cubicBezTo>
                    <a:pt x="7203005" y="3050019"/>
                    <a:pt x="7220755" y="3053569"/>
                    <a:pt x="7238250" y="3056358"/>
                  </a:cubicBezTo>
                  <a:lnTo>
                    <a:pt x="7235207" y="3074234"/>
                  </a:lnTo>
                  <a:close/>
                  <a:moveTo>
                    <a:pt x="7507526" y="3073980"/>
                  </a:moveTo>
                  <a:lnTo>
                    <a:pt x="7504483" y="3056231"/>
                  </a:lnTo>
                  <a:cubicBezTo>
                    <a:pt x="7522233" y="3053315"/>
                    <a:pt x="7539854" y="3049766"/>
                    <a:pt x="7556970" y="3045709"/>
                  </a:cubicBezTo>
                  <a:lnTo>
                    <a:pt x="7561153" y="3063204"/>
                  </a:lnTo>
                  <a:cubicBezTo>
                    <a:pt x="7543658" y="3067261"/>
                    <a:pt x="7525655" y="3070938"/>
                    <a:pt x="7507526" y="3073980"/>
                  </a:cubicBezTo>
                  <a:close/>
                  <a:moveTo>
                    <a:pt x="3945071" y="3073093"/>
                  </a:moveTo>
                  <a:cubicBezTo>
                    <a:pt x="3927322" y="3070050"/>
                    <a:pt x="3909193" y="3066247"/>
                    <a:pt x="3891570" y="3061936"/>
                  </a:cubicBezTo>
                  <a:lnTo>
                    <a:pt x="3895881" y="3044441"/>
                  </a:lnTo>
                  <a:cubicBezTo>
                    <a:pt x="3913250" y="3048625"/>
                    <a:pt x="3930872" y="3052301"/>
                    <a:pt x="3948240" y="3055344"/>
                  </a:cubicBezTo>
                  <a:lnTo>
                    <a:pt x="3945071" y="3073093"/>
                  </a:lnTo>
                  <a:close/>
                  <a:moveTo>
                    <a:pt x="677627" y="3071825"/>
                  </a:moveTo>
                  <a:cubicBezTo>
                    <a:pt x="659625" y="3068529"/>
                    <a:pt x="641622" y="3064599"/>
                    <a:pt x="624127" y="3060161"/>
                  </a:cubicBezTo>
                  <a:lnTo>
                    <a:pt x="628564" y="3042666"/>
                  </a:lnTo>
                  <a:cubicBezTo>
                    <a:pt x="645679" y="3046977"/>
                    <a:pt x="663301" y="3050780"/>
                    <a:pt x="680923" y="3053949"/>
                  </a:cubicBezTo>
                  <a:lnTo>
                    <a:pt x="677627" y="3071825"/>
                  </a:lnTo>
                  <a:close/>
                  <a:moveTo>
                    <a:pt x="1056693" y="3052935"/>
                  </a:moveTo>
                  <a:lnTo>
                    <a:pt x="1051748" y="3035566"/>
                  </a:lnTo>
                  <a:cubicBezTo>
                    <a:pt x="1068737" y="3030622"/>
                    <a:pt x="1085978" y="3025044"/>
                    <a:pt x="1102586" y="3018959"/>
                  </a:cubicBezTo>
                  <a:lnTo>
                    <a:pt x="1108798" y="3035947"/>
                  </a:lnTo>
                  <a:cubicBezTo>
                    <a:pt x="1091683" y="3042159"/>
                    <a:pt x="1074188" y="3047864"/>
                    <a:pt x="1056693" y="3052935"/>
                  </a:cubicBezTo>
                  <a:close/>
                  <a:moveTo>
                    <a:pt x="4324010" y="3050907"/>
                  </a:moveTo>
                  <a:lnTo>
                    <a:pt x="4318812" y="3033665"/>
                  </a:lnTo>
                  <a:cubicBezTo>
                    <a:pt x="4335927" y="3028594"/>
                    <a:pt x="4353041" y="3022889"/>
                    <a:pt x="4369523" y="3016677"/>
                  </a:cubicBezTo>
                  <a:lnTo>
                    <a:pt x="4375862" y="3033538"/>
                  </a:lnTo>
                  <a:cubicBezTo>
                    <a:pt x="4359000" y="3039877"/>
                    <a:pt x="4341505" y="3045709"/>
                    <a:pt x="4324010" y="3050907"/>
                  </a:cubicBezTo>
                  <a:close/>
                  <a:moveTo>
                    <a:pt x="7128841" y="3049385"/>
                  </a:moveTo>
                  <a:cubicBezTo>
                    <a:pt x="7111345" y="3044061"/>
                    <a:pt x="7093977" y="3038102"/>
                    <a:pt x="7077115" y="3031636"/>
                  </a:cubicBezTo>
                  <a:lnTo>
                    <a:pt x="7083581" y="3014775"/>
                  </a:lnTo>
                  <a:cubicBezTo>
                    <a:pt x="7100062" y="3020987"/>
                    <a:pt x="7117177" y="3026819"/>
                    <a:pt x="7134165" y="3032017"/>
                  </a:cubicBezTo>
                  <a:lnTo>
                    <a:pt x="7128841" y="3049385"/>
                  </a:lnTo>
                  <a:close/>
                  <a:moveTo>
                    <a:pt x="7613893" y="3048751"/>
                  </a:moveTo>
                  <a:lnTo>
                    <a:pt x="7608568" y="3031510"/>
                  </a:lnTo>
                  <a:cubicBezTo>
                    <a:pt x="7625429" y="3026312"/>
                    <a:pt x="7642545" y="3020480"/>
                    <a:pt x="7659279" y="3014014"/>
                  </a:cubicBezTo>
                  <a:lnTo>
                    <a:pt x="7665744" y="3030876"/>
                  </a:lnTo>
                  <a:cubicBezTo>
                    <a:pt x="7648630" y="3037468"/>
                    <a:pt x="7631261" y="3043427"/>
                    <a:pt x="7613893" y="3048751"/>
                  </a:cubicBezTo>
                  <a:close/>
                  <a:moveTo>
                    <a:pt x="3838831" y="3047230"/>
                  </a:moveTo>
                  <a:cubicBezTo>
                    <a:pt x="3821462" y="3041779"/>
                    <a:pt x="3804094" y="3035693"/>
                    <a:pt x="3787232" y="3029101"/>
                  </a:cubicBezTo>
                  <a:lnTo>
                    <a:pt x="3793825" y="3012239"/>
                  </a:lnTo>
                  <a:cubicBezTo>
                    <a:pt x="3810433" y="3018705"/>
                    <a:pt x="3827294" y="3024664"/>
                    <a:pt x="3844282" y="3029988"/>
                  </a:cubicBezTo>
                  <a:lnTo>
                    <a:pt x="3838831" y="3047230"/>
                  </a:lnTo>
                  <a:close/>
                  <a:moveTo>
                    <a:pt x="571641" y="3045075"/>
                  </a:moveTo>
                  <a:cubicBezTo>
                    <a:pt x="554272" y="3039497"/>
                    <a:pt x="536904" y="3033158"/>
                    <a:pt x="520169" y="3026438"/>
                  </a:cubicBezTo>
                  <a:lnTo>
                    <a:pt x="526888" y="3009704"/>
                  </a:lnTo>
                  <a:cubicBezTo>
                    <a:pt x="543243" y="3016296"/>
                    <a:pt x="560231" y="3022382"/>
                    <a:pt x="577219" y="3027833"/>
                  </a:cubicBezTo>
                  <a:lnTo>
                    <a:pt x="571641" y="3045075"/>
                  </a:lnTo>
                  <a:close/>
                  <a:moveTo>
                    <a:pt x="1159636" y="3015662"/>
                  </a:moveTo>
                  <a:lnTo>
                    <a:pt x="1152410" y="2999181"/>
                  </a:lnTo>
                  <a:cubicBezTo>
                    <a:pt x="1168638" y="2992082"/>
                    <a:pt x="1184992" y="2984221"/>
                    <a:pt x="1200712" y="2975981"/>
                  </a:cubicBezTo>
                  <a:lnTo>
                    <a:pt x="1209080" y="2991955"/>
                  </a:lnTo>
                  <a:cubicBezTo>
                    <a:pt x="1192852" y="3000322"/>
                    <a:pt x="1176244" y="3008309"/>
                    <a:pt x="1159636" y="3015662"/>
                  </a:cubicBezTo>
                  <a:close/>
                  <a:moveTo>
                    <a:pt x="4426573" y="3012746"/>
                  </a:moveTo>
                  <a:lnTo>
                    <a:pt x="4419219" y="2996265"/>
                  </a:lnTo>
                  <a:cubicBezTo>
                    <a:pt x="4435447" y="2988912"/>
                    <a:pt x="4451548" y="2981052"/>
                    <a:pt x="4467268" y="2972685"/>
                  </a:cubicBezTo>
                  <a:lnTo>
                    <a:pt x="4475763" y="2988659"/>
                  </a:lnTo>
                  <a:cubicBezTo>
                    <a:pt x="4459662" y="2997153"/>
                    <a:pt x="4443181" y="3005267"/>
                    <a:pt x="4426573" y="3012746"/>
                  </a:cubicBezTo>
                  <a:close/>
                  <a:moveTo>
                    <a:pt x="7026531" y="3010718"/>
                  </a:moveTo>
                  <a:cubicBezTo>
                    <a:pt x="7009923" y="3003111"/>
                    <a:pt x="6993442" y="2994871"/>
                    <a:pt x="6977595" y="2986377"/>
                  </a:cubicBezTo>
                  <a:lnTo>
                    <a:pt x="6986216" y="2970530"/>
                  </a:lnTo>
                  <a:cubicBezTo>
                    <a:pt x="7001683" y="2978897"/>
                    <a:pt x="7017783" y="2986884"/>
                    <a:pt x="7034011" y="2994364"/>
                  </a:cubicBezTo>
                  <a:lnTo>
                    <a:pt x="7026531" y="3010718"/>
                  </a:lnTo>
                  <a:close/>
                  <a:moveTo>
                    <a:pt x="7716202" y="3009704"/>
                  </a:moveTo>
                  <a:lnTo>
                    <a:pt x="7708722" y="2993349"/>
                  </a:lnTo>
                  <a:cubicBezTo>
                    <a:pt x="7724823" y="2985870"/>
                    <a:pt x="7740924" y="2977883"/>
                    <a:pt x="7756518" y="2969262"/>
                  </a:cubicBezTo>
                  <a:lnTo>
                    <a:pt x="7765138" y="2985109"/>
                  </a:lnTo>
                  <a:cubicBezTo>
                    <a:pt x="7749164" y="2993730"/>
                    <a:pt x="7732683" y="3001970"/>
                    <a:pt x="7716202" y="3009704"/>
                  </a:cubicBezTo>
                  <a:close/>
                  <a:moveTo>
                    <a:pt x="3737028" y="3007549"/>
                  </a:moveTo>
                  <a:cubicBezTo>
                    <a:pt x="3720674" y="2999942"/>
                    <a:pt x="3704320" y="2991575"/>
                    <a:pt x="3688346" y="2982700"/>
                  </a:cubicBezTo>
                  <a:lnTo>
                    <a:pt x="3697093" y="2966853"/>
                  </a:lnTo>
                  <a:cubicBezTo>
                    <a:pt x="3712814" y="2975474"/>
                    <a:pt x="3728788" y="2983714"/>
                    <a:pt x="3744762" y="2991068"/>
                  </a:cubicBezTo>
                  <a:lnTo>
                    <a:pt x="3737028" y="3007549"/>
                  </a:lnTo>
                  <a:close/>
                  <a:moveTo>
                    <a:pt x="470092" y="3004633"/>
                  </a:moveTo>
                  <a:cubicBezTo>
                    <a:pt x="453611" y="2996646"/>
                    <a:pt x="437257" y="2988152"/>
                    <a:pt x="421663" y="2979404"/>
                  </a:cubicBezTo>
                  <a:lnTo>
                    <a:pt x="430537" y="2963683"/>
                  </a:lnTo>
                  <a:cubicBezTo>
                    <a:pt x="445877" y="2972304"/>
                    <a:pt x="461851" y="2980672"/>
                    <a:pt x="477952" y="2988405"/>
                  </a:cubicBezTo>
                  <a:lnTo>
                    <a:pt x="470092" y="3004633"/>
                  </a:lnTo>
                  <a:close/>
                  <a:moveTo>
                    <a:pt x="1256621" y="2964951"/>
                  </a:moveTo>
                  <a:lnTo>
                    <a:pt x="1247240" y="2949611"/>
                  </a:lnTo>
                  <a:cubicBezTo>
                    <a:pt x="1262453" y="2940356"/>
                    <a:pt x="1277540" y="2930468"/>
                    <a:pt x="1291992" y="2920199"/>
                  </a:cubicBezTo>
                  <a:lnTo>
                    <a:pt x="1302388" y="2934905"/>
                  </a:lnTo>
                  <a:cubicBezTo>
                    <a:pt x="1287555" y="2945427"/>
                    <a:pt x="1272215" y="2955570"/>
                    <a:pt x="1256621" y="2964951"/>
                  </a:cubicBezTo>
                  <a:close/>
                  <a:moveTo>
                    <a:pt x="4523177" y="2961275"/>
                  </a:moveTo>
                  <a:lnTo>
                    <a:pt x="4513669" y="2945935"/>
                  </a:lnTo>
                  <a:cubicBezTo>
                    <a:pt x="4528883" y="2936553"/>
                    <a:pt x="4543842" y="2926538"/>
                    <a:pt x="4558168" y="2916142"/>
                  </a:cubicBezTo>
                  <a:lnTo>
                    <a:pt x="4568691" y="2930848"/>
                  </a:lnTo>
                  <a:cubicBezTo>
                    <a:pt x="4553984" y="2941371"/>
                    <a:pt x="4538644" y="2951640"/>
                    <a:pt x="4523177" y="2961275"/>
                  </a:cubicBezTo>
                  <a:close/>
                  <a:moveTo>
                    <a:pt x="6930433" y="2958739"/>
                  </a:moveTo>
                  <a:cubicBezTo>
                    <a:pt x="6915094" y="2949104"/>
                    <a:pt x="6899880" y="2938835"/>
                    <a:pt x="6885174" y="2928059"/>
                  </a:cubicBezTo>
                  <a:lnTo>
                    <a:pt x="6895823" y="2913480"/>
                  </a:lnTo>
                  <a:cubicBezTo>
                    <a:pt x="6910276" y="2924002"/>
                    <a:pt x="6925109" y="2934018"/>
                    <a:pt x="6940195" y="2943399"/>
                  </a:cubicBezTo>
                  <a:lnTo>
                    <a:pt x="6930433" y="2958739"/>
                  </a:lnTo>
                  <a:close/>
                  <a:moveTo>
                    <a:pt x="7812426" y="2957345"/>
                  </a:moveTo>
                  <a:lnTo>
                    <a:pt x="7802791" y="2942131"/>
                  </a:lnTo>
                  <a:cubicBezTo>
                    <a:pt x="7817751" y="2932623"/>
                    <a:pt x="7832711" y="2922481"/>
                    <a:pt x="7847037" y="2911958"/>
                  </a:cubicBezTo>
                  <a:lnTo>
                    <a:pt x="7857686" y="2926538"/>
                  </a:lnTo>
                  <a:cubicBezTo>
                    <a:pt x="7842980" y="2937187"/>
                    <a:pt x="7827767" y="2947583"/>
                    <a:pt x="7812426" y="2957345"/>
                  </a:cubicBezTo>
                  <a:close/>
                  <a:moveTo>
                    <a:pt x="3641311" y="2954809"/>
                  </a:moveTo>
                  <a:cubicBezTo>
                    <a:pt x="3625971" y="2944920"/>
                    <a:pt x="3610885" y="2934525"/>
                    <a:pt x="3596305" y="2923749"/>
                  </a:cubicBezTo>
                  <a:lnTo>
                    <a:pt x="3607081" y="2909169"/>
                  </a:lnTo>
                  <a:cubicBezTo>
                    <a:pt x="3621280" y="2919692"/>
                    <a:pt x="3636113" y="2929961"/>
                    <a:pt x="3651073" y="2939469"/>
                  </a:cubicBezTo>
                  <a:lnTo>
                    <a:pt x="3641311" y="2954809"/>
                  </a:lnTo>
                  <a:close/>
                  <a:moveTo>
                    <a:pt x="375009" y="2950879"/>
                  </a:moveTo>
                  <a:cubicBezTo>
                    <a:pt x="359795" y="2940863"/>
                    <a:pt x="344709" y="2930341"/>
                    <a:pt x="330256" y="2919438"/>
                  </a:cubicBezTo>
                  <a:lnTo>
                    <a:pt x="341159" y="2904985"/>
                  </a:lnTo>
                  <a:cubicBezTo>
                    <a:pt x="355358" y="2915635"/>
                    <a:pt x="370064" y="2926030"/>
                    <a:pt x="384897" y="2935792"/>
                  </a:cubicBezTo>
                  <a:lnTo>
                    <a:pt x="375009" y="2950879"/>
                  </a:lnTo>
                  <a:close/>
                  <a:moveTo>
                    <a:pt x="1346126" y="2901943"/>
                  </a:moveTo>
                  <a:lnTo>
                    <a:pt x="1334716" y="2887870"/>
                  </a:lnTo>
                  <a:cubicBezTo>
                    <a:pt x="1348535" y="2876714"/>
                    <a:pt x="1362227" y="2864924"/>
                    <a:pt x="1375285" y="2852880"/>
                  </a:cubicBezTo>
                  <a:lnTo>
                    <a:pt x="1387583" y="2866191"/>
                  </a:lnTo>
                  <a:cubicBezTo>
                    <a:pt x="1374144" y="2878489"/>
                    <a:pt x="1360199" y="2890533"/>
                    <a:pt x="1346126" y="2901943"/>
                  </a:cubicBezTo>
                  <a:close/>
                  <a:moveTo>
                    <a:pt x="4612049" y="2897505"/>
                  </a:moveTo>
                  <a:lnTo>
                    <a:pt x="4600639" y="2883560"/>
                  </a:lnTo>
                  <a:cubicBezTo>
                    <a:pt x="4614458" y="2872150"/>
                    <a:pt x="4628022" y="2860360"/>
                    <a:pt x="4640827" y="2848189"/>
                  </a:cubicBezTo>
                  <a:lnTo>
                    <a:pt x="4653251" y="2861374"/>
                  </a:lnTo>
                  <a:cubicBezTo>
                    <a:pt x="4639940" y="2873671"/>
                    <a:pt x="4626121" y="2885842"/>
                    <a:pt x="4612049" y="2897505"/>
                  </a:cubicBezTo>
                  <a:close/>
                  <a:moveTo>
                    <a:pt x="6842070" y="2894463"/>
                  </a:moveTo>
                  <a:cubicBezTo>
                    <a:pt x="6827997" y="2882799"/>
                    <a:pt x="6814305" y="2870629"/>
                    <a:pt x="6801121" y="2858078"/>
                  </a:cubicBezTo>
                  <a:lnTo>
                    <a:pt x="6813545" y="2845019"/>
                  </a:lnTo>
                  <a:cubicBezTo>
                    <a:pt x="6826349" y="2857190"/>
                    <a:pt x="6839915" y="2869107"/>
                    <a:pt x="6853606" y="2880517"/>
                  </a:cubicBezTo>
                  <a:lnTo>
                    <a:pt x="6842070" y="2894463"/>
                  </a:lnTo>
                  <a:close/>
                  <a:moveTo>
                    <a:pt x="7900664" y="2892815"/>
                  </a:moveTo>
                  <a:lnTo>
                    <a:pt x="7889127" y="2878996"/>
                  </a:lnTo>
                  <a:cubicBezTo>
                    <a:pt x="7902819" y="2867586"/>
                    <a:pt x="7916257" y="2855542"/>
                    <a:pt x="7929062" y="2843371"/>
                  </a:cubicBezTo>
                  <a:lnTo>
                    <a:pt x="7941486" y="2856430"/>
                  </a:lnTo>
                  <a:cubicBezTo>
                    <a:pt x="7928428" y="2868854"/>
                    <a:pt x="7914736" y="2881024"/>
                    <a:pt x="7900664" y="2892815"/>
                  </a:cubicBezTo>
                  <a:close/>
                  <a:moveTo>
                    <a:pt x="3553454" y="2889899"/>
                  </a:moveTo>
                  <a:cubicBezTo>
                    <a:pt x="3539636" y="2878108"/>
                    <a:pt x="3525943" y="2865811"/>
                    <a:pt x="3512885" y="2853133"/>
                  </a:cubicBezTo>
                  <a:lnTo>
                    <a:pt x="3525436" y="2840202"/>
                  </a:lnTo>
                  <a:cubicBezTo>
                    <a:pt x="3538241" y="2852499"/>
                    <a:pt x="3551553" y="2864670"/>
                    <a:pt x="3565118" y="2876080"/>
                  </a:cubicBezTo>
                  <a:lnTo>
                    <a:pt x="3553454" y="2889899"/>
                  </a:lnTo>
                  <a:close/>
                  <a:moveTo>
                    <a:pt x="287659" y="2885208"/>
                  </a:moveTo>
                  <a:cubicBezTo>
                    <a:pt x="273840" y="2873291"/>
                    <a:pt x="260275" y="2860867"/>
                    <a:pt x="247470" y="2848189"/>
                  </a:cubicBezTo>
                  <a:lnTo>
                    <a:pt x="260148" y="2835384"/>
                  </a:lnTo>
                  <a:cubicBezTo>
                    <a:pt x="272826" y="2847809"/>
                    <a:pt x="286011" y="2859979"/>
                    <a:pt x="299576" y="2871643"/>
                  </a:cubicBezTo>
                  <a:lnTo>
                    <a:pt x="287659" y="2885208"/>
                  </a:lnTo>
                  <a:close/>
                  <a:moveTo>
                    <a:pt x="1426503" y="2827905"/>
                  </a:moveTo>
                  <a:lnTo>
                    <a:pt x="1413445" y="2815480"/>
                  </a:lnTo>
                  <a:cubicBezTo>
                    <a:pt x="1425743" y="2802549"/>
                    <a:pt x="1437660" y="2789110"/>
                    <a:pt x="1448943" y="2775545"/>
                  </a:cubicBezTo>
                  <a:lnTo>
                    <a:pt x="1462889" y="2787082"/>
                  </a:lnTo>
                  <a:cubicBezTo>
                    <a:pt x="1451352" y="2800901"/>
                    <a:pt x="1439055" y="2814593"/>
                    <a:pt x="1426503" y="2827905"/>
                  </a:cubicBezTo>
                  <a:close/>
                  <a:moveTo>
                    <a:pt x="4691792" y="2822580"/>
                  </a:moveTo>
                  <a:lnTo>
                    <a:pt x="4678607" y="2810282"/>
                  </a:lnTo>
                  <a:cubicBezTo>
                    <a:pt x="4690651" y="2797351"/>
                    <a:pt x="4702568" y="2783786"/>
                    <a:pt x="4713851" y="2769967"/>
                  </a:cubicBezTo>
                  <a:lnTo>
                    <a:pt x="4727797" y="2781377"/>
                  </a:lnTo>
                  <a:cubicBezTo>
                    <a:pt x="4716260" y="2795576"/>
                    <a:pt x="4704089" y="2809395"/>
                    <a:pt x="4691792" y="2822580"/>
                  </a:cubicBezTo>
                  <a:close/>
                  <a:moveTo>
                    <a:pt x="6762707" y="2819284"/>
                  </a:moveTo>
                  <a:cubicBezTo>
                    <a:pt x="6750283" y="2805845"/>
                    <a:pt x="6738239" y="2792026"/>
                    <a:pt x="6726955" y="2777954"/>
                  </a:cubicBezTo>
                  <a:lnTo>
                    <a:pt x="6741027" y="2766544"/>
                  </a:lnTo>
                  <a:cubicBezTo>
                    <a:pt x="6752184" y="2780363"/>
                    <a:pt x="6763975" y="2793928"/>
                    <a:pt x="6776018" y="2807113"/>
                  </a:cubicBezTo>
                  <a:lnTo>
                    <a:pt x="6762707" y="2819284"/>
                  </a:lnTo>
                  <a:close/>
                  <a:moveTo>
                    <a:pt x="7979773" y="2817255"/>
                  </a:moveTo>
                  <a:lnTo>
                    <a:pt x="7966462" y="2805085"/>
                  </a:lnTo>
                  <a:cubicBezTo>
                    <a:pt x="7978506" y="2792026"/>
                    <a:pt x="7990169" y="2778334"/>
                    <a:pt x="8001325" y="2764516"/>
                  </a:cubicBezTo>
                  <a:lnTo>
                    <a:pt x="8015398" y="2775799"/>
                  </a:lnTo>
                  <a:cubicBezTo>
                    <a:pt x="8003988" y="2789871"/>
                    <a:pt x="7992071" y="2803817"/>
                    <a:pt x="7979773" y="2817255"/>
                  </a:cubicBezTo>
                  <a:close/>
                  <a:moveTo>
                    <a:pt x="3474725" y="2813832"/>
                  </a:moveTo>
                  <a:cubicBezTo>
                    <a:pt x="3462554" y="2800394"/>
                    <a:pt x="3450637" y="2786448"/>
                    <a:pt x="3439354" y="2772122"/>
                  </a:cubicBezTo>
                  <a:lnTo>
                    <a:pt x="3453426" y="2760966"/>
                  </a:lnTo>
                  <a:cubicBezTo>
                    <a:pt x="3464456" y="2774911"/>
                    <a:pt x="3476120" y="2788603"/>
                    <a:pt x="3488037" y="2801788"/>
                  </a:cubicBezTo>
                  <a:lnTo>
                    <a:pt x="3474725" y="2813832"/>
                  </a:lnTo>
                  <a:close/>
                  <a:moveTo>
                    <a:pt x="209564" y="2808507"/>
                  </a:moveTo>
                  <a:cubicBezTo>
                    <a:pt x="197520" y="2794942"/>
                    <a:pt x="185729" y="2780870"/>
                    <a:pt x="174446" y="2766544"/>
                  </a:cubicBezTo>
                  <a:lnTo>
                    <a:pt x="188645" y="2755388"/>
                  </a:lnTo>
                  <a:cubicBezTo>
                    <a:pt x="199548" y="2769460"/>
                    <a:pt x="211085" y="2783279"/>
                    <a:pt x="223002" y="2796464"/>
                  </a:cubicBezTo>
                  <a:lnTo>
                    <a:pt x="209564" y="2808507"/>
                  </a:lnTo>
                  <a:close/>
                  <a:moveTo>
                    <a:pt x="1496485" y="2743851"/>
                  </a:moveTo>
                  <a:lnTo>
                    <a:pt x="1481905" y="2733202"/>
                  </a:lnTo>
                  <a:cubicBezTo>
                    <a:pt x="1492428" y="2718749"/>
                    <a:pt x="1502443" y="2703789"/>
                    <a:pt x="1511825" y="2688956"/>
                  </a:cubicBezTo>
                  <a:lnTo>
                    <a:pt x="1527165" y="2698591"/>
                  </a:lnTo>
                  <a:cubicBezTo>
                    <a:pt x="1517530" y="2713805"/>
                    <a:pt x="1507134" y="2729018"/>
                    <a:pt x="1496485" y="2743851"/>
                  </a:cubicBezTo>
                  <a:close/>
                  <a:moveTo>
                    <a:pt x="4761013" y="2738019"/>
                  </a:moveTo>
                  <a:lnTo>
                    <a:pt x="4746306" y="2727496"/>
                  </a:lnTo>
                  <a:cubicBezTo>
                    <a:pt x="4756702" y="2712917"/>
                    <a:pt x="4766591" y="2697957"/>
                    <a:pt x="4775972" y="2682998"/>
                  </a:cubicBezTo>
                  <a:lnTo>
                    <a:pt x="4791312" y="2692506"/>
                  </a:lnTo>
                  <a:cubicBezTo>
                    <a:pt x="4781804" y="2707846"/>
                    <a:pt x="4771535" y="2723186"/>
                    <a:pt x="4761013" y="2738019"/>
                  </a:cubicBezTo>
                  <a:close/>
                  <a:moveTo>
                    <a:pt x="6693993" y="2734216"/>
                  </a:moveTo>
                  <a:cubicBezTo>
                    <a:pt x="6683470" y="2719383"/>
                    <a:pt x="6673328" y="2703916"/>
                    <a:pt x="6663947" y="2688449"/>
                  </a:cubicBezTo>
                  <a:lnTo>
                    <a:pt x="6679287" y="2679067"/>
                  </a:lnTo>
                  <a:cubicBezTo>
                    <a:pt x="6688542" y="2694281"/>
                    <a:pt x="6698430" y="2709241"/>
                    <a:pt x="6708699" y="2723820"/>
                  </a:cubicBezTo>
                  <a:lnTo>
                    <a:pt x="6693993" y="2734216"/>
                  </a:lnTo>
                  <a:close/>
                  <a:moveTo>
                    <a:pt x="8048233" y="2732060"/>
                  </a:moveTo>
                  <a:lnTo>
                    <a:pt x="8033527" y="2721665"/>
                  </a:lnTo>
                  <a:cubicBezTo>
                    <a:pt x="8043669" y="2707085"/>
                    <a:pt x="8053558" y="2691999"/>
                    <a:pt x="8062685" y="2676912"/>
                  </a:cubicBezTo>
                  <a:lnTo>
                    <a:pt x="8078153" y="2686294"/>
                  </a:lnTo>
                  <a:cubicBezTo>
                    <a:pt x="8068771" y="2701761"/>
                    <a:pt x="8058629" y="2717101"/>
                    <a:pt x="8048233" y="2732060"/>
                  </a:cubicBezTo>
                  <a:close/>
                  <a:moveTo>
                    <a:pt x="3406772" y="2728257"/>
                  </a:moveTo>
                  <a:cubicBezTo>
                    <a:pt x="3396503" y="2713424"/>
                    <a:pt x="3386488" y="2697831"/>
                    <a:pt x="3377106" y="2682237"/>
                  </a:cubicBezTo>
                  <a:lnTo>
                    <a:pt x="3392573" y="2672982"/>
                  </a:lnTo>
                  <a:cubicBezTo>
                    <a:pt x="3401701" y="2688322"/>
                    <a:pt x="3411463" y="2703409"/>
                    <a:pt x="3421605" y="2717988"/>
                  </a:cubicBezTo>
                  <a:lnTo>
                    <a:pt x="3406772" y="2728257"/>
                  </a:lnTo>
                  <a:close/>
                  <a:moveTo>
                    <a:pt x="142371" y="2722299"/>
                  </a:moveTo>
                  <a:cubicBezTo>
                    <a:pt x="132102" y="2707212"/>
                    <a:pt x="122341" y="2691619"/>
                    <a:pt x="113086" y="2676025"/>
                  </a:cubicBezTo>
                  <a:lnTo>
                    <a:pt x="128679" y="2666897"/>
                  </a:lnTo>
                  <a:cubicBezTo>
                    <a:pt x="137681" y="2682110"/>
                    <a:pt x="147189" y="2697324"/>
                    <a:pt x="157331" y="2712156"/>
                  </a:cubicBezTo>
                  <a:lnTo>
                    <a:pt x="142371" y="2722299"/>
                  </a:lnTo>
                  <a:close/>
                  <a:moveTo>
                    <a:pt x="1554676" y="2651303"/>
                  </a:moveTo>
                  <a:lnTo>
                    <a:pt x="1538829" y="2642682"/>
                  </a:lnTo>
                  <a:cubicBezTo>
                    <a:pt x="1547323" y="2627089"/>
                    <a:pt x="1555310" y="2610988"/>
                    <a:pt x="1562663" y="2594887"/>
                  </a:cubicBezTo>
                  <a:lnTo>
                    <a:pt x="1579017" y="2602367"/>
                  </a:lnTo>
                  <a:cubicBezTo>
                    <a:pt x="1571537" y="2618975"/>
                    <a:pt x="1563297" y="2635456"/>
                    <a:pt x="1554676" y="2651303"/>
                  </a:cubicBezTo>
                  <a:close/>
                  <a:moveTo>
                    <a:pt x="4818443" y="2645091"/>
                  </a:moveTo>
                  <a:lnTo>
                    <a:pt x="4802469" y="2636597"/>
                  </a:lnTo>
                  <a:cubicBezTo>
                    <a:pt x="4810709" y="2620877"/>
                    <a:pt x="4818696" y="2604776"/>
                    <a:pt x="4825923" y="2588548"/>
                  </a:cubicBezTo>
                  <a:lnTo>
                    <a:pt x="4842404" y="2595901"/>
                  </a:lnTo>
                  <a:cubicBezTo>
                    <a:pt x="4835051" y="2612509"/>
                    <a:pt x="4826937" y="2628990"/>
                    <a:pt x="4818443" y="2645091"/>
                  </a:cubicBezTo>
                  <a:close/>
                  <a:moveTo>
                    <a:pt x="6636943" y="2640781"/>
                  </a:moveTo>
                  <a:cubicBezTo>
                    <a:pt x="6628449" y="2624680"/>
                    <a:pt x="6620462" y="2608072"/>
                    <a:pt x="6613236" y="2591464"/>
                  </a:cubicBezTo>
                  <a:lnTo>
                    <a:pt x="6629717" y="2584238"/>
                  </a:lnTo>
                  <a:cubicBezTo>
                    <a:pt x="6636816" y="2600465"/>
                    <a:pt x="6644676" y="2616693"/>
                    <a:pt x="6652917" y="2632540"/>
                  </a:cubicBezTo>
                  <a:lnTo>
                    <a:pt x="6636943" y="2640781"/>
                  </a:lnTo>
                  <a:close/>
                  <a:moveTo>
                    <a:pt x="8104903" y="2638499"/>
                  </a:moveTo>
                  <a:lnTo>
                    <a:pt x="8088929" y="2630131"/>
                  </a:lnTo>
                  <a:cubicBezTo>
                    <a:pt x="8097169" y="2614284"/>
                    <a:pt x="8104903" y="2598057"/>
                    <a:pt x="8112002" y="2581956"/>
                  </a:cubicBezTo>
                  <a:lnTo>
                    <a:pt x="8128483" y="2589182"/>
                  </a:lnTo>
                  <a:cubicBezTo>
                    <a:pt x="8121131" y="2605790"/>
                    <a:pt x="8113270" y="2622398"/>
                    <a:pt x="8104903" y="2638499"/>
                  </a:cubicBezTo>
                  <a:close/>
                  <a:moveTo>
                    <a:pt x="3350610" y="2634315"/>
                  </a:moveTo>
                  <a:cubicBezTo>
                    <a:pt x="3342369" y="2618087"/>
                    <a:pt x="3334509" y="2601353"/>
                    <a:pt x="3327283" y="2584745"/>
                  </a:cubicBezTo>
                  <a:lnTo>
                    <a:pt x="3343891" y="2577645"/>
                  </a:lnTo>
                  <a:cubicBezTo>
                    <a:pt x="3350863" y="2594000"/>
                    <a:pt x="3358597" y="2610227"/>
                    <a:pt x="3366710" y="2626201"/>
                  </a:cubicBezTo>
                  <a:lnTo>
                    <a:pt x="3350610" y="2634315"/>
                  </a:lnTo>
                  <a:close/>
                  <a:moveTo>
                    <a:pt x="86970" y="2627849"/>
                  </a:moveTo>
                  <a:cubicBezTo>
                    <a:pt x="78856" y="2611622"/>
                    <a:pt x="71122" y="2594887"/>
                    <a:pt x="64150" y="2578026"/>
                  </a:cubicBezTo>
                  <a:lnTo>
                    <a:pt x="80757" y="2571053"/>
                  </a:lnTo>
                  <a:cubicBezTo>
                    <a:pt x="87730" y="2587534"/>
                    <a:pt x="95210" y="2603888"/>
                    <a:pt x="103070" y="2619735"/>
                  </a:cubicBezTo>
                  <a:lnTo>
                    <a:pt x="86970" y="2627849"/>
                  </a:lnTo>
                  <a:close/>
                  <a:moveTo>
                    <a:pt x="1600189" y="2552036"/>
                  </a:moveTo>
                  <a:lnTo>
                    <a:pt x="1583328" y="2545571"/>
                  </a:lnTo>
                  <a:cubicBezTo>
                    <a:pt x="1589666" y="2528963"/>
                    <a:pt x="1595498" y="2511974"/>
                    <a:pt x="1600696" y="2494986"/>
                  </a:cubicBezTo>
                  <a:lnTo>
                    <a:pt x="1617938" y="2500311"/>
                  </a:lnTo>
                  <a:cubicBezTo>
                    <a:pt x="1612613" y="2517679"/>
                    <a:pt x="1606655" y="2535175"/>
                    <a:pt x="1600189" y="2552036"/>
                  </a:cubicBezTo>
                  <a:close/>
                  <a:moveTo>
                    <a:pt x="4863069" y="2545317"/>
                  </a:moveTo>
                  <a:lnTo>
                    <a:pt x="4846207" y="2539105"/>
                  </a:lnTo>
                  <a:cubicBezTo>
                    <a:pt x="4852419" y="2522370"/>
                    <a:pt x="4858124" y="2505255"/>
                    <a:pt x="4863069" y="2488394"/>
                  </a:cubicBezTo>
                  <a:lnTo>
                    <a:pt x="4880310" y="2493465"/>
                  </a:lnTo>
                  <a:cubicBezTo>
                    <a:pt x="4875239" y="2510707"/>
                    <a:pt x="4869407" y="2528202"/>
                    <a:pt x="4863069" y="2545317"/>
                  </a:cubicBezTo>
                  <a:close/>
                  <a:moveTo>
                    <a:pt x="6592825" y="2540626"/>
                  </a:moveTo>
                  <a:cubicBezTo>
                    <a:pt x="6586739" y="2523765"/>
                    <a:pt x="6581034" y="2506269"/>
                    <a:pt x="6575836" y="2488647"/>
                  </a:cubicBezTo>
                  <a:lnTo>
                    <a:pt x="6593205" y="2483576"/>
                  </a:lnTo>
                  <a:cubicBezTo>
                    <a:pt x="6598149" y="2500818"/>
                    <a:pt x="6603854" y="2517933"/>
                    <a:pt x="6609813" y="2534414"/>
                  </a:cubicBezTo>
                  <a:lnTo>
                    <a:pt x="6592825" y="2540626"/>
                  </a:lnTo>
                  <a:close/>
                  <a:moveTo>
                    <a:pt x="8148641" y="2538471"/>
                  </a:moveTo>
                  <a:lnTo>
                    <a:pt x="8131653" y="2532386"/>
                  </a:lnTo>
                  <a:cubicBezTo>
                    <a:pt x="8137738" y="2515651"/>
                    <a:pt x="8143190" y="2498536"/>
                    <a:pt x="8148134" y="2481421"/>
                  </a:cubicBezTo>
                  <a:lnTo>
                    <a:pt x="8165503" y="2486365"/>
                  </a:lnTo>
                  <a:cubicBezTo>
                    <a:pt x="8160431" y="2503861"/>
                    <a:pt x="8154726" y="2521356"/>
                    <a:pt x="8148641" y="2538471"/>
                  </a:cubicBezTo>
                  <a:close/>
                  <a:moveTo>
                    <a:pt x="3307379" y="2533780"/>
                  </a:moveTo>
                  <a:cubicBezTo>
                    <a:pt x="3301293" y="2516538"/>
                    <a:pt x="3295715" y="2499043"/>
                    <a:pt x="3290897" y="2481674"/>
                  </a:cubicBezTo>
                  <a:lnTo>
                    <a:pt x="3308266" y="2476857"/>
                  </a:lnTo>
                  <a:cubicBezTo>
                    <a:pt x="3313083" y="2493972"/>
                    <a:pt x="3318408" y="2511087"/>
                    <a:pt x="3324367" y="2527948"/>
                  </a:cubicBezTo>
                  <a:lnTo>
                    <a:pt x="3307379" y="2533780"/>
                  </a:lnTo>
                  <a:close/>
                  <a:moveTo>
                    <a:pt x="44626" y="2526934"/>
                  </a:moveTo>
                  <a:cubicBezTo>
                    <a:pt x="38794" y="2509819"/>
                    <a:pt x="33343" y="2492197"/>
                    <a:pt x="28652" y="2474575"/>
                  </a:cubicBezTo>
                  <a:lnTo>
                    <a:pt x="46020" y="2469884"/>
                  </a:lnTo>
                  <a:cubicBezTo>
                    <a:pt x="50711" y="2487126"/>
                    <a:pt x="55909" y="2504368"/>
                    <a:pt x="61741" y="2520976"/>
                  </a:cubicBezTo>
                  <a:lnTo>
                    <a:pt x="44626" y="2526934"/>
                  </a:lnTo>
                  <a:close/>
                  <a:moveTo>
                    <a:pt x="1632137" y="2447444"/>
                  </a:moveTo>
                  <a:lnTo>
                    <a:pt x="1614515" y="2443261"/>
                  </a:lnTo>
                  <a:cubicBezTo>
                    <a:pt x="1618572" y="2426019"/>
                    <a:pt x="1622122" y="2408270"/>
                    <a:pt x="1624911" y="2390775"/>
                  </a:cubicBezTo>
                  <a:lnTo>
                    <a:pt x="1642660" y="2393691"/>
                  </a:lnTo>
                  <a:cubicBezTo>
                    <a:pt x="1639871" y="2411693"/>
                    <a:pt x="1636321" y="2429822"/>
                    <a:pt x="1632137" y="2447444"/>
                  </a:cubicBezTo>
                  <a:close/>
                  <a:moveTo>
                    <a:pt x="4894129" y="2440472"/>
                  </a:moveTo>
                  <a:lnTo>
                    <a:pt x="4876507" y="2436542"/>
                  </a:lnTo>
                  <a:cubicBezTo>
                    <a:pt x="4880437" y="2419046"/>
                    <a:pt x="4883733" y="2401424"/>
                    <a:pt x="4886522" y="2383929"/>
                  </a:cubicBezTo>
                  <a:lnTo>
                    <a:pt x="4904398" y="2386718"/>
                  </a:lnTo>
                  <a:cubicBezTo>
                    <a:pt x="4901609" y="2404594"/>
                    <a:pt x="4898059" y="2422723"/>
                    <a:pt x="4894129" y="2440472"/>
                  </a:cubicBezTo>
                  <a:close/>
                  <a:moveTo>
                    <a:pt x="6562398" y="2435527"/>
                  </a:moveTo>
                  <a:cubicBezTo>
                    <a:pt x="6558595" y="2417905"/>
                    <a:pt x="6555171" y="2399776"/>
                    <a:pt x="6552509" y="2381774"/>
                  </a:cubicBezTo>
                  <a:lnTo>
                    <a:pt x="6570385" y="2379111"/>
                  </a:lnTo>
                  <a:cubicBezTo>
                    <a:pt x="6573047" y="2396733"/>
                    <a:pt x="6576343" y="2414482"/>
                    <a:pt x="6580020" y="2431724"/>
                  </a:cubicBezTo>
                  <a:lnTo>
                    <a:pt x="6562398" y="2435527"/>
                  </a:lnTo>
                  <a:close/>
                  <a:moveTo>
                    <a:pt x="8178687" y="2433372"/>
                  </a:moveTo>
                  <a:lnTo>
                    <a:pt x="8161065" y="2429569"/>
                  </a:lnTo>
                  <a:cubicBezTo>
                    <a:pt x="8164869" y="2412074"/>
                    <a:pt x="8168039" y="2394451"/>
                    <a:pt x="8170573" y="2376956"/>
                  </a:cubicBezTo>
                  <a:lnTo>
                    <a:pt x="8188450" y="2379619"/>
                  </a:lnTo>
                  <a:cubicBezTo>
                    <a:pt x="8185787" y="2397367"/>
                    <a:pt x="8182491" y="2415496"/>
                    <a:pt x="8178687" y="2433372"/>
                  </a:cubicBezTo>
                  <a:close/>
                  <a:moveTo>
                    <a:pt x="3277839" y="2428428"/>
                  </a:moveTo>
                  <a:cubicBezTo>
                    <a:pt x="3274163" y="2410679"/>
                    <a:pt x="3270993" y="2392550"/>
                    <a:pt x="3268458" y="2374547"/>
                  </a:cubicBezTo>
                  <a:lnTo>
                    <a:pt x="3286333" y="2372012"/>
                  </a:lnTo>
                  <a:cubicBezTo>
                    <a:pt x="3288869" y="2389634"/>
                    <a:pt x="3291912" y="2407383"/>
                    <a:pt x="3295588" y="2424751"/>
                  </a:cubicBezTo>
                  <a:lnTo>
                    <a:pt x="3277839" y="2428428"/>
                  </a:lnTo>
                  <a:close/>
                  <a:moveTo>
                    <a:pt x="16101" y="2421455"/>
                  </a:moveTo>
                  <a:cubicBezTo>
                    <a:pt x="12551" y="2403706"/>
                    <a:pt x="9508" y="2385577"/>
                    <a:pt x="7100" y="2367448"/>
                  </a:cubicBezTo>
                  <a:lnTo>
                    <a:pt x="24975" y="2365039"/>
                  </a:lnTo>
                  <a:cubicBezTo>
                    <a:pt x="27257" y="2382661"/>
                    <a:pt x="30300" y="2400410"/>
                    <a:pt x="33723" y="2417779"/>
                  </a:cubicBezTo>
                  <a:lnTo>
                    <a:pt x="16101" y="2421455"/>
                  </a:lnTo>
                  <a:close/>
                  <a:moveTo>
                    <a:pt x="1649886" y="2339557"/>
                  </a:moveTo>
                  <a:lnTo>
                    <a:pt x="1631883" y="2337782"/>
                  </a:lnTo>
                  <a:cubicBezTo>
                    <a:pt x="1633658" y="2320160"/>
                    <a:pt x="1634799" y="2302157"/>
                    <a:pt x="1635307" y="2284408"/>
                  </a:cubicBezTo>
                  <a:lnTo>
                    <a:pt x="1653309" y="2284916"/>
                  </a:lnTo>
                  <a:cubicBezTo>
                    <a:pt x="1652929" y="2303171"/>
                    <a:pt x="1651661" y="2321554"/>
                    <a:pt x="1649886" y="2339557"/>
                  </a:cubicBezTo>
                  <a:close/>
                  <a:moveTo>
                    <a:pt x="4910991" y="2332457"/>
                  </a:moveTo>
                  <a:lnTo>
                    <a:pt x="4892988" y="2330809"/>
                  </a:lnTo>
                  <a:cubicBezTo>
                    <a:pt x="4894636" y="2312933"/>
                    <a:pt x="4895524" y="2295058"/>
                    <a:pt x="4895904" y="2277435"/>
                  </a:cubicBezTo>
                  <a:lnTo>
                    <a:pt x="4913907" y="2277816"/>
                  </a:lnTo>
                  <a:cubicBezTo>
                    <a:pt x="4913653" y="2295945"/>
                    <a:pt x="4912639" y="2314328"/>
                    <a:pt x="4910991" y="2332457"/>
                  </a:cubicBezTo>
                  <a:close/>
                  <a:moveTo>
                    <a:pt x="6546170" y="2327386"/>
                  </a:moveTo>
                  <a:cubicBezTo>
                    <a:pt x="6544649" y="2309384"/>
                    <a:pt x="6543761" y="2291001"/>
                    <a:pt x="6543381" y="2272745"/>
                  </a:cubicBezTo>
                  <a:lnTo>
                    <a:pt x="6561383" y="2272491"/>
                  </a:lnTo>
                  <a:cubicBezTo>
                    <a:pt x="6561637" y="2290367"/>
                    <a:pt x="6562652" y="2308369"/>
                    <a:pt x="6564046" y="2325991"/>
                  </a:cubicBezTo>
                  <a:lnTo>
                    <a:pt x="6546170" y="2327386"/>
                  </a:lnTo>
                  <a:close/>
                  <a:moveTo>
                    <a:pt x="8194662" y="2325231"/>
                  </a:moveTo>
                  <a:lnTo>
                    <a:pt x="8176659" y="2323836"/>
                  </a:lnTo>
                  <a:cubicBezTo>
                    <a:pt x="8178054" y="2305960"/>
                    <a:pt x="8178941" y="2287958"/>
                    <a:pt x="8179194" y="2270336"/>
                  </a:cubicBezTo>
                  <a:lnTo>
                    <a:pt x="8197197" y="2270590"/>
                  </a:lnTo>
                  <a:cubicBezTo>
                    <a:pt x="8196943" y="2288592"/>
                    <a:pt x="8196056" y="2306975"/>
                    <a:pt x="8194662" y="2325231"/>
                  </a:cubicBezTo>
                  <a:close/>
                  <a:moveTo>
                    <a:pt x="3262626" y="2320160"/>
                  </a:moveTo>
                  <a:cubicBezTo>
                    <a:pt x="3261231" y="2302030"/>
                    <a:pt x="3260471" y="2283648"/>
                    <a:pt x="3260344" y="2265519"/>
                  </a:cubicBezTo>
                  <a:lnTo>
                    <a:pt x="3278346" y="2265392"/>
                  </a:lnTo>
                  <a:cubicBezTo>
                    <a:pt x="3278473" y="2283141"/>
                    <a:pt x="3279234" y="2301143"/>
                    <a:pt x="3280502" y="2318892"/>
                  </a:cubicBezTo>
                  <a:lnTo>
                    <a:pt x="3262626" y="2320160"/>
                  </a:lnTo>
                  <a:close/>
                  <a:moveTo>
                    <a:pt x="1775" y="2312933"/>
                  </a:moveTo>
                  <a:cubicBezTo>
                    <a:pt x="634" y="2294931"/>
                    <a:pt x="0" y="2276548"/>
                    <a:pt x="0" y="2258292"/>
                  </a:cubicBezTo>
                  <a:lnTo>
                    <a:pt x="18002" y="2258292"/>
                  </a:lnTo>
                  <a:cubicBezTo>
                    <a:pt x="18002" y="2276168"/>
                    <a:pt x="18636" y="2294170"/>
                    <a:pt x="19777" y="2311792"/>
                  </a:cubicBezTo>
                  <a:lnTo>
                    <a:pt x="1775" y="2312933"/>
                  </a:lnTo>
                  <a:close/>
                  <a:moveTo>
                    <a:pt x="1635560" y="2230781"/>
                  </a:moveTo>
                  <a:lnTo>
                    <a:pt x="1634926" y="2176647"/>
                  </a:lnTo>
                  <a:lnTo>
                    <a:pt x="1652929" y="2176394"/>
                  </a:lnTo>
                  <a:lnTo>
                    <a:pt x="1653562" y="2230528"/>
                  </a:lnTo>
                  <a:lnTo>
                    <a:pt x="1635560" y="2230781"/>
                  </a:lnTo>
                  <a:close/>
                  <a:moveTo>
                    <a:pt x="4914414" y="2223555"/>
                  </a:moveTo>
                  <a:lnTo>
                    <a:pt x="4896411" y="2223428"/>
                  </a:lnTo>
                  <a:lnTo>
                    <a:pt x="4896665" y="2169294"/>
                  </a:lnTo>
                  <a:lnTo>
                    <a:pt x="4914667" y="2169421"/>
                  </a:lnTo>
                  <a:lnTo>
                    <a:pt x="4914414" y="2223555"/>
                  </a:lnTo>
                  <a:close/>
                  <a:moveTo>
                    <a:pt x="6543254" y="2218611"/>
                  </a:moveTo>
                  <a:lnTo>
                    <a:pt x="6543000" y="2164477"/>
                  </a:lnTo>
                  <a:lnTo>
                    <a:pt x="6561003" y="2164350"/>
                  </a:lnTo>
                  <a:lnTo>
                    <a:pt x="6561256" y="2218484"/>
                  </a:lnTo>
                  <a:lnTo>
                    <a:pt x="6543254" y="2218611"/>
                  </a:lnTo>
                  <a:close/>
                  <a:moveTo>
                    <a:pt x="3260217" y="2211384"/>
                  </a:moveTo>
                  <a:lnTo>
                    <a:pt x="3259964" y="2157250"/>
                  </a:lnTo>
                  <a:lnTo>
                    <a:pt x="3277966" y="2157124"/>
                  </a:lnTo>
                  <a:lnTo>
                    <a:pt x="3278219" y="2211257"/>
                  </a:lnTo>
                  <a:lnTo>
                    <a:pt x="3260217" y="2211384"/>
                  </a:lnTo>
                  <a:close/>
                  <a:moveTo>
                    <a:pt x="1634292" y="2122513"/>
                  </a:moveTo>
                  <a:lnTo>
                    <a:pt x="1633658" y="2068379"/>
                  </a:lnTo>
                  <a:lnTo>
                    <a:pt x="1651661" y="2068125"/>
                  </a:lnTo>
                  <a:lnTo>
                    <a:pt x="1652295" y="2122260"/>
                  </a:lnTo>
                  <a:lnTo>
                    <a:pt x="1634292" y="2122513"/>
                  </a:lnTo>
                  <a:close/>
                  <a:moveTo>
                    <a:pt x="4914794" y="2115287"/>
                  </a:moveTo>
                  <a:lnTo>
                    <a:pt x="4896791" y="2115160"/>
                  </a:lnTo>
                  <a:lnTo>
                    <a:pt x="4897045" y="2061026"/>
                  </a:lnTo>
                  <a:lnTo>
                    <a:pt x="4915047" y="2061153"/>
                  </a:lnTo>
                  <a:lnTo>
                    <a:pt x="4914794" y="2115287"/>
                  </a:lnTo>
                  <a:close/>
                  <a:moveTo>
                    <a:pt x="6542747" y="2110342"/>
                  </a:moveTo>
                  <a:lnTo>
                    <a:pt x="6542494" y="2056208"/>
                  </a:lnTo>
                  <a:lnTo>
                    <a:pt x="6560496" y="2056082"/>
                  </a:lnTo>
                  <a:lnTo>
                    <a:pt x="6560750" y="2110216"/>
                  </a:lnTo>
                  <a:lnTo>
                    <a:pt x="6542747" y="2110342"/>
                  </a:lnTo>
                  <a:close/>
                  <a:moveTo>
                    <a:pt x="3259710" y="2103116"/>
                  </a:moveTo>
                  <a:lnTo>
                    <a:pt x="3259457" y="2048982"/>
                  </a:lnTo>
                  <a:lnTo>
                    <a:pt x="3277459" y="2048855"/>
                  </a:lnTo>
                  <a:lnTo>
                    <a:pt x="3277713" y="2102989"/>
                  </a:lnTo>
                  <a:lnTo>
                    <a:pt x="3259710" y="2103116"/>
                  </a:lnTo>
                  <a:close/>
                  <a:moveTo>
                    <a:pt x="1632898" y="2014245"/>
                  </a:moveTo>
                  <a:lnTo>
                    <a:pt x="1632264" y="1960111"/>
                  </a:lnTo>
                  <a:lnTo>
                    <a:pt x="1650266" y="1959857"/>
                  </a:lnTo>
                  <a:lnTo>
                    <a:pt x="1650900" y="2013991"/>
                  </a:lnTo>
                  <a:lnTo>
                    <a:pt x="1632898" y="2014245"/>
                  </a:lnTo>
                  <a:close/>
                  <a:moveTo>
                    <a:pt x="4915301" y="2007019"/>
                  </a:moveTo>
                  <a:lnTo>
                    <a:pt x="4897299" y="2006892"/>
                  </a:lnTo>
                  <a:lnTo>
                    <a:pt x="4897552" y="1952758"/>
                  </a:lnTo>
                  <a:lnTo>
                    <a:pt x="4915555" y="1952884"/>
                  </a:lnTo>
                  <a:lnTo>
                    <a:pt x="4915301" y="2007019"/>
                  </a:lnTo>
                  <a:close/>
                  <a:moveTo>
                    <a:pt x="6542367" y="2002074"/>
                  </a:moveTo>
                  <a:lnTo>
                    <a:pt x="6542114" y="1947940"/>
                  </a:lnTo>
                  <a:lnTo>
                    <a:pt x="6560116" y="1947813"/>
                  </a:lnTo>
                  <a:lnTo>
                    <a:pt x="6560369" y="2001947"/>
                  </a:lnTo>
                  <a:lnTo>
                    <a:pt x="6542367" y="2002074"/>
                  </a:lnTo>
                  <a:close/>
                  <a:moveTo>
                    <a:pt x="3259330" y="1994848"/>
                  </a:moveTo>
                  <a:lnTo>
                    <a:pt x="3259076" y="1940714"/>
                  </a:lnTo>
                  <a:lnTo>
                    <a:pt x="3277078" y="1940587"/>
                  </a:lnTo>
                  <a:lnTo>
                    <a:pt x="3277332" y="1994721"/>
                  </a:lnTo>
                  <a:lnTo>
                    <a:pt x="3259330" y="1994848"/>
                  </a:lnTo>
                  <a:close/>
                  <a:moveTo>
                    <a:pt x="1631630" y="1905977"/>
                  </a:moveTo>
                  <a:lnTo>
                    <a:pt x="1630996" y="1851843"/>
                  </a:lnTo>
                  <a:lnTo>
                    <a:pt x="1648999" y="1851589"/>
                  </a:lnTo>
                  <a:lnTo>
                    <a:pt x="1649632" y="1905723"/>
                  </a:lnTo>
                  <a:lnTo>
                    <a:pt x="1631630" y="1905977"/>
                  </a:lnTo>
                  <a:close/>
                  <a:moveTo>
                    <a:pt x="4915681" y="1898750"/>
                  </a:moveTo>
                  <a:lnTo>
                    <a:pt x="4897679" y="1898624"/>
                  </a:lnTo>
                  <a:lnTo>
                    <a:pt x="4897932" y="1844489"/>
                  </a:lnTo>
                  <a:lnTo>
                    <a:pt x="4915935" y="1844616"/>
                  </a:lnTo>
                  <a:lnTo>
                    <a:pt x="4915681" y="1898750"/>
                  </a:lnTo>
                  <a:close/>
                  <a:moveTo>
                    <a:pt x="6541987" y="1893806"/>
                  </a:moveTo>
                  <a:lnTo>
                    <a:pt x="6541733" y="1839672"/>
                  </a:lnTo>
                  <a:lnTo>
                    <a:pt x="6559735" y="1839545"/>
                  </a:lnTo>
                  <a:lnTo>
                    <a:pt x="6559989" y="1893679"/>
                  </a:lnTo>
                  <a:lnTo>
                    <a:pt x="6541987" y="1893806"/>
                  </a:lnTo>
                  <a:close/>
                  <a:moveTo>
                    <a:pt x="3258949" y="1886580"/>
                  </a:moveTo>
                  <a:lnTo>
                    <a:pt x="3258696" y="1832446"/>
                  </a:lnTo>
                  <a:lnTo>
                    <a:pt x="3276698" y="1832319"/>
                  </a:lnTo>
                  <a:lnTo>
                    <a:pt x="3276952" y="1886453"/>
                  </a:lnTo>
                  <a:lnTo>
                    <a:pt x="3258949" y="1886580"/>
                  </a:lnTo>
                  <a:close/>
                  <a:moveTo>
                    <a:pt x="1630362" y="1797708"/>
                  </a:moveTo>
                  <a:lnTo>
                    <a:pt x="1629728" y="1743574"/>
                  </a:lnTo>
                  <a:lnTo>
                    <a:pt x="1647731" y="1743321"/>
                  </a:lnTo>
                  <a:lnTo>
                    <a:pt x="1648365" y="1797455"/>
                  </a:lnTo>
                  <a:lnTo>
                    <a:pt x="1630362" y="1797708"/>
                  </a:lnTo>
                  <a:close/>
                  <a:moveTo>
                    <a:pt x="4916062" y="1790482"/>
                  </a:moveTo>
                  <a:lnTo>
                    <a:pt x="4898059" y="1790355"/>
                  </a:lnTo>
                  <a:lnTo>
                    <a:pt x="4898313" y="1736221"/>
                  </a:lnTo>
                  <a:lnTo>
                    <a:pt x="4916315" y="1736348"/>
                  </a:lnTo>
                  <a:lnTo>
                    <a:pt x="4916062" y="1790482"/>
                  </a:lnTo>
                  <a:close/>
                  <a:moveTo>
                    <a:pt x="6541479" y="1785538"/>
                  </a:moveTo>
                  <a:lnTo>
                    <a:pt x="6541226" y="1731404"/>
                  </a:lnTo>
                  <a:lnTo>
                    <a:pt x="6559228" y="1731277"/>
                  </a:lnTo>
                  <a:lnTo>
                    <a:pt x="6559482" y="1785411"/>
                  </a:lnTo>
                  <a:lnTo>
                    <a:pt x="6541479" y="1785538"/>
                  </a:lnTo>
                  <a:close/>
                  <a:moveTo>
                    <a:pt x="3258442" y="1778311"/>
                  </a:moveTo>
                  <a:lnTo>
                    <a:pt x="3258189" y="1724177"/>
                  </a:lnTo>
                  <a:lnTo>
                    <a:pt x="3276191" y="1724051"/>
                  </a:lnTo>
                  <a:lnTo>
                    <a:pt x="3276445" y="1778185"/>
                  </a:lnTo>
                  <a:lnTo>
                    <a:pt x="3258442" y="1778311"/>
                  </a:lnTo>
                  <a:close/>
                  <a:moveTo>
                    <a:pt x="1629094" y="1689440"/>
                  </a:moveTo>
                  <a:lnTo>
                    <a:pt x="1628460" y="1635306"/>
                  </a:lnTo>
                  <a:lnTo>
                    <a:pt x="1646463" y="1635053"/>
                  </a:lnTo>
                  <a:lnTo>
                    <a:pt x="1647097" y="1689187"/>
                  </a:lnTo>
                  <a:lnTo>
                    <a:pt x="1629094" y="1689440"/>
                  </a:lnTo>
                  <a:close/>
                  <a:moveTo>
                    <a:pt x="4916569" y="1682214"/>
                  </a:moveTo>
                  <a:lnTo>
                    <a:pt x="4898567" y="1682087"/>
                  </a:lnTo>
                  <a:lnTo>
                    <a:pt x="4898820" y="1627953"/>
                  </a:lnTo>
                  <a:lnTo>
                    <a:pt x="4916822" y="1628080"/>
                  </a:lnTo>
                  <a:lnTo>
                    <a:pt x="4916569" y="1682214"/>
                  </a:lnTo>
                  <a:close/>
                  <a:moveTo>
                    <a:pt x="6541099" y="1677270"/>
                  </a:moveTo>
                  <a:lnTo>
                    <a:pt x="6540845" y="1623135"/>
                  </a:lnTo>
                  <a:lnTo>
                    <a:pt x="6558848" y="1623009"/>
                  </a:lnTo>
                  <a:lnTo>
                    <a:pt x="6559101" y="1677143"/>
                  </a:lnTo>
                  <a:lnTo>
                    <a:pt x="6541099" y="1677270"/>
                  </a:lnTo>
                  <a:close/>
                  <a:moveTo>
                    <a:pt x="3258062" y="1670043"/>
                  </a:moveTo>
                  <a:lnTo>
                    <a:pt x="3257808" y="1615909"/>
                  </a:lnTo>
                  <a:lnTo>
                    <a:pt x="3275811" y="1615782"/>
                  </a:lnTo>
                  <a:lnTo>
                    <a:pt x="3276064" y="1669916"/>
                  </a:lnTo>
                  <a:lnTo>
                    <a:pt x="3258062" y="1670043"/>
                  </a:lnTo>
                  <a:close/>
                  <a:moveTo>
                    <a:pt x="1627826" y="1581172"/>
                  </a:moveTo>
                  <a:lnTo>
                    <a:pt x="1627193" y="1527038"/>
                  </a:lnTo>
                  <a:lnTo>
                    <a:pt x="1645195" y="1526784"/>
                  </a:lnTo>
                  <a:lnTo>
                    <a:pt x="1645829" y="1580919"/>
                  </a:lnTo>
                  <a:lnTo>
                    <a:pt x="1627826" y="1581172"/>
                  </a:lnTo>
                  <a:close/>
                  <a:moveTo>
                    <a:pt x="4916949" y="1573946"/>
                  </a:moveTo>
                  <a:lnTo>
                    <a:pt x="4898947" y="1573819"/>
                  </a:lnTo>
                  <a:lnTo>
                    <a:pt x="4899200" y="1519685"/>
                  </a:lnTo>
                  <a:lnTo>
                    <a:pt x="4917202" y="1519812"/>
                  </a:lnTo>
                  <a:lnTo>
                    <a:pt x="4916949" y="1573946"/>
                  </a:lnTo>
                  <a:close/>
                  <a:moveTo>
                    <a:pt x="6540592" y="1569001"/>
                  </a:moveTo>
                  <a:lnTo>
                    <a:pt x="6540465" y="1514867"/>
                  </a:lnTo>
                  <a:lnTo>
                    <a:pt x="6558468" y="1514741"/>
                  </a:lnTo>
                  <a:lnTo>
                    <a:pt x="6558722" y="1568875"/>
                  </a:lnTo>
                  <a:lnTo>
                    <a:pt x="6540592" y="1569001"/>
                  </a:lnTo>
                  <a:close/>
                  <a:moveTo>
                    <a:pt x="3257555" y="1561775"/>
                  </a:moveTo>
                  <a:lnTo>
                    <a:pt x="3257301" y="1507641"/>
                  </a:lnTo>
                  <a:lnTo>
                    <a:pt x="3275304" y="1507514"/>
                  </a:lnTo>
                  <a:lnTo>
                    <a:pt x="3275557" y="1561648"/>
                  </a:lnTo>
                  <a:lnTo>
                    <a:pt x="3257555" y="1561775"/>
                  </a:lnTo>
                  <a:close/>
                  <a:moveTo>
                    <a:pt x="1626559" y="1472904"/>
                  </a:moveTo>
                  <a:lnTo>
                    <a:pt x="1625925" y="1418770"/>
                  </a:lnTo>
                  <a:lnTo>
                    <a:pt x="1643927" y="1418516"/>
                  </a:lnTo>
                  <a:lnTo>
                    <a:pt x="1644561" y="1472650"/>
                  </a:lnTo>
                  <a:lnTo>
                    <a:pt x="1626559" y="1472904"/>
                  </a:lnTo>
                  <a:close/>
                  <a:moveTo>
                    <a:pt x="4917456" y="1465804"/>
                  </a:moveTo>
                  <a:lnTo>
                    <a:pt x="4899454" y="1465678"/>
                  </a:lnTo>
                  <a:lnTo>
                    <a:pt x="4899707" y="1411543"/>
                  </a:lnTo>
                  <a:lnTo>
                    <a:pt x="4917710" y="1411670"/>
                  </a:lnTo>
                  <a:lnTo>
                    <a:pt x="4917456" y="1465804"/>
                  </a:lnTo>
                  <a:close/>
                  <a:moveTo>
                    <a:pt x="6540212" y="1460733"/>
                  </a:moveTo>
                  <a:lnTo>
                    <a:pt x="6539958" y="1406599"/>
                  </a:lnTo>
                  <a:lnTo>
                    <a:pt x="6557961" y="1406472"/>
                  </a:lnTo>
                  <a:lnTo>
                    <a:pt x="6558214" y="1460606"/>
                  </a:lnTo>
                  <a:lnTo>
                    <a:pt x="6540212" y="1460733"/>
                  </a:lnTo>
                  <a:close/>
                  <a:moveTo>
                    <a:pt x="3257175" y="1453507"/>
                  </a:moveTo>
                  <a:lnTo>
                    <a:pt x="3256921" y="1399373"/>
                  </a:lnTo>
                  <a:lnTo>
                    <a:pt x="3274923" y="1399246"/>
                  </a:lnTo>
                  <a:lnTo>
                    <a:pt x="3275177" y="1453380"/>
                  </a:lnTo>
                  <a:lnTo>
                    <a:pt x="3257175" y="1453507"/>
                  </a:lnTo>
                  <a:close/>
                  <a:moveTo>
                    <a:pt x="1625291" y="1364636"/>
                  </a:moveTo>
                  <a:lnTo>
                    <a:pt x="1624657" y="1310502"/>
                  </a:lnTo>
                  <a:lnTo>
                    <a:pt x="1642660" y="1310248"/>
                  </a:lnTo>
                  <a:lnTo>
                    <a:pt x="1643293" y="1364382"/>
                  </a:lnTo>
                  <a:lnTo>
                    <a:pt x="1625291" y="1364636"/>
                  </a:lnTo>
                  <a:close/>
                  <a:moveTo>
                    <a:pt x="4917837" y="1357536"/>
                  </a:moveTo>
                  <a:lnTo>
                    <a:pt x="4899834" y="1357409"/>
                  </a:lnTo>
                  <a:lnTo>
                    <a:pt x="4900088" y="1303275"/>
                  </a:lnTo>
                  <a:lnTo>
                    <a:pt x="4918090" y="1303402"/>
                  </a:lnTo>
                  <a:lnTo>
                    <a:pt x="4917837" y="1357536"/>
                  </a:lnTo>
                  <a:close/>
                  <a:moveTo>
                    <a:pt x="6539831" y="1352465"/>
                  </a:moveTo>
                  <a:lnTo>
                    <a:pt x="6539578" y="1298331"/>
                  </a:lnTo>
                  <a:lnTo>
                    <a:pt x="6557580" y="1298204"/>
                  </a:lnTo>
                  <a:lnTo>
                    <a:pt x="6557834" y="1352338"/>
                  </a:lnTo>
                  <a:lnTo>
                    <a:pt x="6539831" y="1352465"/>
                  </a:lnTo>
                  <a:close/>
                  <a:moveTo>
                    <a:pt x="3256794" y="1345239"/>
                  </a:moveTo>
                  <a:lnTo>
                    <a:pt x="3256541" y="1291105"/>
                  </a:lnTo>
                  <a:lnTo>
                    <a:pt x="3274543" y="1290978"/>
                  </a:lnTo>
                  <a:lnTo>
                    <a:pt x="3274797" y="1345112"/>
                  </a:lnTo>
                  <a:lnTo>
                    <a:pt x="3256794" y="1345239"/>
                  </a:lnTo>
                  <a:close/>
                  <a:moveTo>
                    <a:pt x="1623896" y="1256494"/>
                  </a:moveTo>
                  <a:lnTo>
                    <a:pt x="1623262" y="1202360"/>
                  </a:lnTo>
                  <a:lnTo>
                    <a:pt x="1641265" y="1202107"/>
                  </a:lnTo>
                  <a:lnTo>
                    <a:pt x="1641899" y="1256241"/>
                  </a:lnTo>
                  <a:lnTo>
                    <a:pt x="1623896" y="1256494"/>
                  </a:lnTo>
                  <a:close/>
                  <a:moveTo>
                    <a:pt x="4918217" y="1249268"/>
                  </a:moveTo>
                  <a:lnTo>
                    <a:pt x="4900214" y="1249141"/>
                  </a:lnTo>
                  <a:lnTo>
                    <a:pt x="4900468" y="1195007"/>
                  </a:lnTo>
                  <a:lnTo>
                    <a:pt x="4918470" y="1195134"/>
                  </a:lnTo>
                  <a:lnTo>
                    <a:pt x="4918217" y="1249268"/>
                  </a:lnTo>
                  <a:close/>
                  <a:moveTo>
                    <a:pt x="6539324" y="1244197"/>
                  </a:moveTo>
                  <a:lnTo>
                    <a:pt x="6539070" y="1190063"/>
                  </a:lnTo>
                  <a:lnTo>
                    <a:pt x="6557073" y="1189936"/>
                  </a:lnTo>
                  <a:lnTo>
                    <a:pt x="6557326" y="1244070"/>
                  </a:lnTo>
                  <a:lnTo>
                    <a:pt x="6539324" y="1244197"/>
                  </a:lnTo>
                  <a:close/>
                  <a:moveTo>
                    <a:pt x="3256287" y="1236971"/>
                  </a:moveTo>
                  <a:lnTo>
                    <a:pt x="3256033" y="1182836"/>
                  </a:lnTo>
                  <a:lnTo>
                    <a:pt x="3274036" y="1182710"/>
                  </a:lnTo>
                  <a:lnTo>
                    <a:pt x="3274289" y="1236844"/>
                  </a:lnTo>
                  <a:lnTo>
                    <a:pt x="3256287" y="1236971"/>
                  </a:lnTo>
                  <a:close/>
                  <a:moveTo>
                    <a:pt x="1622629" y="1148226"/>
                  </a:moveTo>
                  <a:lnTo>
                    <a:pt x="1621995" y="1094092"/>
                  </a:lnTo>
                  <a:lnTo>
                    <a:pt x="1639997" y="1093838"/>
                  </a:lnTo>
                  <a:lnTo>
                    <a:pt x="1640631" y="1147973"/>
                  </a:lnTo>
                  <a:lnTo>
                    <a:pt x="1622629" y="1148226"/>
                  </a:lnTo>
                  <a:close/>
                  <a:moveTo>
                    <a:pt x="4918724" y="1141000"/>
                  </a:moveTo>
                  <a:lnTo>
                    <a:pt x="4900722" y="1140873"/>
                  </a:lnTo>
                  <a:lnTo>
                    <a:pt x="4900975" y="1086739"/>
                  </a:lnTo>
                  <a:lnTo>
                    <a:pt x="4918978" y="1086866"/>
                  </a:lnTo>
                  <a:lnTo>
                    <a:pt x="4918724" y="1141000"/>
                  </a:lnTo>
                  <a:close/>
                  <a:moveTo>
                    <a:pt x="6538944" y="1135929"/>
                  </a:moveTo>
                  <a:lnTo>
                    <a:pt x="6538690" y="1081795"/>
                  </a:lnTo>
                  <a:lnTo>
                    <a:pt x="6556693" y="1081668"/>
                  </a:lnTo>
                  <a:lnTo>
                    <a:pt x="6556946" y="1135802"/>
                  </a:lnTo>
                  <a:lnTo>
                    <a:pt x="6538944" y="1135929"/>
                  </a:lnTo>
                  <a:close/>
                  <a:moveTo>
                    <a:pt x="3255907" y="1128702"/>
                  </a:moveTo>
                  <a:lnTo>
                    <a:pt x="3255653" y="1074568"/>
                  </a:lnTo>
                  <a:lnTo>
                    <a:pt x="3273656" y="1074441"/>
                  </a:lnTo>
                  <a:lnTo>
                    <a:pt x="3273909" y="1128576"/>
                  </a:lnTo>
                  <a:lnTo>
                    <a:pt x="3255907" y="1128702"/>
                  </a:lnTo>
                  <a:close/>
                  <a:moveTo>
                    <a:pt x="1621361" y="1039958"/>
                  </a:moveTo>
                  <a:lnTo>
                    <a:pt x="1620727" y="985824"/>
                  </a:lnTo>
                  <a:lnTo>
                    <a:pt x="1638729" y="985570"/>
                  </a:lnTo>
                  <a:lnTo>
                    <a:pt x="1639363" y="1039704"/>
                  </a:lnTo>
                  <a:lnTo>
                    <a:pt x="1621361" y="1039958"/>
                  </a:lnTo>
                  <a:close/>
                  <a:moveTo>
                    <a:pt x="4919104" y="1032732"/>
                  </a:moveTo>
                  <a:lnTo>
                    <a:pt x="4901102" y="1032605"/>
                  </a:lnTo>
                  <a:lnTo>
                    <a:pt x="4901355" y="978471"/>
                  </a:lnTo>
                  <a:lnTo>
                    <a:pt x="4919358" y="978597"/>
                  </a:lnTo>
                  <a:lnTo>
                    <a:pt x="4919104" y="1032732"/>
                  </a:lnTo>
                  <a:close/>
                  <a:moveTo>
                    <a:pt x="6538564" y="1027660"/>
                  </a:moveTo>
                  <a:lnTo>
                    <a:pt x="6538310" y="973526"/>
                  </a:lnTo>
                  <a:lnTo>
                    <a:pt x="6556313" y="973400"/>
                  </a:lnTo>
                  <a:lnTo>
                    <a:pt x="6556566" y="1027534"/>
                  </a:lnTo>
                  <a:lnTo>
                    <a:pt x="6538564" y="1027660"/>
                  </a:lnTo>
                  <a:close/>
                  <a:moveTo>
                    <a:pt x="3255526" y="1020434"/>
                  </a:moveTo>
                  <a:lnTo>
                    <a:pt x="3255273" y="966300"/>
                  </a:lnTo>
                  <a:lnTo>
                    <a:pt x="3273275" y="966173"/>
                  </a:lnTo>
                  <a:lnTo>
                    <a:pt x="3273529" y="1020307"/>
                  </a:lnTo>
                  <a:lnTo>
                    <a:pt x="3255526" y="1020434"/>
                  </a:lnTo>
                  <a:close/>
                  <a:moveTo>
                    <a:pt x="1620093" y="931690"/>
                  </a:moveTo>
                  <a:lnTo>
                    <a:pt x="1619459" y="877556"/>
                  </a:lnTo>
                  <a:lnTo>
                    <a:pt x="1637462" y="877302"/>
                  </a:lnTo>
                  <a:lnTo>
                    <a:pt x="1638096" y="931436"/>
                  </a:lnTo>
                  <a:lnTo>
                    <a:pt x="1620093" y="931690"/>
                  </a:lnTo>
                  <a:close/>
                  <a:moveTo>
                    <a:pt x="4919485" y="924463"/>
                  </a:moveTo>
                  <a:lnTo>
                    <a:pt x="4901482" y="924337"/>
                  </a:lnTo>
                  <a:lnTo>
                    <a:pt x="4901736" y="870202"/>
                  </a:lnTo>
                  <a:lnTo>
                    <a:pt x="4919738" y="870329"/>
                  </a:lnTo>
                  <a:lnTo>
                    <a:pt x="4919485" y="924463"/>
                  </a:lnTo>
                  <a:close/>
                  <a:moveTo>
                    <a:pt x="6538057" y="919392"/>
                  </a:moveTo>
                  <a:lnTo>
                    <a:pt x="6537803" y="865258"/>
                  </a:lnTo>
                  <a:lnTo>
                    <a:pt x="6555805" y="865131"/>
                  </a:lnTo>
                  <a:lnTo>
                    <a:pt x="6556059" y="919265"/>
                  </a:lnTo>
                  <a:lnTo>
                    <a:pt x="6538057" y="919392"/>
                  </a:lnTo>
                  <a:close/>
                  <a:moveTo>
                    <a:pt x="3255019" y="912166"/>
                  </a:moveTo>
                  <a:lnTo>
                    <a:pt x="3254766" y="858032"/>
                  </a:lnTo>
                  <a:lnTo>
                    <a:pt x="3272768" y="857905"/>
                  </a:lnTo>
                  <a:lnTo>
                    <a:pt x="3273022" y="912039"/>
                  </a:lnTo>
                  <a:lnTo>
                    <a:pt x="3255019" y="912166"/>
                  </a:lnTo>
                  <a:close/>
                  <a:moveTo>
                    <a:pt x="1636955" y="823295"/>
                  </a:moveTo>
                  <a:lnTo>
                    <a:pt x="1618952" y="823168"/>
                  </a:lnTo>
                  <a:cubicBezTo>
                    <a:pt x="1619079" y="804912"/>
                    <a:pt x="1619713" y="786529"/>
                    <a:pt x="1620981" y="768527"/>
                  </a:cubicBezTo>
                  <a:lnTo>
                    <a:pt x="1638983" y="769794"/>
                  </a:lnTo>
                  <a:cubicBezTo>
                    <a:pt x="1637715" y="787543"/>
                    <a:pt x="1636955" y="805546"/>
                    <a:pt x="1636955" y="823295"/>
                  </a:cubicBezTo>
                  <a:close/>
                  <a:moveTo>
                    <a:pt x="4919992" y="816195"/>
                  </a:moveTo>
                  <a:lnTo>
                    <a:pt x="4901989" y="815942"/>
                  </a:lnTo>
                  <a:cubicBezTo>
                    <a:pt x="4902243" y="797686"/>
                    <a:pt x="4903003" y="779430"/>
                    <a:pt x="4904525" y="761300"/>
                  </a:cubicBezTo>
                  <a:lnTo>
                    <a:pt x="4922527" y="762695"/>
                  </a:lnTo>
                  <a:cubicBezTo>
                    <a:pt x="4921006" y="780444"/>
                    <a:pt x="4920245" y="798446"/>
                    <a:pt x="4919992" y="816195"/>
                  </a:cubicBezTo>
                  <a:close/>
                  <a:moveTo>
                    <a:pt x="6537549" y="811251"/>
                  </a:moveTo>
                  <a:cubicBezTo>
                    <a:pt x="6537169" y="793502"/>
                    <a:pt x="6536282" y="775500"/>
                    <a:pt x="6534760" y="757751"/>
                  </a:cubicBezTo>
                  <a:lnTo>
                    <a:pt x="6552763" y="756229"/>
                  </a:lnTo>
                  <a:cubicBezTo>
                    <a:pt x="6554284" y="774232"/>
                    <a:pt x="6555298" y="792614"/>
                    <a:pt x="6555552" y="810871"/>
                  </a:cubicBezTo>
                  <a:lnTo>
                    <a:pt x="6537549" y="811251"/>
                  </a:lnTo>
                  <a:close/>
                  <a:moveTo>
                    <a:pt x="3254386" y="804151"/>
                  </a:moveTo>
                  <a:cubicBezTo>
                    <a:pt x="3253878" y="786402"/>
                    <a:pt x="3252864" y="768400"/>
                    <a:pt x="3251216" y="750778"/>
                  </a:cubicBezTo>
                  <a:lnTo>
                    <a:pt x="3269218" y="749130"/>
                  </a:lnTo>
                  <a:cubicBezTo>
                    <a:pt x="3270866" y="767132"/>
                    <a:pt x="3272007" y="785515"/>
                    <a:pt x="3272515" y="803771"/>
                  </a:cubicBezTo>
                  <a:lnTo>
                    <a:pt x="3254386" y="804151"/>
                  </a:lnTo>
                  <a:close/>
                  <a:moveTo>
                    <a:pt x="1644308" y="716675"/>
                  </a:moveTo>
                  <a:lnTo>
                    <a:pt x="1626432" y="714266"/>
                  </a:lnTo>
                  <a:cubicBezTo>
                    <a:pt x="1628841" y="696263"/>
                    <a:pt x="1632010" y="678134"/>
                    <a:pt x="1635560" y="660385"/>
                  </a:cubicBezTo>
                  <a:lnTo>
                    <a:pt x="1653182" y="663935"/>
                  </a:lnTo>
                  <a:cubicBezTo>
                    <a:pt x="1649759" y="681304"/>
                    <a:pt x="1646716" y="699053"/>
                    <a:pt x="1644308" y="716675"/>
                  </a:cubicBezTo>
                  <a:close/>
                  <a:moveTo>
                    <a:pt x="4928359" y="709575"/>
                  </a:moveTo>
                  <a:lnTo>
                    <a:pt x="4910483" y="707040"/>
                  </a:lnTo>
                  <a:cubicBezTo>
                    <a:pt x="4913146" y="689164"/>
                    <a:pt x="4916315" y="671035"/>
                    <a:pt x="4920119" y="653159"/>
                  </a:cubicBezTo>
                  <a:lnTo>
                    <a:pt x="4937741" y="656962"/>
                  </a:lnTo>
                  <a:cubicBezTo>
                    <a:pt x="4934064" y="674458"/>
                    <a:pt x="4930895" y="692080"/>
                    <a:pt x="4928359" y="709575"/>
                  </a:cubicBezTo>
                  <a:close/>
                  <a:moveTo>
                    <a:pt x="6528548" y="704631"/>
                  </a:moveTo>
                  <a:cubicBezTo>
                    <a:pt x="6525886" y="687009"/>
                    <a:pt x="6522589" y="669387"/>
                    <a:pt x="6518786" y="652018"/>
                  </a:cubicBezTo>
                  <a:lnTo>
                    <a:pt x="6536409" y="648088"/>
                  </a:lnTo>
                  <a:cubicBezTo>
                    <a:pt x="6540339" y="665837"/>
                    <a:pt x="6543635" y="683966"/>
                    <a:pt x="6546424" y="701842"/>
                  </a:cubicBezTo>
                  <a:lnTo>
                    <a:pt x="6528548" y="704631"/>
                  </a:lnTo>
                  <a:close/>
                  <a:moveTo>
                    <a:pt x="3244497" y="697658"/>
                  </a:moveTo>
                  <a:cubicBezTo>
                    <a:pt x="3241708" y="680036"/>
                    <a:pt x="3238285" y="662414"/>
                    <a:pt x="3234228" y="645172"/>
                  </a:cubicBezTo>
                  <a:lnTo>
                    <a:pt x="3251850" y="641115"/>
                  </a:lnTo>
                  <a:cubicBezTo>
                    <a:pt x="3255907" y="658737"/>
                    <a:pt x="3259457" y="676866"/>
                    <a:pt x="3262372" y="694869"/>
                  </a:cubicBezTo>
                  <a:lnTo>
                    <a:pt x="3244497" y="697658"/>
                  </a:lnTo>
                  <a:close/>
                  <a:moveTo>
                    <a:pt x="1665733" y="611829"/>
                  </a:moveTo>
                  <a:lnTo>
                    <a:pt x="1648365" y="607012"/>
                  </a:lnTo>
                  <a:cubicBezTo>
                    <a:pt x="1653182" y="589517"/>
                    <a:pt x="1658634" y="571894"/>
                    <a:pt x="1664592" y="554779"/>
                  </a:cubicBezTo>
                  <a:lnTo>
                    <a:pt x="1681580" y="560738"/>
                  </a:lnTo>
                  <a:cubicBezTo>
                    <a:pt x="1675875" y="577599"/>
                    <a:pt x="1670551" y="594714"/>
                    <a:pt x="1665733" y="611829"/>
                  </a:cubicBezTo>
                  <a:close/>
                  <a:moveTo>
                    <a:pt x="4950672" y="604983"/>
                  </a:moveTo>
                  <a:lnTo>
                    <a:pt x="4933304" y="600039"/>
                  </a:lnTo>
                  <a:cubicBezTo>
                    <a:pt x="4938248" y="582417"/>
                    <a:pt x="4943953" y="564922"/>
                    <a:pt x="4950038" y="547933"/>
                  </a:cubicBezTo>
                  <a:lnTo>
                    <a:pt x="4967026" y="554019"/>
                  </a:lnTo>
                  <a:cubicBezTo>
                    <a:pt x="4961068" y="570753"/>
                    <a:pt x="4955617" y="587868"/>
                    <a:pt x="4950672" y="604983"/>
                  </a:cubicBezTo>
                  <a:close/>
                  <a:moveTo>
                    <a:pt x="6505602" y="600293"/>
                  </a:moveTo>
                  <a:cubicBezTo>
                    <a:pt x="6500657" y="583178"/>
                    <a:pt x="6494952" y="566063"/>
                    <a:pt x="6488993" y="549455"/>
                  </a:cubicBezTo>
                  <a:lnTo>
                    <a:pt x="6505982" y="543243"/>
                  </a:lnTo>
                  <a:cubicBezTo>
                    <a:pt x="6512194" y="560231"/>
                    <a:pt x="6517899" y="577726"/>
                    <a:pt x="6523097" y="595222"/>
                  </a:cubicBezTo>
                  <a:lnTo>
                    <a:pt x="6505602" y="600293"/>
                  </a:lnTo>
                  <a:close/>
                  <a:moveTo>
                    <a:pt x="3220536" y="593447"/>
                  </a:moveTo>
                  <a:cubicBezTo>
                    <a:pt x="3215465" y="576458"/>
                    <a:pt x="3209633" y="559470"/>
                    <a:pt x="3203421" y="542736"/>
                  </a:cubicBezTo>
                  <a:lnTo>
                    <a:pt x="3220282" y="536397"/>
                  </a:lnTo>
                  <a:cubicBezTo>
                    <a:pt x="3226621" y="553385"/>
                    <a:pt x="3232580" y="570880"/>
                    <a:pt x="3237777" y="588249"/>
                  </a:cubicBezTo>
                  <a:lnTo>
                    <a:pt x="3220536" y="593447"/>
                  </a:lnTo>
                  <a:close/>
                  <a:moveTo>
                    <a:pt x="1700977" y="510788"/>
                  </a:moveTo>
                  <a:lnTo>
                    <a:pt x="1684369" y="503688"/>
                  </a:lnTo>
                  <a:cubicBezTo>
                    <a:pt x="1691469" y="487080"/>
                    <a:pt x="1699202" y="470345"/>
                    <a:pt x="1707443" y="453991"/>
                  </a:cubicBezTo>
                  <a:lnTo>
                    <a:pt x="1723544" y="462105"/>
                  </a:lnTo>
                  <a:cubicBezTo>
                    <a:pt x="1715557" y="478079"/>
                    <a:pt x="1707950" y="494433"/>
                    <a:pt x="1700977" y="510788"/>
                  </a:cubicBezTo>
                  <a:close/>
                  <a:moveTo>
                    <a:pt x="4986804" y="504322"/>
                  </a:moveTo>
                  <a:lnTo>
                    <a:pt x="4970322" y="497096"/>
                  </a:lnTo>
                  <a:cubicBezTo>
                    <a:pt x="4977676" y="480361"/>
                    <a:pt x="4985536" y="463626"/>
                    <a:pt x="4993776" y="447652"/>
                  </a:cubicBezTo>
                  <a:lnTo>
                    <a:pt x="5009750" y="455893"/>
                  </a:lnTo>
                  <a:cubicBezTo>
                    <a:pt x="5001637" y="471613"/>
                    <a:pt x="4993903" y="487841"/>
                    <a:pt x="4986804" y="504322"/>
                  </a:cubicBezTo>
                  <a:close/>
                  <a:moveTo>
                    <a:pt x="6468836" y="499885"/>
                  </a:moveTo>
                  <a:cubicBezTo>
                    <a:pt x="6461736" y="483784"/>
                    <a:pt x="6453876" y="467556"/>
                    <a:pt x="6445636" y="451709"/>
                  </a:cubicBezTo>
                  <a:lnTo>
                    <a:pt x="6461609" y="443342"/>
                  </a:lnTo>
                  <a:cubicBezTo>
                    <a:pt x="6470104" y="459443"/>
                    <a:pt x="6478091" y="476050"/>
                    <a:pt x="6485317" y="492532"/>
                  </a:cubicBezTo>
                  <a:lnTo>
                    <a:pt x="6468836" y="499885"/>
                  </a:lnTo>
                  <a:close/>
                  <a:moveTo>
                    <a:pt x="3183010" y="493292"/>
                  </a:moveTo>
                  <a:cubicBezTo>
                    <a:pt x="3175656" y="477191"/>
                    <a:pt x="3167796" y="460964"/>
                    <a:pt x="3159302" y="445370"/>
                  </a:cubicBezTo>
                  <a:lnTo>
                    <a:pt x="3175276" y="436876"/>
                  </a:lnTo>
                  <a:cubicBezTo>
                    <a:pt x="3183897" y="452850"/>
                    <a:pt x="3192011" y="469331"/>
                    <a:pt x="3199491" y="485939"/>
                  </a:cubicBezTo>
                  <a:lnTo>
                    <a:pt x="3183010" y="493292"/>
                  </a:lnTo>
                  <a:close/>
                  <a:moveTo>
                    <a:pt x="1749280" y="415197"/>
                  </a:moveTo>
                  <a:lnTo>
                    <a:pt x="1733813" y="405942"/>
                  </a:lnTo>
                  <a:cubicBezTo>
                    <a:pt x="1743068" y="390349"/>
                    <a:pt x="1752956" y="374755"/>
                    <a:pt x="1763225" y="359795"/>
                  </a:cubicBezTo>
                  <a:lnTo>
                    <a:pt x="1778058" y="369937"/>
                  </a:lnTo>
                  <a:cubicBezTo>
                    <a:pt x="1768043" y="384770"/>
                    <a:pt x="1758408" y="399984"/>
                    <a:pt x="1749280" y="415197"/>
                  </a:cubicBezTo>
                  <a:close/>
                  <a:moveTo>
                    <a:pt x="5035867" y="409112"/>
                  </a:moveTo>
                  <a:lnTo>
                    <a:pt x="5020400" y="399730"/>
                  </a:lnTo>
                  <a:cubicBezTo>
                    <a:pt x="5029781" y="384263"/>
                    <a:pt x="5039797" y="368796"/>
                    <a:pt x="5050193" y="353837"/>
                  </a:cubicBezTo>
                  <a:lnTo>
                    <a:pt x="5065025" y="364232"/>
                  </a:lnTo>
                  <a:cubicBezTo>
                    <a:pt x="5054883" y="378939"/>
                    <a:pt x="5045122" y="394025"/>
                    <a:pt x="5035867" y="409112"/>
                  </a:cubicBezTo>
                  <a:close/>
                  <a:moveTo>
                    <a:pt x="6419266" y="405182"/>
                  </a:moveTo>
                  <a:cubicBezTo>
                    <a:pt x="6410011" y="390095"/>
                    <a:pt x="6400122" y="375009"/>
                    <a:pt x="6389853" y="360556"/>
                  </a:cubicBezTo>
                  <a:lnTo>
                    <a:pt x="6404559" y="350160"/>
                  </a:lnTo>
                  <a:cubicBezTo>
                    <a:pt x="6415082" y="364993"/>
                    <a:pt x="6425224" y="380333"/>
                    <a:pt x="6434606" y="395800"/>
                  </a:cubicBezTo>
                  <a:lnTo>
                    <a:pt x="6419266" y="405182"/>
                  </a:lnTo>
                  <a:close/>
                  <a:moveTo>
                    <a:pt x="3132552" y="399096"/>
                  </a:moveTo>
                  <a:cubicBezTo>
                    <a:pt x="3123170" y="384010"/>
                    <a:pt x="3113155" y="369177"/>
                    <a:pt x="3102759" y="354724"/>
                  </a:cubicBezTo>
                  <a:lnTo>
                    <a:pt x="3117339" y="344202"/>
                  </a:lnTo>
                  <a:cubicBezTo>
                    <a:pt x="3127988" y="358908"/>
                    <a:pt x="3138257" y="374248"/>
                    <a:pt x="3147765" y="389588"/>
                  </a:cubicBezTo>
                  <a:lnTo>
                    <a:pt x="3132552" y="399096"/>
                  </a:lnTo>
                  <a:close/>
                  <a:moveTo>
                    <a:pt x="1809753" y="326960"/>
                  </a:moveTo>
                  <a:lnTo>
                    <a:pt x="1795554" y="315803"/>
                  </a:lnTo>
                  <a:cubicBezTo>
                    <a:pt x="1806710" y="301604"/>
                    <a:pt x="1818627" y="287532"/>
                    <a:pt x="1830798" y="273967"/>
                  </a:cubicBezTo>
                  <a:lnTo>
                    <a:pt x="1844236" y="286011"/>
                  </a:lnTo>
                  <a:cubicBezTo>
                    <a:pt x="1832319" y="299322"/>
                    <a:pt x="1820656" y="313141"/>
                    <a:pt x="1809753" y="326960"/>
                  </a:cubicBezTo>
                  <a:close/>
                  <a:moveTo>
                    <a:pt x="5097227" y="321382"/>
                  </a:moveTo>
                  <a:lnTo>
                    <a:pt x="5083155" y="310098"/>
                  </a:lnTo>
                  <a:cubicBezTo>
                    <a:pt x="5094565" y="295899"/>
                    <a:pt x="5106482" y="281954"/>
                    <a:pt x="5118779" y="268515"/>
                  </a:cubicBezTo>
                  <a:lnTo>
                    <a:pt x="5132091" y="280686"/>
                  </a:lnTo>
                  <a:cubicBezTo>
                    <a:pt x="5120047" y="293871"/>
                    <a:pt x="5108257" y="307563"/>
                    <a:pt x="5097227" y="321382"/>
                  </a:cubicBezTo>
                  <a:close/>
                  <a:moveTo>
                    <a:pt x="6357525" y="317959"/>
                  </a:moveTo>
                  <a:cubicBezTo>
                    <a:pt x="6346368" y="304267"/>
                    <a:pt x="6334578" y="290575"/>
                    <a:pt x="6322534" y="277516"/>
                  </a:cubicBezTo>
                  <a:lnTo>
                    <a:pt x="6335846" y="265219"/>
                  </a:lnTo>
                  <a:cubicBezTo>
                    <a:pt x="6348270" y="278657"/>
                    <a:pt x="6360314" y="292476"/>
                    <a:pt x="6371597" y="306549"/>
                  </a:cubicBezTo>
                  <a:lnTo>
                    <a:pt x="6357525" y="317959"/>
                  </a:lnTo>
                  <a:close/>
                  <a:moveTo>
                    <a:pt x="3070051" y="312380"/>
                  </a:moveTo>
                  <a:cubicBezTo>
                    <a:pt x="3058767" y="298688"/>
                    <a:pt x="3046850" y="285250"/>
                    <a:pt x="3034679" y="272192"/>
                  </a:cubicBezTo>
                  <a:lnTo>
                    <a:pt x="3047864" y="259768"/>
                  </a:lnTo>
                  <a:cubicBezTo>
                    <a:pt x="3060289" y="273079"/>
                    <a:pt x="3072459" y="286771"/>
                    <a:pt x="3083996" y="300844"/>
                  </a:cubicBezTo>
                  <a:lnTo>
                    <a:pt x="3070051" y="312380"/>
                  </a:lnTo>
                  <a:close/>
                  <a:moveTo>
                    <a:pt x="1881382" y="247470"/>
                  </a:moveTo>
                  <a:lnTo>
                    <a:pt x="1868831" y="234539"/>
                  </a:lnTo>
                  <a:cubicBezTo>
                    <a:pt x="1881762" y="221861"/>
                    <a:pt x="1895454" y="209437"/>
                    <a:pt x="1909273" y="197647"/>
                  </a:cubicBezTo>
                  <a:lnTo>
                    <a:pt x="1920937" y="211339"/>
                  </a:lnTo>
                  <a:cubicBezTo>
                    <a:pt x="1907372" y="222875"/>
                    <a:pt x="1894060" y="235046"/>
                    <a:pt x="1881382" y="247470"/>
                  </a:cubicBezTo>
                  <a:close/>
                  <a:moveTo>
                    <a:pt x="5169491" y="242526"/>
                  </a:moveTo>
                  <a:lnTo>
                    <a:pt x="5157066" y="229468"/>
                  </a:lnTo>
                  <a:cubicBezTo>
                    <a:pt x="5170124" y="217043"/>
                    <a:pt x="5183817" y="204746"/>
                    <a:pt x="5197762" y="192956"/>
                  </a:cubicBezTo>
                  <a:lnTo>
                    <a:pt x="5209299" y="206775"/>
                  </a:lnTo>
                  <a:cubicBezTo>
                    <a:pt x="5195607" y="218311"/>
                    <a:pt x="5182168" y="230355"/>
                    <a:pt x="5169491" y="242526"/>
                  </a:cubicBezTo>
                  <a:close/>
                  <a:moveTo>
                    <a:pt x="6284881" y="239356"/>
                  </a:moveTo>
                  <a:cubicBezTo>
                    <a:pt x="6272077" y="227186"/>
                    <a:pt x="6258511" y="215269"/>
                    <a:pt x="6244819" y="203859"/>
                  </a:cubicBezTo>
                  <a:lnTo>
                    <a:pt x="6256356" y="189913"/>
                  </a:lnTo>
                  <a:cubicBezTo>
                    <a:pt x="6270429" y="201577"/>
                    <a:pt x="6284120" y="213747"/>
                    <a:pt x="6297305" y="226172"/>
                  </a:cubicBezTo>
                  <a:lnTo>
                    <a:pt x="6284881" y="239356"/>
                  </a:lnTo>
                  <a:close/>
                  <a:moveTo>
                    <a:pt x="2996773" y="234539"/>
                  </a:moveTo>
                  <a:cubicBezTo>
                    <a:pt x="2983715" y="222368"/>
                    <a:pt x="2970150" y="210578"/>
                    <a:pt x="2956458" y="199421"/>
                  </a:cubicBezTo>
                  <a:lnTo>
                    <a:pt x="2967868" y="185476"/>
                  </a:lnTo>
                  <a:cubicBezTo>
                    <a:pt x="2981940" y="196886"/>
                    <a:pt x="2995759" y="209057"/>
                    <a:pt x="3009070" y="221354"/>
                  </a:cubicBezTo>
                  <a:lnTo>
                    <a:pt x="2996773" y="234539"/>
                  </a:lnTo>
                  <a:close/>
                  <a:moveTo>
                    <a:pt x="1962647" y="177996"/>
                  </a:moveTo>
                  <a:lnTo>
                    <a:pt x="1951871" y="163543"/>
                  </a:lnTo>
                  <a:cubicBezTo>
                    <a:pt x="1966450" y="152640"/>
                    <a:pt x="1981537" y="142245"/>
                    <a:pt x="1996750" y="132356"/>
                  </a:cubicBezTo>
                  <a:lnTo>
                    <a:pt x="2006512" y="147443"/>
                  </a:lnTo>
                  <a:cubicBezTo>
                    <a:pt x="1991679" y="157078"/>
                    <a:pt x="1976973" y="167347"/>
                    <a:pt x="1962647" y="177996"/>
                  </a:cubicBezTo>
                  <a:close/>
                  <a:moveTo>
                    <a:pt x="5251389" y="173812"/>
                  </a:moveTo>
                  <a:lnTo>
                    <a:pt x="5240740" y="159233"/>
                  </a:lnTo>
                  <a:cubicBezTo>
                    <a:pt x="5255446" y="148457"/>
                    <a:pt x="5270659" y="138061"/>
                    <a:pt x="5285872" y="128426"/>
                  </a:cubicBezTo>
                  <a:lnTo>
                    <a:pt x="5295508" y="143639"/>
                  </a:lnTo>
                  <a:cubicBezTo>
                    <a:pt x="5280675" y="153021"/>
                    <a:pt x="5265841" y="163163"/>
                    <a:pt x="5251389" y="173812"/>
                  </a:cubicBezTo>
                  <a:close/>
                  <a:moveTo>
                    <a:pt x="6202602" y="171150"/>
                  </a:moveTo>
                  <a:cubicBezTo>
                    <a:pt x="6188150" y="160754"/>
                    <a:pt x="6173190" y="150612"/>
                    <a:pt x="6158230" y="141230"/>
                  </a:cubicBezTo>
                  <a:lnTo>
                    <a:pt x="6167865" y="125890"/>
                  </a:lnTo>
                  <a:cubicBezTo>
                    <a:pt x="6183205" y="135525"/>
                    <a:pt x="6198545" y="145794"/>
                    <a:pt x="6213252" y="156444"/>
                  </a:cubicBezTo>
                  <a:lnTo>
                    <a:pt x="6202602" y="171150"/>
                  </a:lnTo>
                  <a:close/>
                  <a:moveTo>
                    <a:pt x="2913734" y="166966"/>
                  </a:moveTo>
                  <a:cubicBezTo>
                    <a:pt x="2899281" y="156697"/>
                    <a:pt x="2884194" y="146809"/>
                    <a:pt x="2869108" y="137427"/>
                  </a:cubicBezTo>
                  <a:lnTo>
                    <a:pt x="2878616" y="122087"/>
                  </a:lnTo>
                  <a:cubicBezTo>
                    <a:pt x="2894083" y="131595"/>
                    <a:pt x="2909423" y="141738"/>
                    <a:pt x="2924256" y="152260"/>
                  </a:cubicBezTo>
                  <a:lnTo>
                    <a:pt x="2913734" y="166966"/>
                  </a:lnTo>
                  <a:close/>
                  <a:moveTo>
                    <a:pt x="2052405" y="119932"/>
                  </a:moveTo>
                  <a:lnTo>
                    <a:pt x="2043658" y="104211"/>
                  </a:lnTo>
                  <a:cubicBezTo>
                    <a:pt x="2059505" y="95337"/>
                    <a:pt x="2075859" y="86970"/>
                    <a:pt x="2092214" y="79236"/>
                  </a:cubicBezTo>
                  <a:lnTo>
                    <a:pt x="2099947" y="95590"/>
                  </a:lnTo>
                  <a:cubicBezTo>
                    <a:pt x="2083846" y="102944"/>
                    <a:pt x="2067872" y="111184"/>
                    <a:pt x="2052405" y="119932"/>
                  </a:cubicBezTo>
                  <a:close/>
                  <a:moveTo>
                    <a:pt x="5341655" y="116509"/>
                  </a:moveTo>
                  <a:lnTo>
                    <a:pt x="5333034" y="100662"/>
                  </a:lnTo>
                  <a:cubicBezTo>
                    <a:pt x="5349008" y="91914"/>
                    <a:pt x="5365489" y="83673"/>
                    <a:pt x="5381843" y="76067"/>
                  </a:cubicBezTo>
                  <a:lnTo>
                    <a:pt x="5389450" y="92421"/>
                  </a:lnTo>
                  <a:cubicBezTo>
                    <a:pt x="5373349" y="99774"/>
                    <a:pt x="5357248" y="107888"/>
                    <a:pt x="5341655" y="116509"/>
                  </a:cubicBezTo>
                  <a:close/>
                  <a:moveTo>
                    <a:pt x="6111830" y="114227"/>
                  </a:moveTo>
                  <a:cubicBezTo>
                    <a:pt x="6096236" y="105859"/>
                    <a:pt x="6080135" y="97746"/>
                    <a:pt x="6063908" y="90393"/>
                  </a:cubicBezTo>
                  <a:lnTo>
                    <a:pt x="6071387" y="73911"/>
                  </a:lnTo>
                  <a:cubicBezTo>
                    <a:pt x="6087995" y="81518"/>
                    <a:pt x="6104477" y="89632"/>
                    <a:pt x="6120450" y="98253"/>
                  </a:cubicBezTo>
                  <a:lnTo>
                    <a:pt x="6111830" y="114227"/>
                  </a:lnTo>
                  <a:close/>
                  <a:moveTo>
                    <a:pt x="2822580" y="110804"/>
                  </a:moveTo>
                  <a:cubicBezTo>
                    <a:pt x="2806860" y="102436"/>
                    <a:pt x="2790632" y="94576"/>
                    <a:pt x="2774405" y="87350"/>
                  </a:cubicBezTo>
                  <a:lnTo>
                    <a:pt x="2781758" y="70869"/>
                  </a:lnTo>
                  <a:cubicBezTo>
                    <a:pt x="2798366" y="78222"/>
                    <a:pt x="2814974" y="86336"/>
                    <a:pt x="2831074" y="94830"/>
                  </a:cubicBezTo>
                  <a:lnTo>
                    <a:pt x="2822580" y="110804"/>
                  </a:lnTo>
                  <a:close/>
                  <a:moveTo>
                    <a:pt x="2149010" y="74165"/>
                  </a:moveTo>
                  <a:lnTo>
                    <a:pt x="2142418" y="57430"/>
                  </a:lnTo>
                  <a:cubicBezTo>
                    <a:pt x="2159279" y="50838"/>
                    <a:pt x="2176521" y="44626"/>
                    <a:pt x="2193889" y="39048"/>
                  </a:cubicBezTo>
                  <a:lnTo>
                    <a:pt x="2199341" y="56289"/>
                  </a:lnTo>
                  <a:cubicBezTo>
                    <a:pt x="2182353" y="61614"/>
                    <a:pt x="2165364" y="67699"/>
                    <a:pt x="2149010" y="74165"/>
                  </a:cubicBezTo>
                  <a:close/>
                  <a:moveTo>
                    <a:pt x="5438513" y="71629"/>
                  </a:moveTo>
                  <a:lnTo>
                    <a:pt x="5432047" y="54768"/>
                  </a:lnTo>
                  <a:cubicBezTo>
                    <a:pt x="5449035" y="48302"/>
                    <a:pt x="5466404" y="42217"/>
                    <a:pt x="5483772" y="36892"/>
                  </a:cubicBezTo>
                  <a:lnTo>
                    <a:pt x="5489097" y="54134"/>
                  </a:lnTo>
                  <a:cubicBezTo>
                    <a:pt x="5472109" y="59332"/>
                    <a:pt x="5455121" y="65164"/>
                    <a:pt x="5438513" y="71629"/>
                  </a:cubicBezTo>
                  <a:close/>
                  <a:moveTo>
                    <a:pt x="6014464" y="69855"/>
                  </a:moveTo>
                  <a:cubicBezTo>
                    <a:pt x="5997730" y="63516"/>
                    <a:pt x="5980741" y="57811"/>
                    <a:pt x="5963753" y="52613"/>
                  </a:cubicBezTo>
                  <a:lnTo>
                    <a:pt x="5968951" y="35371"/>
                  </a:lnTo>
                  <a:cubicBezTo>
                    <a:pt x="5986320" y="40569"/>
                    <a:pt x="6003815" y="46527"/>
                    <a:pt x="6020803" y="52993"/>
                  </a:cubicBezTo>
                  <a:lnTo>
                    <a:pt x="6014464" y="69855"/>
                  </a:lnTo>
                  <a:close/>
                  <a:moveTo>
                    <a:pt x="2724708" y="67319"/>
                  </a:moveTo>
                  <a:cubicBezTo>
                    <a:pt x="2708100" y="61234"/>
                    <a:pt x="2690985" y="55529"/>
                    <a:pt x="2673870" y="50584"/>
                  </a:cubicBezTo>
                  <a:lnTo>
                    <a:pt x="2678941" y="33216"/>
                  </a:lnTo>
                  <a:cubicBezTo>
                    <a:pt x="2696436" y="38414"/>
                    <a:pt x="2713932" y="44119"/>
                    <a:pt x="2730920" y="50331"/>
                  </a:cubicBezTo>
                  <a:lnTo>
                    <a:pt x="2724708" y="67319"/>
                  </a:lnTo>
                  <a:close/>
                  <a:moveTo>
                    <a:pt x="2250812" y="41583"/>
                  </a:moveTo>
                  <a:lnTo>
                    <a:pt x="2246502" y="24088"/>
                  </a:lnTo>
                  <a:cubicBezTo>
                    <a:pt x="2264124" y="19777"/>
                    <a:pt x="2282127" y="15974"/>
                    <a:pt x="2300002" y="12678"/>
                  </a:cubicBezTo>
                  <a:lnTo>
                    <a:pt x="2303172" y="30427"/>
                  </a:lnTo>
                  <a:cubicBezTo>
                    <a:pt x="2285676" y="33596"/>
                    <a:pt x="2268054" y="37273"/>
                    <a:pt x="2250812" y="41583"/>
                  </a:cubicBezTo>
                  <a:close/>
                  <a:moveTo>
                    <a:pt x="5540696" y="39935"/>
                  </a:moveTo>
                  <a:lnTo>
                    <a:pt x="5536512" y="22440"/>
                  </a:lnTo>
                  <a:cubicBezTo>
                    <a:pt x="5554134" y="18256"/>
                    <a:pt x="5572136" y="14579"/>
                    <a:pt x="5590139" y="11537"/>
                  </a:cubicBezTo>
                  <a:lnTo>
                    <a:pt x="5593182" y="29286"/>
                  </a:lnTo>
                  <a:cubicBezTo>
                    <a:pt x="5575560" y="32202"/>
                    <a:pt x="5557937" y="35878"/>
                    <a:pt x="5540696" y="39935"/>
                  </a:cubicBezTo>
                  <a:close/>
                  <a:moveTo>
                    <a:pt x="5912028" y="38794"/>
                  </a:moveTo>
                  <a:cubicBezTo>
                    <a:pt x="5894786" y="34737"/>
                    <a:pt x="5877164" y="31314"/>
                    <a:pt x="5859542" y="28398"/>
                  </a:cubicBezTo>
                  <a:lnTo>
                    <a:pt x="5862458" y="10523"/>
                  </a:lnTo>
                  <a:cubicBezTo>
                    <a:pt x="5880460" y="13438"/>
                    <a:pt x="5898463" y="16988"/>
                    <a:pt x="5916212" y="21045"/>
                  </a:cubicBezTo>
                  <a:lnTo>
                    <a:pt x="5912028" y="38794"/>
                  </a:lnTo>
                  <a:close/>
                  <a:moveTo>
                    <a:pt x="2622145" y="37146"/>
                  </a:moveTo>
                  <a:cubicBezTo>
                    <a:pt x="2604903" y="33343"/>
                    <a:pt x="2587154" y="29920"/>
                    <a:pt x="2569532" y="27257"/>
                  </a:cubicBezTo>
                  <a:lnTo>
                    <a:pt x="2572321" y="9382"/>
                  </a:lnTo>
                  <a:cubicBezTo>
                    <a:pt x="2590324" y="12171"/>
                    <a:pt x="2608453" y="15594"/>
                    <a:pt x="2626075" y="19524"/>
                  </a:cubicBezTo>
                  <a:lnTo>
                    <a:pt x="2622145" y="37146"/>
                  </a:lnTo>
                  <a:close/>
                  <a:moveTo>
                    <a:pt x="2356165" y="22820"/>
                  </a:moveTo>
                  <a:lnTo>
                    <a:pt x="2354136" y="4944"/>
                  </a:lnTo>
                  <a:cubicBezTo>
                    <a:pt x="2372139" y="2916"/>
                    <a:pt x="2390522" y="1521"/>
                    <a:pt x="2408651" y="761"/>
                  </a:cubicBezTo>
                  <a:lnTo>
                    <a:pt x="2409412" y="18763"/>
                  </a:lnTo>
                  <a:cubicBezTo>
                    <a:pt x="2391663" y="19524"/>
                    <a:pt x="2373787" y="20918"/>
                    <a:pt x="2356165" y="22820"/>
                  </a:cubicBezTo>
                  <a:close/>
                  <a:moveTo>
                    <a:pt x="5646175" y="22059"/>
                  </a:moveTo>
                  <a:lnTo>
                    <a:pt x="5644400" y="4057"/>
                  </a:lnTo>
                  <a:cubicBezTo>
                    <a:pt x="5662403" y="2282"/>
                    <a:pt x="5680785" y="1014"/>
                    <a:pt x="5698914" y="380"/>
                  </a:cubicBezTo>
                  <a:lnTo>
                    <a:pt x="5699548" y="18383"/>
                  </a:lnTo>
                  <a:cubicBezTo>
                    <a:pt x="5681673" y="19143"/>
                    <a:pt x="5663797" y="20284"/>
                    <a:pt x="5646175" y="22059"/>
                  </a:cubicBezTo>
                  <a:close/>
                  <a:moveTo>
                    <a:pt x="5806422" y="21552"/>
                  </a:moveTo>
                  <a:cubicBezTo>
                    <a:pt x="5788673" y="19904"/>
                    <a:pt x="5770797" y="18763"/>
                    <a:pt x="5753049" y="18256"/>
                  </a:cubicBezTo>
                  <a:lnTo>
                    <a:pt x="5753555" y="254"/>
                  </a:lnTo>
                  <a:cubicBezTo>
                    <a:pt x="5771685" y="761"/>
                    <a:pt x="5790067" y="1902"/>
                    <a:pt x="5808070" y="3677"/>
                  </a:cubicBezTo>
                  <a:lnTo>
                    <a:pt x="5806422" y="21552"/>
                  </a:lnTo>
                  <a:close/>
                  <a:moveTo>
                    <a:pt x="2516412" y="20918"/>
                  </a:moveTo>
                  <a:cubicBezTo>
                    <a:pt x="2498790" y="19397"/>
                    <a:pt x="2480787" y="18383"/>
                    <a:pt x="2463039" y="18002"/>
                  </a:cubicBezTo>
                  <a:lnTo>
                    <a:pt x="2463419" y="0"/>
                  </a:lnTo>
                  <a:cubicBezTo>
                    <a:pt x="2481548" y="380"/>
                    <a:pt x="2499931" y="1395"/>
                    <a:pt x="2518060" y="2916"/>
                  </a:cubicBezTo>
                  <a:lnTo>
                    <a:pt x="2516412" y="20918"/>
                  </a:lnTo>
                  <a:close/>
                </a:path>
              </a:pathLst>
            </a:custGeom>
            <a:solidFill>
              <a:schemeClr val="bg1"/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B17C673-5DEB-43EE-A73F-5DB65E02AFB6}"/>
                </a:ext>
              </a:extLst>
            </p:cNvPr>
            <p:cNvSpPr/>
            <p:nvPr/>
          </p:nvSpPr>
          <p:spPr>
            <a:xfrm>
              <a:off x="10215766" y="4593670"/>
              <a:ext cx="88744" cy="88744"/>
            </a:xfrm>
            <a:custGeom>
              <a:avLst/>
              <a:gdLst>
                <a:gd name="connsiteX0" fmla="*/ 90519 w 88744"/>
                <a:gd name="connsiteY0" fmla="*/ 45260 h 88744"/>
                <a:gd name="connsiteX1" fmla="*/ 45260 w 88744"/>
                <a:gd name="connsiteY1" fmla="*/ 90519 h 88744"/>
                <a:gd name="connsiteX2" fmla="*/ 0 w 88744"/>
                <a:gd name="connsiteY2" fmla="*/ 45260 h 88744"/>
                <a:gd name="connsiteX3" fmla="*/ 45260 w 88744"/>
                <a:gd name="connsiteY3" fmla="*/ 0 h 88744"/>
                <a:gd name="connsiteX4" fmla="*/ 90519 w 88744"/>
                <a:gd name="connsiteY4" fmla="*/ 45260 h 8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44" h="88744">
                  <a:moveTo>
                    <a:pt x="90519" y="45260"/>
                  </a:moveTo>
                  <a:cubicBezTo>
                    <a:pt x="90519" y="70256"/>
                    <a:pt x="70256" y="90519"/>
                    <a:pt x="45260" y="90519"/>
                  </a:cubicBezTo>
                  <a:cubicBezTo>
                    <a:pt x="20263" y="90519"/>
                    <a:pt x="0" y="70256"/>
                    <a:pt x="0" y="45260"/>
                  </a:cubicBezTo>
                  <a:cubicBezTo>
                    <a:pt x="0" y="20263"/>
                    <a:pt x="20263" y="0"/>
                    <a:pt x="45260" y="0"/>
                  </a:cubicBezTo>
                  <a:cubicBezTo>
                    <a:pt x="70256" y="0"/>
                    <a:pt x="90519" y="20263"/>
                    <a:pt x="90519" y="45260"/>
                  </a:cubicBezTo>
                  <a:close/>
                </a:path>
              </a:pathLst>
            </a:custGeom>
            <a:solidFill>
              <a:srgbClr val="F57F25"/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703933A-FD89-4045-951D-C2BA4B69526C}"/>
                </a:ext>
              </a:extLst>
            </p:cNvPr>
            <p:cNvSpPr/>
            <p:nvPr/>
          </p:nvSpPr>
          <p:spPr>
            <a:xfrm>
              <a:off x="5293746" y="3746668"/>
              <a:ext cx="88744" cy="88744"/>
            </a:xfrm>
            <a:custGeom>
              <a:avLst/>
              <a:gdLst>
                <a:gd name="connsiteX0" fmla="*/ 90519 w 88744"/>
                <a:gd name="connsiteY0" fmla="*/ 45260 h 88744"/>
                <a:gd name="connsiteX1" fmla="*/ 45260 w 88744"/>
                <a:gd name="connsiteY1" fmla="*/ 90519 h 88744"/>
                <a:gd name="connsiteX2" fmla="*/ 0 w 88744"/>
                <a:gd name="connsiteY2" fmla="*/ 45260 h 88744"/>
                <a:gd name="connsiteX3" fmla="*/ 45260 w 88744"/>
                <a:gd name="connsiteY3" fmla="*/ 0 h 88744"/>
                <a:gd name="connsiteX4" fmla="*/ 90519 w 88744"/>
                <a:gd name="connsiteY4" fmla="*/ 45260 h 8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44" h="88744">
                  <a:moveTo>
                    <a:pt x="90519" y="45260"/>
                  </a:moveTo>
                  <a:cubicBezTo>
                    <a:pt x="90519" y="70256"/>
                    <a:pt x="70256" y="90519"/>
                    <a:pt x="45260" y="90519"/>
                  </a:cubicBezTo>
                  <a:cubicBezTo>
                    <a:pt x="20264" y="90519"/>
                    <a:pt x="0" y="70256"/>
                    <a:pt x="0" y="45260"/>
                  </a:cubicBezTo>
                  <a:cubicBezTo>
                    <a:pt x="0" y="20263"/>
                    <a:pt x="20263" y="0"/>
                    <a:pt x="45260" y="0"/>
                  </a:cubicBezTo>
                  <a:cubicBezTo>
                    <a:pt x="70256" y="0"/>
                    <a:pt x="90519" y="20263"/>
                    <a:pt x="90519" y="45260"/>
                  </a:cubicBezTo>
                  <a:close/>
                </a:path>
              </a:pathLst>
            </a:custGeom>
            <a:solidFill>
              <a:srgbClr val="903D85"/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688CEF9-B885-4F00-97E8-9C95F7B4CD5F}"/>
                </a:ext>
              </a:extLst>
            </p:cNvPr>
            <p:cNvSpPr/>
            <p:nvPr/>
          </p:nvSpPr>
          <p:spPr>
            <a:xfrm>
              <a:off x="6932729" y="3538245"/>
              <a:ext cx="88744" cy="88744"/>
            </a:xfrm>
            <a:custGeom>
              <a:avLst/>
              <a:gdLst>
                <a:gd name="connsiteX0" fmla="*/ 90519 w 88744"/>
                <a:gd name="connsiteY0" fmla="*/ 45260 h 88744"/>
                <a:gd name="connsiteX1" fmla="*/ 45260 w 88744"/>
                <a:gd name="connsiteY1" fmla="*/ 90519 h 88744"/>
                <a:gd name="connsiteX2" fmla="*/ 0 w 88744"/>
                <a:gd name="connsiteY2" fmla="*/ 45260 h 88744"/>
                <a:gd name="connsiteX3" fmla="*/ 45260 w 88744"/>
                <a:gd name="connsiteY3" fmla="*/ 0 h 88744"/>
                <a:gd name="connsiteX4" fmla="*/ 90519 w 88744"/>
                <a:gd name="connsiteY4" fmla="*/ 45260 h 8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44" h="88744">
                  <a:moveTo>
                    <a:pt x="90519" y="45260"/>
                  </a:moveTo>
                  <a:cubicBezTo>
                    <a:pt x="90519" y="70256"/>
                    <a:pt x="70256" y="90519"/>
                    <a:pt x="45260" y="90519"/>
                  </a:cubicBezTo>
                  <a:cubicBezTo>
                    <a:pt x="20264" y="90519"/>
                    <a:pt x="0" y="70256"/>
                    <a:pt x="0" y="45260"/>
                  </a:cubicBezTo>
                  <a:cubicBezTo>
                    <a:pt x="0" y="20263"/>
                    <a:pt x="20264" y="0"/>
                    <a:pt x="45260" y="0"/>
                  </a:cubicBezTo>
                  <a:cubicBezTo>
                    <a:pt x="70256" y="0"/>
                    <a:pt x="90519" y="20263"/>
                    <a:pt x="90519" y="45260"/>
                  </a:cubicBezTo>
                  <a:close/>
                </a:path>
              </a:pathLst>
            </a:custGeom>
            <a:solidFill>
              <a:srgbClr val="69B7D5"/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5B5C92-36A7-4C96-AD3E-606FF79EE6E9}"/>
                </a:ext>
              </a:extLst>
            </p:cNvPr>
            <p:cNvSpPr/>
            <p:nvPr/>
          </p:nvSpPr>
          <p:spPr>
            <a:xfrm>
              <a:off x="8580713" y="4151089"/>
              <a:ext cx="88744" cy="88744"/>
            </a:xfrm>
            <a:custGeom>
              <a:avLst/>
              <a:gdLst>
                <a:gd name="connsiteX0" fmla="*/ 90519 w 88744"/>
                <a:gd name="connsiteY0" fmla="*/ 45260 h 88744"/>
                <a:gd name="connsiteX1" fmla="*/ 45259 w 88744"/>
                <a:gd name="connsiteY1" fmla="*/ 90519 h 88744"/>
                <a:gd name="connsiteX2" fmla="*/ -1 w 88744"/>
                <a:gd name="connsiteY2" fmla="*/ 45260 h 88744"/>
                <a:gd name="connsiteX3" fmla="*/ 45259 w 88744"/>
                <a:gd name="connsiteY3" fmla="*/ 0 h 88744"/>
                <a:gd name="connsiteX4" fmla="*/ 90519 w 88744"/>
                <a:gd name="connsiteY4" fmla="*/ 45260 h 8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44" h="88744">
                  <a:moveTo>
                    <a:pt x="90519" y="45260"/>
                  </a:moveTo>
                  <a:cubicBezTo>
                    <a:pt x="90519" y="70256"/>
                    <a:pt x="70256" y="90519"/>
                    <a:pt x="45259" y="90519"/>
                  </a:cubicBezTo>
                  <a:cubicBezTo>
                    <a:pt x="20263" y="90519"/>
                    <a:pt x="-1" y="70256"/>
                    <a:pt x="-1" y="45260"/>
                  </a:cubicBezTo>
                  <a:cubicBezTo>
                    <a:pt x="-1" y="20264"/>
                    <a:pt x="20263" y="0"/>
                    <a:pt x="45259" y="0"/>
                  </a:cubicBezTo>
                  <a:cubicBezTo>
                    <a:pt x="70256" y="0"/>
                    <a:pt x="90519" y="20263"/>
                    <a:pt x="90519" y="45260"/>
                  </a:cubicBezTo>
                  <a:close/>
                </a:path>
              </a:pathLst>
            </a:custGeom>
            <a:solidFill>
              <a:srgbClr val="FFC931"/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9AD37FD-1F9A-430C-AB1D-C5190B527645}"/>
                </a:ext>
              </a:extLst>
            </p:cNvPr>
            <p:cNvSpPr/>
            <p:nvPr/>
          </p:nvSpPr>
          <p:spPr>
            <a:xfrm>
              <a:off x="2038180" y="4523088"/>
              <a:ext cx="88744" cy="88744"/>
            </a:xfrm>
            <a:custGeom>
              <a:avLst/>
              <a:gdLst>
                <a:gd name="connsiteX0" fmla="*/ 90519 w 88744"/>
                <a:gd name="connsiteY0" fmla="*/ 45260 h 88744"/>
                <a:gd name="connsiteX1" fmla="*/ 45260 w 88744"/>
                <a:gd name="connsiteY1" fmla="*/ 90519 h 88744"/>
                <a:gd name="connsiteX2" fmla="*/ 0 w 88744"/>
                <a:gd name="connsiteY2" fmla="*/ 45260 h 88744"/>
                <a:gd name="connsiteX3" fmla="*/ 45260 w 88744"/>
                <a:gd name="connsiteY3" fmla="*/ 0 h 88744"/>
                <a:gd name="connsiteX4" fmla="*/ 90519 w 88744"/>
                <a:gd name="connsiteY4" fmla="*/ 45260 h 8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44" h="88744">
                  <a:moveTo>
                    <a:pt x="90519" y="45260"/>
                  </a:moveTo>
                  <a:cubicBezTo>
                    <a:pt x="90519" y="70256"/>
                    <a:pt x="70256" y="90519"/>
                    <a:pt x="45260" y="90519"/>
                  </a:cubicBezTo>
                  <a:cubicBezTo>
                    <a:pt x="20264" y="90519"/>
                    <a:pt x="0" y="70256"/>
                    <a:pt x="0" y="45260"/>
                  </a:cubicBezTo>
                  <a:cubicBezTo>
                    <a:pt x="0" y="20263"/>
                    <a:pt x="20263" y="0"/>
                    <a:pt x="45260" y="0"/>
                  </a:cubicBezTo>
                  <a:cubicBezTo>
                    <a:pt x="70256" y="0"/>
                    <a:pt x="90519" y="20263"/>
                    <a:pt x="90519" y="45260"/>
                  </a:cubicBezTo>
                  <a:close/>
                </a:path>
              </a:pathLst>
            </a:custGeom>
            <a:solidFill>
              <a:srgbClr val="E368A1"/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FB8392A-0C2C-49BD-B7B2-142D2AABA475}"/>
              </a:ext>
            </a:extLst>
          </p:cNvPr>
          <p:cNvGrpSpPr/>
          <p:nvPr/>
        </p:nvGrpSpPr>
        <p:grpSpPr>
          <a:xfrm>
            <a:off x="2249826" y="2351479"/>
            <a:ext cx="1278836" cy="1418532"/>
            <a:chOff x="2249826" y="2351479"/>
            <a:chExt cx="1278836" cy="14185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EE072AE-CDD3-40D2-ACDB-516B6A013D1A}"/>
                </a:ext>
              </a:extLst>
            </p:cNvPr>
            <p:cNvGrpSpPr/>
            <p:nvPr/>
          </p:nvGrpSpPr>
          <p:grpSpPr>
            <a:xfrm>
              <a:off x="2268828" y="2351479"/>
              <a:ext cx="1255100" cy="329622"/>
              <a:chOff x="2268828" y="2351479"/>
              <a:chExt cx="1255100" cy="329622"/>
            </a:xfrm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B021B2B-37A8-4C92-A055-300EC187369A}"/>
                  </a:ext>
                </a:extLst>
              </p:cNvPr>
              <p:cNvSpPr/>
              <p:nvPr/>
            </p:nvSpPr>
            <p:spPr>
              <a:xfrm>
                <a:off x="2268828" y="2351479"/>
                <a:ext cx="1255100" cy="329622"/>
              </a:xfrm>
              <a:custGeom>
                <a:avLst/>
                <a:gdLst>
                  <a:gd name="connsiteX0" fmla="*/ 1096374 w 1255099"/>
                  <a:gd name="connsiteY0" fmla="*/ 330763 h 329622"/>
                  <a:gd name="connsiteX1" fmla="*/ 165445 w 1255099"/>
                  <a:gd name="connsiteY1" fmla="*/ 330763 h 329622"/>
                  <a:gd name="connsiteX2" fmla="*/ 0 w 1255099"/>
                  <a:gd name="connsiteY2" fmla="*/ 165318 h 329622"/>
                  <a:gd name="connsiteX3" fmla="*/ 165445 w 1255099"/>
                  <a:gd name="connsiteY3" fmla="*/ 0 h 329622"/>
                  <a:gd name="connsiteX4" fmla="*/ 1096374 w 1255099"/>
                  <a:gd name="connsiteY4" fmla="*/ 0 h 329622"/>
                  <a:gd name="connsiteX5" fmla="*/ 1261819 w 1255099"/>
                  <a:gd name="connsiteY5" fmla="*/ 165445 h 329622"/>
                  <a:gd name="connsiteX6" fmla="*/ 1096374 w 1255099"/>
                  <a:gd name="connsiteY6" fmla="*/ 330763 h 329622"/>
                  <a:gd name="connsiteX7" fmla="*/ 165445 w 1255099"/>
                  <a:gd name="connsiteY7" fmla="*/ 18002 h 329622"/>
                  <a:gd name="connsiteX8" fmla="*/ 18129 w 1255099"/>
                  <a:gd name="connsiteY8" fmla="*/ 165318 h 329622"/>
                  <a:gd name="connsiteX9" fmla="*/ 165445 w 1255099"/>
                  <a:gd name="connsiteY9" fmla="*/ 312634 h 329622"/>
                  <a:gd name="connsiteX10" fmla="*/ 1096374 w 1255099"/>
                  <a:gd name="connsiteY10" fmla="*/ 312634 h 329622"/>
                  <a:gd name="connsiteX11" fmla="*/ 1243690 w 1255099"/>
                  <a:gd name="connsiteY11" fmla="*/ 165318 h 329622"/>
                  <a:gd name="connsiteX12" fmla="*/ 1096374 w 1255099"/>
                  <a:gd name="connsiteY12" fmla="*/ 18002 h 329622"/>
                  <a:gd name="connsiteX13" fmla="*/ 165445 w 1255099"/>
                  <a:gd name="connsiteY13" fmla="*/ 18002 h 3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55099" h="329622">
                    <a:moveTo>
                      <a:pt x="1096374" y="330763"/>
                    </a:moveTo>
                    <a:lnTo>
                      <a:pt x="165445" y="330763"/>
                    </a:lnTo>
                    <a:cubicBezTo>
                      <a:pt x="74292" y="330763"/>
                      <a:pt x="0" y="256598"/>
                      <a:pt x="0" y="165318"/>
                    </a:cubicBezTo>
                    <a:cubicBezTo>
                      <a:pt x="0" y="74165"/>
                      <a:pt x="74292" y="0"/>
                      <a:pt x="165445" y="0"/>
                    </a:cubicBezTo>
                    <a:lnTo>
                      <a:pt x="1096374" y="0"/>
                    </a:lnTo>
                    <a:cubicBezTo>
                      <a:pt x="1187527" y="0"/>
                      <a:pt x="1261819" y="74165"/>
                      <a:pt x="1261819" y="165445"/>
                    </a:cubicBezTo>
                    <a:cubicBezTo>
                      <a:pt x="1261819" y="256598"/>
                      <a:pt x="1187654" y="330763"/>
                      <a:pt x="1096374" y="330763"/>
                    </a:cubicBezTo>
                    <a:close/>
                    <a:moveTo>
                      <a:pt x="165445" y="18002"/>
                    </a:moveTo>
                    <a:cubicBezTo>
                      <a:pt x="84180" y="18002"/>
                      <a:pt x="18129" y="84054"/>
                      <a:pt x="18129" y="165318"/>
                    </a:cubicBezTo>
                    <a:cubicBezTo>
                      <a:pt x="18129" y="246583"/>
                      <a:pt x="84180" y="312634"/>
                      <a:pt x="165445" y="312634"/>
                    </a:cubicBezTo>
                    <a:lnTo>
                      <a:pt x="1096374" y="312634"/>
                    </a:lnTo>
                    <a:cubicBezTo>
                      <a:pt x="1177639" y="312634"/>
                      <a:pt x="1243690" y="246583"/>
                      <a:pt x="1243690" y="165318"/>
                    </a:cubicBezTo>
                    <a:cubicBezTo>
                      <a:pt x="1243690" y="84054"/>
                      <a:pt x="1177639" y="18002"/>
                      <a:pt x="1096374" y="18002"/>
                    </a:cubicBezTo>
                    <a:lnTo>
                      <a:pt x="165445" y="18002"/>
                    </a:lnTo>
                    <a:close/>
                  </a:path>
                </a:pathLst>
              </a:custGeom>
              <a:solidFill>
                <a:srgbClr val="E368A1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3D2940D1-E442-407F-B0F5-5494DB3987F7}"/>
                  </a:ext>
                </a:extLst>
              </p:cNvPr>
              <p:cNvSpPr/>
              <p:nvPr/>
            </p:nvSpPr>
            <p:spPr>
              <a:xfrm>
                <a:off x="2612397" y="2362401"/>
                <a:ext cx="59503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rgbClr val="E368A1"/>
                    </a:solidFill>
                    <a:latin typeface="Roboto" pitchFamily="2" charset="0"/>
                    <a:ea typeface="Roboto" pitchFamily="2" charset="0"/>
                  </a:rPr>
                  <a:t>2020</a:t>
                </a:r>
              </a:p>
            </p:txBody>
          </p:sp>
        </p:grp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8B9281D-4CA5-441D-BF62-1BF9BCED3303}"/>
                </a:ext>
              </a:extLst>
            </p:cNvPr>
            <p:cNvSpPr/>
            <p:nvPr/>
          </p:nvSpPr>
          <p:spPr>
            <a:xfrm>
              <a:off x="2249826" y="2815904"/>
              <a:ext cx="127883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 industry. Lorem Ipsum has been the industry's standard dummy text ever since the 1500s,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B1EAC3-CCBF-4FAC-A412-7A55E9E28AE3}"/>
              </a:ext>
            </a:extLst>
          </p:cNvPr>
          <p:cNvGrpSpPr/>
          <p:nvPr/>
        </p:nvGrpSpPr>
        <p:grpSpPr>
          <a:xfrm>
            <a:off x="5525660" y="2351479"/>
            <a:ext cx="1278836" cy="1418532"/>
            <a:chOff x="5525660" y="2351479"/>
            <a:chExt cx="1278836" cy="141853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6D020D5-36C7-4B87-96CA-049090B12E77}"/>
                </a:ext>
              </a:extLst>
            </p:cNvPr>
            <p:cNvGrpSpPr/>
            <p:nvPr/>
          </p:nvGrpSpPr>
          <p:grpSpPr>
            <a:xfrm>
              <a:off x="5540582" y="2351479"/>
              <a:ext cx="1255100" cy="329622"/>
              <a:chOff x="5540582" y="2351479"/>
              <a:chExt cx="1255100" cy="329622"/>
            </a:xfrm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1C80FF30-456B-48F6-85E3-AB0CE47900A8}"/>
                  </a:ext>
                </a:extLst>
              </p:cNvPr>
              <p:cNvSpPr/>
              <p:nvPr/>
            </p:nvSpPr>
            <p:spPr>
              <a:xfrm>
                <a:off x="5540582" y="2351479"/>
                <a:ext cx="1255100" cy="329622"/>
              </a:xfrm>
              <a:custGeom>
                <a:avLst/>
                <a:gdLst>
                  <a:gd name="connsiteX0" fmla="*/ 1096374 w 1255099"/>
                  <a:gd name="connsiteY0" fmla="*/ 330890 h 329622"/>
                  <a:gd name="connsiteX1" fmla="*/ 165445 w 1255099"/>
                  <a:gd name="connsiteY1" fmla="*/ 330890 h 329622"/>
                  <a:gd name="connsiteX2" fmla="*/ 0 w 1255099"/>
                  <a:gd name="connsiteY2" fmla="*/ 165445 h 329622"/>
                  <a:gd name="connsiteX3" fmla="*/ 165445 w 1255099"/>
                  <a:gd name="connsiteY3" fmla="*/ 0 h 329622"/>
                  <a:gd name="connsiteX4" fmla="*/ 1096374 w 1255099"/>
                  <a:gd name="connsiteY4" fmla="*/ 0 h 329622"/>
                  <a:gd name="connsiteX5" fmla="*/ 1261819 w 1255099"/>
                  <a:gd name="connsiteY5" fmla="*/ 165445 h 329622"/>
                  <a:gd name="connsiteX6" fmla="*/ 1096374 w 1255099"/>
                  <a:gd name="connsiteY6" fmla="*/ 330890 h 329622"/>
                  <a:gd name="connsiteX7" fmla="*/ 165445 w 1255099"/>
                  <a:gd name="connsiteY7" fmla="*/ 18129 h 329622"/>
                  <a:gd name="connsiteX8" fmla="*/ 18129 w 1255099"/>
                  <a:gd name="connsiteY8" fmla="*/ 165445 h 329622"/>
                  <a:gd name="connsiteX9" fmla="*/ 165445 w 1255099"/>
                  <a:gd name="connsiteY9" fmla="*/ 312761 h 329622"/>
                  <a:gd name="connsiteX10" fmla="*/ 1096374 w 1255099"/>
                  <a:gd name="connsiteY10" fmla="*/ 312761 h 329622"/>
                  <a:gd name="connsiteX11" fmla="*/ 1243690 w 1255099"/>
                  <a:gd name="connsiteY11" fmla="*/ 165445 h 329622"/>
                  <a:gd name="connsiteX12" fmla="*/ 1096374 w 1255099"/>
                  <a:gd name="connsiteY12" fmla="*/ 18129 h 329622"/>
                  <a:gd name="connsiteX13" fmla="*/ 165445 w 1255099"/>
                  <a:gd name="connsiteY13" fmla="*/ 18129 h 3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55099" h="329622">
                    <a:moveTo>
                      <a:pt x="1096374" y="330890"/>
                    </a:moveTo>
                    <a:lnTo>
                      <a:pt x="165445" y="330890"/>
                    </a:lnTo>
                    <a:cubicBezTo>
                      <a:pt x="74292" y="330890"/>
                      <a:pt x="0" y="256725"/>
                      <a:pt x="0" y="165445"/>
                    </a:cubicBezTo>
                    <a:cubicBezTo>
                      <a:pt x="0" y="74292"/>
                      <a:pt x="74165" y="0"/>
                      <a:pt x="165445" y="0"/>
                    </a:cubicBezTo>
                    <a:lnTo>
                      <a:pt x="1096374" y="0"/>
                    </a:lnTo>
                    <a:cubicBezTo>
                      <a:pt x="1187528" y="0"/>
                      <a:pt x="1261819" y="74165"/>
                      <a:pt x="1261819" y="165445"/>
                    </a:cubicBezTo>
                    <a:cubicBezTo>
                      <a:pt x="1261819" y="256725"/>
                      <a:pt x="1187528" y="330890"/>
                      <a:pt x="1096374" y="330890"/>
                    </a:cubicBezTo>
                    <a:close/>
                    <a:moveTo>
                      <a:pt x="165445" y="18129"/>
                    </a:moveTo>
                    <a:cubicBezTo>
                      <a:pt x="84181" y="18129"/>
                      <a:pt x="18129" y="84180"/>
                      <a:pt x="18129" y="165445"/>
                    </a:cubicBezTo>
                    <a:cubicBezTo>
                      <a:pt x="18129" y="246710"/>
                      <a:pt x="84181" y="312761"/>
                      <a:pt x="165445" y="312761"/>
                    </a:cubicBezTo>
                    <a:lnTo>
                      <a:pt x="1096374" y="312761"/>
                    </a:lnTo>
                    <a:cubicBezTo>
                      <a:pt x="1177639" y="312761"/>
                      <a:pt x="1243690" y="246710"/>
                      <a:pt x="1243690" y="165445"/>
                    </a:cubicBezTo>
                    <a:cubicBezTo>
                      <a:pt x="1243690" y="84180"/>
                      <a:pt x="1177639" y="18129"/>
                      <a:pt x="1096374" y="18129"/>
                    </a:cubicBezTo>
                    <a:lnTo>
                      <a:pt x="165445" y="18129"/>
                    </a:lnTo>
                    <a:close/>
                  </a:path>
                </a:pathLst>
              </a:custGeom>
              <a:solidFill>
                <a:srgbClr val="69B7D5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A1FDE05-C057-432D-A51D-9DAC9D9C3897}"/>
                  </a:ext>
                </a:extLst>
              </p:cNvPr>
              <p:cNvSpPr/>
              <p:nvPr/>
            </p:nvSpPr>
            <p:spPr>
              <a:xfrm>
                <a:off x="5888231" y="2362401"/>
                <a:ext cx="59503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rgbClr val="69B7D5"/>
                    </a:solidFill>
                    <a:latin typeface="Roboto" pitchFamily="2" charset="0"/>
                    <a:ea typeface="Roboto" pitchFamily="2" charset="0"/>
                  </a:rPr>
                  <a:t>2020</a:t>
                </a:r>
              </a:p>
            </p:txBody>
          </p:sp>
        </p:grp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4E39385-64CB-4A59-894C-D9733A5C7751}"/>
                </a:ext>
              </a:extLst>
            </p:cNvPr>
            <p:cNvSpPr/>
            <p:nvPr/>
          </p:nvSpPr>
          <p:spPr>
            <a:xfrm>
              <a:off x="5525660" y="2815904"/>
              <a:ext cx="127883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 industry. Lorem Ipsum has been the industry's standard dummy text ever since the 1500s,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CED1B2E-485A-4CB1-9BF1-1AF9A0074124}"/>
              </a:ext>
            </a:extLst>
          </p:cNvPr>
          <p:cNvGrpSpPr/>
          <p:nvPr/>
        </p:nvGrpSpPr>
        <p:grpSpPr>
          <a:xfrm>
            <a:off x="8782999" y="2351479"/>
            <a:ext cx="1293692" cy="1418532"/>
            <a:chOff x="8782999" y="2351479"/>
            <a:chExt cx="1293692" cy="141853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8AB5EA0-C3F4-4BFC-81AD-C8A2EECC7184}"/>
                </a:ext>
              </a:extLst>
            </p:cNvPr>
            <p:cNvGrpSpPr/>
            <p:nvPr/>
          </p:nvGrpSpPr>
          <p:grpSpPr>
            <a:xfrm>
              <a:off x="8821591" y="2351479"/>
              <a:ext cx="1255100" cy="329622"/>
              <a:chOff x="8821591" y="2351479"/>
              <a:chExt cx="1255100" cy="329622"/>
            </a:xfrm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D603F99-2033-4EE9-8776-184034B6D502}"/>
                  </a:ext>
                </a:extLst>
              </p:cNvPr>
              <p:cNvSpPr/>
              <p:nvPr/>
            </p:nvSpPr>
            <p:spPr>
              <a:xfrm>
                <a:off x="8821591" y="2351479"/>
                <a:ext cx="1255100" cy="329622"/>
              </a:xfrm>
              <a:custGeom>
                <a:avLst/>
                <a:gdLst>
                  <a:gd name="connsiteX0" fmla="*/ 1096374 w 1255099"/>
                  <a:gd name="connsiteY0" fmla="*/ 330890 h 329622"/>
                  <a:gd name="connsiteX1" fmla="*/ 165445 w 1255099"/>
                  <a:gd name="connsiteY1" fmla="*/ 330890 h 329622"/>
                  <a:gd name="connsiteX2" fmla="*/ 0 w 1255099"/>
                  <a:gd name="connsiteY2" fmla="*/ 165445 h 329622"/>
                  <a:gd name="connsiteX3" fmla="*/ 165445 w 1255099"/>
                  <a:gd name="connsiteY3" fmla="*/ 0 h 329622"/>
                  <a:gd name="connsiteX4" fmla="*/ 1096374 w 1255099"/>
                  <a:gd name="connsiteY4" fmla="*/ 0 h 329622"/>
                  <a:gd name="connsiteX5" fmla="*/ 1261819 w 1255099"/>
                  <a:gd name="connsiteY5" fmla="*/ 165445 h 329622"/>
                  <a:gd name="connsiteX6" fmla="*/ 1096374 w 1255099"/>
                  <a:gd name="connsiteY6" fmla="*/ 330890 h 329622"/>
                  <a:gd name="connsiteX7" fmla="*/ 165318 w 1255099"/>
                  <a:gd name="connsiteY7" fmla="*/ 18129 h 329622"/>
                  <a:gd name="connsiteX8" fmla="*/ 18002 w 1255099"/>
                  <a:gd name="connsiteY8" fmla="*/ 165445 h 329622"/>
                  <a:gd name="connsiteX9" fmla="*/ 165318 w 1255099"/>
                  <a:gd name="connsiteY9" fmla="*/ 312761 h 329622"/>
                  <a:gd name="connsiteX10" fmla="*/ 1096247 w 1255099"/>
                  <a:gd name="connsiteY10" fmla="*/ 312761 h 329622"/>
                  <a:gd name="connsiteX11" fmla="*/ 1243563 w 1255099"/>
                  <a:gd name="connsiteY11" fmla="*/ 165445 h 329622"/>
                  <a:gd name="connsiteX12" fmla="*/ 1096247 w 1255099"/>
                  <a:gd name="connsiteY12" fmla="*/ 18129 h 329622"/>
                  <a:gd name="connsiteX13" fmla="*/ 165318 w 1255099"/>
                  <a:gd name="connsiteY13" fmla="*/ 18129 h 3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55099" h="329622">
                    <a:moveTo>
                      <a:pt x="1096374" y="330890"/>
                    </a:moveTo>
                    <a:lnTo>
                      <a:pt x="165445" y="330890"/>
                    </a:lnTo>
                    <a:cubicBezTo>
                      <a:pt x="74292" y="330890"/>
                      <a:pt x="0" y="256725"/>
                      <a:pt x="0" y="165445"/>
                    </a:cubicBezTo>
                    <a:cubicBezTo>
                      <a:pt x="0" y="74292"/>
                      <a:pt x="74165" y="0"/>
                      <a:pt x="165445" y="0"/>
                    </a:cubicBezTo>
                    <a:lnTo>
                      <a:pt x="1096374" y="0"/>
                    </a:lnTo>
                    <a:cubicBezTo>
                      <a:pt x="1187527" y="0"/>
                      <a:pt x="1261819" y="74165"/>
                      <a:pt x="1261819" y="165445"/>
                    </a:cubicBezTo>
                    <a:cubicBezTo>
                      <a:pt x="1261692" y="256725"/>
                      <a:pt x="1187527" y="330890"/>
                      <a:pt x="1096374" y="330890"/>
                    </a:cubicBezTo>
                    <a:close/>
                    <a:moveTo>
                      <a:pt x="165318" y="18129"/>
                    </a:moveTo>
                    <a:cubicBezTo>
                      <a:pt x="84054" y="18129"/>
                      <a:pt x="18002" y="84180"/>
                      <a:pt x="18002" y="165445"/>
                    </a:cubicBezTo>
                    <a:cubicBezTo>
                      <a:pt x="18002" y="246710"/>
                      <a:pt x="84054" y="312761"/>
                      <a:pt x="165318" y="312761"/>
                    </a:cubicBezTo>
                    <a:lnTo>
                      <a:pt x="1096247" y="312761"/>
                    </a:lnTo>
                    <a:cubicBezTo>
                      <a:pt x="1177512" y="312761"/>
                      <a:pt x="1243563" y="246710"/>
                      <a:pt x="1243563" y="165445"/>
                    </a:cubicBezTo>
                    <a:cubicBezTo>
                      <a:pt x="1243563" y="84180"/>
                      <a:pt x="1177385" y="18129"/>
                      <a:pt x="1096247" y="18129"/>
                    </a:cubicBezTo>
                    <a:lnTo>
                      <a:pt x="165318" y="18129"/>
                    </a:lnTo>
                    <a:close/>
                  </a:path>
                </a:pathLst>
              </a:custGeom>
              <a:solidFill>
                <a:srgbClr val="F57F25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AE2864B-C49D-4283-881F-1F461C9A4A61}"/>
                  </a:ext>
                </a:extLst>
              </p:cNvPr>
              <p:cNvSpPr/>
              <p:nvPr/>
            </p:nvSpPr>
            <p:spPr>
              <a:xfrm>
                <a:off x="9145570" y="2362401"/>
                <a:ext cx="59503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rgbClr val="F57F25"/>
                    </a:solidFill>
                    <a:latin typeface="Roboto" pitchFamily="2" charset="0"/>
                    <a:ea typeface="Roboto" pitchFamily="2" charset="0"/>
                  </a:rPr>
                  <a:t>2020</a:t>
                </a:r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322D2F-2F3B-4F8F-8296-1D6A942C83D7}"/>
                </a:ext>
              </a:extLst>
            </p:cNvPr>
            <p:cNvSpPr/>
            <p:nvPr/>
          </p:nvSpPr>
          <p:spPr>
            <a:xfrm>
              <a:off x="8782999" y="2815904"/>
              <a:ext cx="127883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 industry. Lorem Ipsum has been the industry's standard dummy text ever since the 1500s,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7D2AD1-6B65-42B9-A898-A4A4E3F86468}"/>
              </a:ext>
            </a:extLst>
          </p:cNvPr>
          <p:cNvGrpSpPr/>
          <p:nvPr/>
        </p:nvGrpSpPr>
        <p:grpSpPr>
          <a:xfrm>
            <a:off x="3871561" y="4303730"/>
            <a:ext cx="1282603" cy="1426213"/>
            <a:chOff x="3871561" y="4303730"/>
            <a:chExt cx="1282603" cy="142621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1512ED1-3B3A-4D86-BCE2-BCD04BD7387D}"/>
                </a:ext>
              </a:extLst>
            </p:cNvPr>
            <p:cNvGrpSpPr/>
            <p:nvPr/>
          </p:nvGrpSpPr>
          <p:grpSpPr>
            <a:xfrm>
              <a:off x="3899064" y="4303730"/>
              <a:ext cx="1255100" cy="329622"/>
              <a:chOff x="3899064" y="4303730"/>
              <a:chExt cx="1255100" cy="329622"/>
            </a:xfrm>
          </p:grpSpPr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074ADCA-E8EE-4761-9EE8-65F729A62D7C}"/>
                  </a:ext>
                </a:extLst>
              </p:cNvPr>
              <p:cNvSpPr/>
              <p:nvPr/>
            </p:nvSpPr>
            <p:spPr>
              <a:xfrm>
                <a:off x="3899064" y="4303730"/>
                <a:ext cx="1255100" cy="329622"/>
              </a:xfrm>
              <a:custGeom>
                <a:avLst/>
                <a:gdLst>
                  <a:gd name="connsiteX0" fmla="*/ 1096374 w 1255099"/>
                  <a:gd name="connsiteY0" fmla="*/ 330890 h 329622"/>
                  <a:gd name="connsiteX1" fmla="*/ 165445 w 1255099"/>
                  <a:gd name="connsiteY1" fmla="*/ 330890 h 329622"/>
                  <a:gd name="connsiteX2" fmla="*/ 0 w 1255099"/>
                  <a:gd name="connsiteY2" fmla="*/ 165445 h 329622"/>
                  <a:gd name="connsiteX3" fmla="*/ 165445 w 1255099"/>
                  <a:gd name="connsiteY3" fmla="*/ 0 h 329622"/>
                  <a:gd name="connsiteX4" fmla="*/ 1096374 w 1255099"/>
                  <a:gd name="connsiteY4" fmla="*/ 0 h 329622"/>
                  <a:gd name="connsiteX5" fmla="*/ 1261819 w 1255099"/>
                  <a:gd name="connsiteY5" fmla="*/ 165445 h 329622"/>
                  <a:gd name="connsiteX6" fmla="*/ 1096374 w 1255099"/>
                  <a:gd name="connsiteY6" fmla="*/ 330890 h 329622"/>
                  <a:gd name="connsiteX7" fmla="*/ 165445 w 1255099"/>
                  <a:gd name="connsiteY7" fmla="*/ 18129 h 329622"/>
                  <a:gd name="connsiteX8" fmla="*/ 18129 w 1255099"/>
                  <a:gd name="connsiteY8" fmla="*/ 165445 h 329622"/>
                  <a:gd name="connsiteX9" fmla="*/ 165445 w 1255099"/>
                  <a:gd name="connsiteY9" fmla="*/ 312761 h 329622"/>
                  <a:gd name="connsiteX10" fmla="*/ 1096374 w 1255099"/>
                  <a:gd name="connsiteY10" fmla="*/ 312761 h 329622"/>
                  <a:gd name="connsiteX11" fmla="*/ 1243690 w 1255099"/>
                  <a:gd name="connsiteY11" fmla="*/ 165445 h 329622"/>
                  <a:gd name="connsiteX12" fmla="*/ 1096374 w 1255099"/>
                  <a:gd name="connsiteY12" fmla="*/ 18129 h 329622"/>
                  <a:gd name="connsiteX13" fmla="*/ 165445 w 1255099"/>
                  <a:gd name="connsiteY13" fmla="*/ 18129 h 3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55099" h="329622">
                    <a:moveTo>
                      <a:pt x="1096374" y="330890"/>
                    </a:moveTo>
                    <a:lnTo>
                      <a:pt x="165445" y="330890"/>
                    </a:lnTo>
                    <a:cubicBezTo>
                      <a:pt x="74292" y="330890"/>
                      <a:pt x="0" y="256725"/>
                      <a:pt x="0" y="165445"/>
                    </a:cubicBezTo>
                    <a:cubicBezTo>
                      <a:pt x="0" y="74292"/>
                      <a:pt x="74165" y="0"/>
                      <a:pt x="165445" y="0"/>
                    </a:cubicBezTo>
                    <a:lnTo>
                      <a:pt x="1096374" y="0"/>
                    </a:lnTo>
                    <a:cubicBezTo>
                      <a:pt x="1187527" y="0"/>
                      <a:pt x="1261819" y="74165"/>
                      <a:pt x="1261819" y="165445"/>
                    </a:cubicBezTo>
                    <a:cubicBezTo>
                      <a:pt x="1261819" y="256725"/>
                      <a:pt x="1187527" y="330890"/>
                      <a:pt x="1096374" y="330890"/>
                    </a:cubicBezTo>
                    <a:close/>
                    <a:moveTo>
                      <a:pt x="165445" y="18129"/>
                    </a:moveTo>
                    <a:cubicBezTo>
                      <a:pt x="84180" y="18129"/>
                      <a:pt x="18129" y="84180"/>
                      <a:pt x="18129" y="165445"/>
                    </a:cubicBezTo>
                    <a:cubicBezTo>
                      <a:pt x="18129" y="246709"/>
                      <a:pt x="84180" y="312761"/>
                      <a:pt x="165445" y="312761"/>
                    </a:cubicBezTo>
                    <a:lnTo>
                      <a:pt x="1096374" y="312761"/>
                    </a:lnTo>
                    <a:cubicBezTo>
                      <a:pt x="1177639" y="312761"/>
                      <a:pt x="1243690" y="246709"/>
                      <a:pt x="1243690" y="165445"/>
                    </a:cubicBezTo>
                    <a:cubicBezTo>
                      <a:pt x="1243690" y="84180"/>
                      <a:pt x="1177639" y="18129"/>
                      <a:pt x="1096374" y="18129"/>
                    </a:cubicBezTo>
                    <a:lnTo>
                      <a:pt x="165445" y="18129"/>
                    </a:lnTo>
                    <a:close/>
                  </a:path>
                </a:pathLst>
              </a:custGeom>
              <a:solidFill>
                <a:srgbClr val="903D85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0C91D7FD-9589-4319-9A0A-06C182E72B5A}"/>
                  </a:ext>
                </a:extLst>
              </p:cNvPr>
              <p:cNvSpPr/>
              <p:nvPr/>
            </p:nvSpPr>
            <p:spPr>
              <a:xfrm>
                <a:off x="4234132" y="4322333"/>
                <a:ext cx="59503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rgbClr val="903D85"/>
                    </a:solidFill>
                    <a:latin typeface="Roboto" pitchFamily="2" charset="0"/>
                    <a:ea typeface="Roboto" pitchFamily="2" charset="0"/>
                  </a:rPr>
                  <a:t>2020</a:t>
                </a:r>
              </a:p>
            </p:txBody>
          </p:sp>
        </p:grp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AE1BAFA-1388-4E28-A963-72E04BFA8A12}"/>
                </a:ext>
              </a:extLst>
            </p:cNvPr>
            <p:cNvSpPr/>
            <p:nvPr/>
          </p:nvSpPr>
          <p:spPr>
            <a:xfrm>
              <a:off x="3871561" y="4775836"/>
              <a:ext cx="127883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 industry. Lorem Ipsum has been the industry's standard dummy text ever since the 1500s,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3AC6E4-C3D5-464D-B2D9-9A4F21D63DFD}"/>
              </a:ext>
            </a:extLst>
          </p:cNvPr>
          <p:cNvGrpSpPr/>
          <p:nvPr/>
        </p:nvGrpSpPr>
        <p:grpSpPr>
          <a:xfrm>
            <a:off x="7126660" y="4303730"/>
            <a:ext cx="1309653" cy="1426213"/>
            <a:chOff x="7126660" y="4303730"/>
            <a:chExt cx="1309653" cy="142621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EFD9221-0E11-48DA-A884-95E882FFB47B}"/>
                </a:ext>
              </a:extLst>
            </p:cNvPr>
            <p:cNvGrpSpPr/>
            <p:nvPr/>
          </p:nvGrpSpPr>
          <p:grpSpPr>
            <a:xfrm>
              <a:off x="7181213" y="4303730"/>
              <a:ext cx="1255100" cy="329622"/>
              <a:chOff x="7181213" y="4303730"/>
              <a:chExt cx="1255100" cy="329622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0544A32-32AC-4E37-B61D-606F8411E889}"/>
                  </a:ext>
                </a:extLst>
              </p:cNvPr>
              <p:cNvSpPr/>
              <p:nvPr/>
            </p:nvSpPr>
            <p:spPr>
              <a:xfrm>
                <a:off x="7181213" y="4303730"/>
                <a:ext cx="1255100" cy="329622"/>
              </a:xfrm>
              <a:custGeom>
                <a:avLst/>
                <a:gdLst>
                  <a:gd name="connsiteX0" fmla="*/ 1096374 w 1255099"/>
                  <a:gd name="connsiteY0" fmla="*/ 330890 h 329622"/>
                  <a:gd name="connsiteX1" fmla="*/ 165445 w 1255099"/>
                  <a:gd name="connsiteY1" fmla="*/ 330890 h 329622"/>
                  <a:gd name="connsiteX2" fmla="*/ 0 w 1255099"/>
                  <a:gd name="connsiteY2" fmla="*/ 165445 h 329622"/>
                  <a:gd name="connsiteX3" fmla="*/ 165445 w 1255099"/>
                  <a:gd name="connsiteY3" fmla="*/ 0 h 329622"/>
                  <a:gd name="connsiteX4" fmla="*/ 1096374 w 1255099"/>
                  <a:gd name="connsiteY4" fmla="*/ 0 h 329622"/>
                  <a:gd name="connsiteX5" fmla="*/ 1261819 w 1255099"/>
                  <a:gd name="connsiteY5" fmla="*/ 165445 h 329622"/>
                  <a:gd name="connsiteX6" fmla="*/ 1096374 w 1255099"/>
                  <a:gd name="connsiteY6" fmla="*/ 330890 h 329622"/>
                  <a:gd name="connsiteX7" fmla="*/ 165318 w 1255099"/>
                  <a:gd name="connsiteY7" fmla="*/ 18129 h 329622"/>
                  <a:gd name="connsiteX8" fmla="*/ 18002 w 1255099"/>
                  <a:gd name="connsiteY8" fmla="*/ 165445 h 329622"/>
                  <a:gd name="connsiteX9" fmla="*/ 165318 w 1255099"/>
                  <a:gd name="connsiteY9" fmla="*/ 312761 h 329622"/>
                  <a:gd name="connsiteX10" fmla="*/ 1096247 w 1255099"/>
                  <a:gd name="connsiteY10" fmla="*/ 312761 h 329622"/>
                  <a:gd name="connsiteX11" fmla="*/ 1243563 w 1255099"/>
                  <a:gd name="connsiteY11" fmla="*/ 165445 h 329622"/>
                  <a:gd name="connsiteX12" fmla="*/ 1096247 w 1255099"/>
                  <a:gd name="connsiteY12" fmla="*/ 18129 h 329622"/>
                  <a:gd name="connsiteX13" fmla="*/ 165318 w 1255099"/>
                  <a:gd name="connsiteY13" fmla="*/ 18129 h 3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55099" h="329622">
                    <a:moveTo>
                      <a:pt x="1096374" y="330890"/>
                    </a:moveTo>
                    <a:lnTo>
                      <a:pt x="165445" y="330890"/>
                    </a:lnTo>
                    <a:cubicBezTo>
                      <a:pt x="74292" y="330890"/>
                      <a:pt x="0" y="256725"/>
                      <a:pt x="0" y="165445"/>
                    </a:cubicBezTo>
                    <a:cubicBezTo>
                      <a:pt x="0" y="74292"/>
                      <a:pt x="74165" y="0"/>
                      <a:pt x="165445" y="0"/>
                    </a:cubicBezTo>
                    <a:lnTo>
                      <a:pt x="1096374" y="0"/>
                    </a:lnTo>
                    <a:cubicBezTo>
                      <a:pt x="1187527" y="0"/>
                      <a:pt x="1261819" y="74165"/>
                      <a:pt x="1261819" y="165445"/>
                    </a:cubicBezTo>
                    <a:cubicBezTo>
                      <a:pt x="1261692" y="256725"/>
                      <a:pt x="1187527" y="330890"/>
                      <a:pt x="1096374" y="330890"/>
                    </a:cubicBezTo>
                    <a:close/>
                    <a:moveTo>
                      <a:pt x="165318" y="18129"/>
                    </a:moveTo>
                    <a:cubicBezTo>
                      <a:pt x="84054" y="18129"/>
                      <a:pt x="18002" y="84180"/>
                      <a:pt x="18002" y="165445"/>
                    </a:cubicBezTo>
                    <a:cubicBezTo>
                      <a:pt x="18002" y="246709"/>
                      <a:pt x="84054" y="312761"/>
                      <a:pt x="165318" y="312761"/>
                    </a:cubicBezTo>
                    <a:lnTo>
                      <a:pt x="1096247" y="312761"/>
                    </a:lnTo>
                    <a:cubicBezTo>
                      <a:pt x="1177512" y="312761"/>
                      <a:pt x="1243563" y="246709"/>
                      <a:pt x="1243563" y="165445"/>
                    </a:cubicBezTo>
                    <a:cubicBezTo>
                      <a:pt x="1243563" y="84180"/>
                      <a:pt x="1177512" y="18129"/>
                      <a:pt x="1096247" y="18129"/>
                    </a:cubicBezTo>
                    <a:lnTo>
                      <a:pt x="165318" y="18129"/>
                    </a:lnTo>
                    <a:close/>
                  </a:path>
                </a:pathLst>
              </a:custGeom>
              <a:solidFill>
                <a:srgbClr val="FFC931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D74F9575-23BF-4DB3-8B4E-EEBAE886B722}"/>
                  </a:ext>
                </a:extLst>
              </p:cNvPr>
              <p:cNvSpPr/>
              <p:nvPr/>
            </p:nvSpPr>
            <p:spPr>
              <a:xfrm>
                <a:off x="7489231" y="4322333"/>
                <a:ext cx="59503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rgbClr val="FFC931"/>
                    </a:solidFill>
                    <a:latin typeface="Roboto" pitchFamily="2" charset="0"/>
                    <a:ea typeface="Roboto" pitchFamily="2" charset="0"/>
                  </a:rPr>
                  <a:t>2020</a:t>
                </a:r>
              </a:p>
            </p:txBody>
          </p:sp>
        </p:grp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6CF6729A-C5EF-4082-A73B-1F836EF4BB72}"/>
                </a:ext>
              </a:extLst>
            </p:cNvPr>
            <p:cNvSpPr/>
            <p:nvPr/>
          </p:nvSpPr>
          <p:spPr>
            <a:xfrm>
              <a:off x="7126660" y="4775836"/>
              <a:ext cx="1278836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 industry. Lorem Ipsum has been the industry's standard dummy text ever since the 1500s, </a:t>
              </a:r>
            </a:p>
          </p:txBody>
        </p:sp>
      </p:grpSp>
      <p:pic>
        <p:nvPicPr>
          <p:cNvPr id="51" name="Graphic 50" descr="Bar chart">
            <a:extLst>
              <a:ext uri="{FF2B5EF4-FFF2-40B4-BE49-F238E27FC236}">
                <a16:creationId xmlns:a16="http://schemas.microsoft.com/office/drawing/2014/main" id="{5D078223-1F37-44D3-BFB5-D2615F6B5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7202" y="4336744"/>
            <a:ext cx="567772" cy="567772"/>
          </a:xfrm>
          <a:prstGeom prst="rect">
            <a:avLst/>
          </a:prstGeom>
        </p:spPr>
      </p:pic>
      <p:pic>
        <p:nvPicPr>
          <p:cNvPr id="52" name="Graphic 51" descr="Lightbulb">
            <a:extLst>
              <a:ext uri="{FF2B5EF4-FFF2-40B4-BE49-F238E27FC236}">
                <a16:creationId xmlns:a16="http://schemas.microsoft.com/office/drawing/2014/main" id="{B6E105DC-5D9F-4F4E-A749-259EFDC01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7836" y="4260189"/>
            <a:ext cx="755704" cy="755704"/>
          </a:xfrm>
          <a:prstGeom prst="rect">
            <a:avLst/>
          </a:prstGeom>
        </p:spPr>
      </p:pic>
      <p:pic>
        <p:nvPicPr>
          <p:cNvPr id="53" name="Graphic 52" descr="Research">
            <a:extLst>
              <a:ext uri="{FF2B5EF4-FFF2-40B4-BE49-F238E27FC236}">
                <a16:creationId xmlns:a16="http://schemas.microsoft.com/office/drawing/2014/main" id="{78FC1FA1-81DA-43B3-89D2-DC26E0BB3F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84103" y="4341724"/>
            <a:ext cx="624549" cy="62454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95891AE-3254-4F27-8068-AD55C2768A82}"/>
              </a:ext>
            </a:extLst>
          </p:cNvPr>
          <p:cNvGrpSpPr/>
          <p:nvPr/>
        </p:nvGrpSpPr>
        <p:grpSpPr>
          <a:xfrm>
            <a:off x="6789357" y="2172540"/>
            <a:ext cx="2015766" cy="2015766"/>
            <a:chOff x="6789357" y="2172540"/>
            <a:chExt cx="2015766" cy="2015766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E3133C5-008F-4136-8B4E-93FA5C76C47E}"/>
                </a:ext>
              </a:extLst>
            </p:cNvPr>
            <p:cNvSpPr/>
            <p:nvPr/>
          </p:nvSpPr>
          <p:spPr>
            <a:xfrm>
              <a:off x="7161943" y="2639264"/>
              <a:ext cx="786022" cy="1255100"/>
            </a:xfrm>
            <a:custGeom>
              <a:avLst/>
              <a:gdLst>
                <a:gd name="connsiteX0" fmla="*/ 796291 w 786022"/>
                <a:gd name="connsiteY0" fmla="*/ 1243690 h 1255099"/>
                <a:gd name="connsiteX1" fmla="*/ 639847 w 786022"/>
                <a:gd name="connsiteY1" fmla="*/ 1261058 h 1255099"/>
                <a:gd name="connsiteX2" fmla="*/ 510281 w 786022"/>
                <a:gd name="connsiteY2" fmla="*/ 1249268 h 1255099"/>
                <a:gd name="connsiteX3" fmla="*/ 0 w 786022"/>
                <a:gd name="connsiteY3" fmla="*/ 224777 h 1255099"/>
                <a:gd name="connsiteX4" fmla="*/ 176601 w 786022"/>
                <a:gd name="connsiteY4" fmla="*/ 0 h 1255099"/>
                <a:gd name="connsiteX5" fmla="*/ 796291 w 786022"/>
                <a:gd name="connsiteY5" fmla="*/ 1243690 h 1255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6022" h="1255099">
                  <a:moveTo>
                    <a:pt x="796291" y="1243690"/>
                  </a:moveTo>
                  <a:cubicBezTo>
                    <a:pt x="745960" y="1255100"/>
                    <a:pt x="693601" y="1261058"/>
                    <a:pt x="639847" y="1261058"/>
                  </a:cubicBezTo>
                  <a:cubicBezTo>
                    <a:pt x="595602" y="1261058"/>
                    <a:pt x="552370" y="1257128"/>
                    <a:pt x="510281" y="1249268"/>
                  </a:cubicBezTo>
                  <a:lnTo>
                    <a:pt x="0" y="224777"/>
                  </a:lnTo>
                  <a:cubicBezTo>
                    <a:pt x="43358" y="138315"/>
                    <a:pt x="103577" y="61868"/>
                    <a:pt x="176601" y="0"/>
                  </a:cubicBezTo>
                  <a:lnTo>
                    <a:pt x="796291" y="124369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26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42E0546-3DAC-4E62-B304-13BD06FF4B88}"/>
                </a:ext>
              </a:extLst>
            </p:cNvPr>
            <p:cNvGrpSpPr/>
            <p:nvPr/>
          </p:nvGrpSpPr>
          <p:grpSpPr>
            <a:xfrm>
              <a:off x="6789357" y="2172540"/>
              <a:ext cx="2015766" cy="2015766"/>
              <a:chOff x="6789357" y="2172540"/>
              <a:chExt cx="2015766" cy="2015766"/>
            </a:xfrm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482A1582-A027-4481-8FEB-F4B743E12B8B}"/>
                  </a:ext>
                </a:extLst>
              </p:cNvPr>
              <p:cNvSpPr/>
              <p:nvPr/>
            </p:nvSpPr>
            <p:spPr>
              <a:xfrm>
                <a:off x="6789357" y="2172540"/>
                <a:ext cx="2015766" cy="2015766"/>
              </a:xfrm>
              <a:custGeom>
                <a:avLst/>
                <a:gdLst>
                  <a:gd name="connsiteX0" fmla="*/ 1518400 w 2015766"/>
                  <a:gd name="connsiteY0" fmla="*/ 506133 h 2015766"/>
                  <a:gd name="connsiteX1" fmla="*/ 1518400 w 2015766"/>
                  <a:gd name="connsiteY1" fmla="*/ 1518399 h 2015766"/>
                  <a:gd name="connsiteX2" fmla="*/ 506133 w 2015766"/>
                  <a:gd name="connsiteY2" fmla="*/ 1518399 h 2015766"/>
                  <a:gd name="connsiteX3" fmla="*/ 506133 w 2015766"/>
                  <a:gd name="connsiteY3" fmla="*/ 506133 h 2015766"/>
                  <a:gd name="connsiteX4" fmla="*/ 1518400 w 2015766"/>
                  <a:gd name="connsiteY4" fmla="*/ 506133 h 2015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5766" h="2015766">
                    <a:moveTo>
                      <a:pt x="1518400" y="506133"/>
                    </a:moveTo>
                    <a:cubicBezTo>
                      <a:pt x="1797929" y="785663"/>
                      <a:pt x="1797929" y="1238870"/>
                      <a:pt x="1518400" y="1518399"/>
                    </a:cubicBezTo>
                    <a:cubicBezTo>
                      <a:pt x="1238870" y="1797929"/>
                      <a:pt x="785663" y="1797929"/>
                      <a:pt x="506133" y="1518399"/>
                    </a:cubicBezTo>
                    <a:cubicBezTo>
                      <a:pt x="226604" y="1238870"/>
                      <a:pt x="226604" y="785663"/>
                      <a:pt x="506133" y="506133"/>
                    </a:cubicBezTo>
                    <a:cubicBezTo>
                      <a:pt x="785663" y="226603"/>
                      <a:pt x="1238870" y="226604"/>
                      <a:pt x="1518400" y="506133"/>
                    </a:cubicBezTo>
                    <a:close/>
                  </a:path>
                </a:pathLst>
              </a:custGeom>
              <a:solidFill>
                <a:srgbClr val="FFC931"/>
              </a:solidFill>
              <a:ln w="12666" cap="flat">
                <a:noFill/>
                <a:prstDash val="solid"/>
                <a:miter/>
              </a:ln>
              <a:effectLst>
                <a:outerShdw blurRad="203200" dist="381000" dir="4200000" algn="tl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29A0DACE-3705-49C6-A8B3-F6679DA5E363}"/>
                  </a:ext>
                </a:extLst>
              </p:cNvPr>
              <p:cNvSpPr/>
              <p:nvPr/>
            </p:nvSpPr>
            <p:spPr>
              <a:xfrm>
                <a:off x="7459491" y="2504373"/>
                <a:ext cx="747989" cy="1331166"/>
              </a:xfrm>
              <a:custGeom>
                <a:avLst/>
                <a:gdLst>
                  <a:gd name="connsiteX0" fmla="*/ 750271 w 747988"/>
                  <a:gd name="connsiteY0" fmla="*/ 1268158 h 1331166"/>
                  <a:gd name="connsiteX1" fmla="*/ 638072 w 747988"/>
                  <a:gd name="connsiteY1" fmla="*/ 1332181 h 1331166"/>
                  <a:gd name="connsiteX2" fmla="*/ 0 w 747988"/>
                  <a:gd name="connsiteY2" fmla="*/ 51599 h 1331166"/>
                  <a:gd name="connsiteX3" fmla="*/ 118664 w 747988"/>
                  <a:gd name="connsiteY3" fmla="*/ 0 h 1331166"/>
                  <a:gd name="connsiteX4" fmla="*/ 750271 w 747988"/>
                  <a:gd name="connsiteY4" fmla="*/ 1268158 h 1331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7988" h="1331166">
                    <a:moveTo>
                      <a:pt x="750271" y="1268158"/>
                    </a:moveTo>
                    <a:cubicBezTo>
                      <a:pt x="715027" y="1292880"/>
                      <a:pt x="677500" y="1314178"/>
                      <a:pt x="638072" y="1332181"/>
                    </a:cubicBezTo>
                    <a:lnTo>
                      <a:pt x="0" y="51599"/>
                    </a:lnTo>
                    <a:cubicBezTo>
                      <a:pt x="37653" y="31061"/>
                      <a:pt x="77461" y="13692"/>
                      <a:pt x="118664" y="0"/>
                    </a:cubicBezTo>
                    <a:lnTo>
                      <a:pt x="750271" y="1268158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E3AD1314-01F3-49FE-86E1-CB14BB61B91F}"/>
                  </a:ext>
                </a:extLst>
              </p:cNvPr>
              <p:cNvSpPr/>
              <p:nvPr/>
            </p:nvSpPr>
            <p:spPr>
              <a:xfrm>
                <a:off x="7742585" y="2468875"/>
                <a:ext cx="671922" cy="1191711"/>
              </a:xfrm>
              <a:custGeom>
                <a:avLst/>
                <a:gdLst>
                  <a:gd name="connsiteX0" fmla="*/ 678388 w 671922"/>
                  <a:gd name="connsiteY0" fmla="*/ 1074822 h 1191710"/>
                  <a:gd name="connsiteX1" fmla="*/ 592686 w 671922"/>
                  <a:gd name="connsiteY1" fmla="*/ 1192598 h 1191710"/>
                  <a:gd name="connsiteX2" fmla="*/ 0 w 671922"/>
                  <a:gd name="connsiteY2" fmla="*/ 2536 h 1191710"/>
                  <a:gd name="connsiteX3" fmla="*/ 59205 w 671922"/>
                  <a:gd name="connsiteY3" fmla="*/ 0 h 1191710"/>
                  <a:gd name="connsiteX4" fmla="*/ 145668 w 671922"/>
                  <a:gd name="connsiteY4" fmla="*/ 5198 h 1191710"/>
                  <a:gd name="connsiteX5" fmla="*/ 678388 w 671922"/>
                  <a:gd name="connsiteY5" fmla="*/ 1074822 h 119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922" h="1191710">
                    <a:moveTo>
                      <a:pt x="678388" y="1074822"/>
                    </a:moveTo>
                    <a:cubicBezTo>
                      <a:pt x="653793" y="1117039"/>
                      <a:pt x="625141" y="1156593"/>
                      <a:pt x="592686" y="1192598"/>
                    </a:cubicBezTo>
                    <a:lnTo>
                      <a:pt x="0" y="2536"/>
                    </a:lnTo>
                    <a:cubicBezTo>
                      <a:pt x="19524" y="887"/>
                      <a:pt x="39174" y="0"/>
                      <a:pt x="59205" y="0"/>
                    </a:cubicBezTo>
                    <a:cubicBezTo>
                      <a:pt x="88491" y="0"/>
                      <a:pt x="117269" y="1775"/>
                      <a:pt x="145668" y="5198"/>
                    </a:cubicBezTo>
                    <a:lnTo>
                      <a:pt x="678388" y="1074822"/>
                    </a:lnTo>
                    <a:close/>
                  </a:path>
                </a:pathLst>
              </a:custGeom>
              <a:solidFill>
                <a:schemeClr val="bg1">
                  <a:alpha val="15000"/>
                </a:schemeClr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D125E9D0-52A7-4866-981A-3548B1BA4050}"/>
                  </a:ext>
                </a:extLst>
              </p:cNvPr>
              <p:cNvSpPr/>
              <p:nvPr/>
            </p:nvSpPr>
            <p:spPr>
              <a:xfrm>
                <a:off x="7160480" y="2543676"/>
                <a:ext cx="1280455" cy="1280455"/>
              </a:xfrm>
              <a:custGeom>
                <a:avLst/>
                <a:gdLst>
                  <a:gd name="connsiteX0" fmla="*/ 656610 w 1280455"/>
                  <a:gd name="connsiteY0" fmla="*/ 15638 h 1280455"/>
                  <a:gd name="connsiteX1" fmla="*/ 1266306 w 1280455"/>
                  <a:gd name="connsiteY1" fmla="*/ 656610 h 1280455"/>
                  <a:gd name="connsiteX2" fmla="*/ 625334 w 1280455"/>
                  <a:gd name="connsiteY2" fmla="*/ 1266305 h 1280455"/>
                  <a:gd name="connsiteX3" fmla="*/ 15638 w 1280455"/>
                  <a:gd name="connsiteY3" fmla="*/ 625334 h 1280455"/>
                  <a:gd name="connsiteX4" fmla="*/ 656610 w 1280455"/>
                  <a:gd name="connsiteY4" fmla="*/ 15638 h 128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55" h="1280455">
                    <a:moveTo>
                      <a:pt x="656610" y="15638"/>
                    </a:moveTo>
                    <a:cubicBezTo>
                      <a:pt x="1001972" y="24275"/>
                      <a:pt x="1274942" y="311248"/>
                      <a:pt x="1266306" y="656610"/>
                    </a:cubicBezTo>
                    <a:cubicBezTo>
                      <a:pt x="1257669" y="1001972"/>
                      <a:pt x="970696" y="1274942"/>
                      <a:pt x="625334" y="1266305"/>
                    </a:cubicBezTo>
                    <a:cubicBezTo>
                      <a:pt x="279972" y="1257669"/>
                      <a:pt x="7001" y="970696"/>
                      <a:pt x="15638" y="625334"/>
                    </a:cubicBezTo>
                    <a:cubicBezTo>
                      <a:pt x="24275" y="279971"/>
                      <a:pt x="311248" y="7001"/>
                      <a:pt x="656610" y="15638"/>
                    </a:cubicBezTo>
                    <a:close/>
                  </a:path>
                </a:pathLst>
              </a:custGeom>
              <a:solidFill>
                <a:srgbClr val="FBFFFF"/>
              </a:solidFill>
              <a:ln w="1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55" name="Graphic 54" descr="Send">
            <a:extLst>
              <a:ext uri="{FF2B5EF4-FFF2-40B4-BE49-F238E27FC236}">
                <a16:creationId xmlns:a16="http://schemas.microsoft.com/office/drawing/2014/main" id="{696B91F2-3213-4DFE-BFB9-50DA3A850D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5485" y="2887723"/>
            <a:ext cx="624549" cy="624549"/>
          </a:xfrm>
          <a:prstGeom prst="rect">
            <a:avLst/>
          </a:prstGeom>
        </p:spPr>
      </p:pic>
      <p:pic>
        <p:nvPicPr>
          <p:cNvPr id="75" name="Graphic 74" descr="Single gear">
            <a:extLst>
              <a:ext uri="{FF2B5EF4-FFF2-40B4-BE49-F238E27FC236}">
                <a16:creationId xmlns:a16="http://schemas.microsoft.com/office/drawing/2014/main" id="{1DB3E676-7C3D-4044-A48D-BB5BF7ABA4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37858" y="2826455"/>
            <a:ext cx="687003" cy="68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28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7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75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75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25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250"/>
                            </p:stCondLst>
                            <p:childTnLst>
                              <p:par>
                                <p:cTn id="5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25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75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750"/>
                            </p:stCondLst>
                            <p:childTnLst>
                              <p:par>
                                <p:cTn id="7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175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25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1DC8BA2-4B43-4F20-8DF0-E82AEE161F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2" name="Parallelogram 51">
            <a:extLst>
              <a:ext uri="{FF2B5EF4-FFF2-40B4-BE49-F238E27FC236}">
                <a16:creationId xmlns:a16="http://schemas.microsoft.com/office/drawing/2014/main" id="{C94FDCB2-3C02-434F-AE53-4E55EAAAEF3A}"/>
              </a:ext>
            </a:extLst>
          </p:cNvPr>
          <p:cNvSpPr/>
          <p:nvPr/>
        </p:nvSpPr>
        <p:spPr bwMode="auto">
          <a:xfrm>
            <a:off x="1138137" y="3701643"/>
            <a:ext cx="1716451" cy="329790"/>
          </a:xfrm>
          <a:prstGeom prst="parallelogram">
            <a:avLst>
              <a:gd name="adj" fmla="val 98312"/>
            </a:avLst>
          </a:prstGeom>
          <a:solidFill>
            <a:srgbClr val="FE5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2020</a:t>
            </a:r>
            <a:endParaRPr lang="id-ID" sz="1400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3" name="Parallelogram 52">
            <a:extLst>
              <a:ext uri="{FF2B5EF4-FFF2-40B4-BE49-F238E27FC236}">
                <a16:creationId xmlns:a16="http://schemas.microsoft.com/office/drawing/2014/main" id="{C531217E-F868-496F-AB1E-86886E47028C}"/>
              </a:ext>
            </a:extLst>
          </p:cNvPr>
          <p:cNvSpPr/>
          <p:nvPr/>
        </p:nvSpPr>
        <p:spPr bwMode="auto">
          <a:xfrm>
            <a:off x="2757195" y="3701643"/>
            <a:ext cx="1716451" cy="329790"/>
          </a:xfrm>
          <a:prstGeom prst="parallelogram">
            <a:avLst>
              <a:gd name="adj" fmla="val 98312"/>
            </a:avLst>
          </a:prstGeom>
          <a:solidFill>
            <a:srgbClr val="FCB0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2021</a:t>
            </a:r>
            <a:endParaRPr lang="id-ID" sz="1400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4" name="Parallelogram 53">
            <a:extLst>
              <a:ext uri="{FF2B5EF4-FFF2-40B4-BE49-F238E27FC236}">
                <a16:creationId xmlns:a16="http://schemas.microsoft.com/office/drawing/2014/main" id="{5466E055-B626-4771-AF8C-5825A65E206B}"/>
              </a:ext>
            </a:extLst>
          </p:cNvPr>
          <p:cNvSpPr/>
          <p:nvPr/>
        </p:nvSpPr>
        <p:spPr bwMode="auto">
          <a:xfrm>
            <a:off x="4375288" y="3701643"/>
            <a:ext cx="1717415" cy="329790"/>
          </a:xfrm>
          <a:prstGeom prst="parallelogram">
            <a:avLst>
              <a:gd name="adj" fmla="val 98312"/>
            </a:avLst>
          </a:prstGeom>
          <a:solidFill>
            <a:srgbClr val="8BCA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2022</a:t>
            </a:r>
            <a:endParaRPr lang="id-ID" sz="1400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5" name="Parallelogram 54">
            <a:extLst>
              <a:ext uri="{FF2B5EF4-FFF2-40B4-BE49-F238E27FC236}">
                <a16:creationId xmlns:a16="http://schemas.microsoft.com/office/drawing/2014/main" id="{F3C390DD-5BE3-4E3F-8E7E-B957AE2C65CF}"/>
              </a:ext>
            </a:extLst>
          </p:cNvPr>
          <p:cNvSpPr/>
          <p:nvPr/>
        </p:nvSpPr>
        <p:spPr bwMode="auto">
          <a:xfrm>
            <a:off x="5994345" y="3701643"/>
            <a:ext cx="1717416" cy="329790"/>
          </a:xfrm>
          <a:prstGeom prst="parallelogram">
            <a:avLst>
              <a:gd name="adj" fmla="val 98312"/>
            </a:avLst>
          </a:prstGeom>
          <a:solidFill>
            <a:srgbClr val="00AF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2023</a:t>
            </a:r>
            <a:endParaRPr lang="id-ID" sz="1400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6" name="Parallelogram 55">
            <a:extLst>
              <a:ext uri="{FF2B5EF4-FFF2-40B4-BE49-F238E27FC236}">
                <a16:creationId xmlns:a16="http://schemas.microsoft.com/office/drawing/2014/main" id="{BF027BC3-AB8D-4E99-AD94-872CD5F80687}"/>
              </a:ext>
            </a:extLst>
          </p:cNvPr>
          <p:cNvSpPr/>
          <p:nvPr/>
        </p:nvSpPr>
        <p:spPr bwMode="auto">
          <a:xfrm>
            <a:off x="7613402" y="3701643"/>
            <a:ext cx="1716451" cy="329790"/>
          </a:xfrm>
          <a:prstGeom prst="parallelogram">
            <a:avLst>
              <a:gd name="adj" fmla="val 98312"/>
            </a:avLst>
          </a:prstGeom>
          <a:solidFill>
            <a:srgbClr val="953F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2024</a:t>
            </a:r>
            <a:endParaRPr lang="id-ID" sz="1400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5D815E97-CA79-436F-83EB-A63416A934FE}"/>
              </a:ext>
            </a:extLst>
          </p:cNvPr>
          <p:cNvSpPr/>
          <p:nvPr/>
        </p:nvSpPr>
        <p:spPr bwMode="auto">
          <a:xfrm>
            <a:off x="9232460" y="3701643"/>
            <a:ext cx="1716451" cy="329790"/>
          </a:xfrm>
          <a:prstGeom prst="parallelogram">
            <a:avLst>
              <a:gd name="adj" fmla="val 98312"/>
            </a:avLst>
          </a:prstGeom>
          <a:solidFill>
            <a:srgbClr val="00B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2025</a:t>
            </a:r>
            <a:endParaRPr lang="id-ID" sz="1400" dirty="0">
              <a:solidFill>
                <a:schemeClr val="bg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61" name="Down Arrow 6">
            <a:extLst>
              <a:ext uri="{FF2B5EF4-FFF2-40B4-BE49-F238E27FC236}">
                <a16:creationId xmlns:a16="http://schemas.microsoft.com/office/drawing/2014/main" id="{5B2B3EF2-57FA-4E8E-A884-33E36EC30E96}"/>
              </a:ext>
            </a:extLst>
          </p:cNvPr>
          <p:cNvSpPr/>
          <p:nvPr/>
        </p:nvSpPr>
        <p:spPr>
          <a:xfrm>
            <a:off x="9551643" y="4206936"/>
            <a:ext cx="1078086" cy="414648"/>
          </a:xfrm>
          <a:prstGeom prst="downArrow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rgbClr val="00B19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/>
          </a:p>
        </p:txBody>
      </p:sp>
      <p:sp>
        <p:nvSpPr>
          <p:cNvPr id="65" name="Down Arrow 59">
            <a:extLst>
              <a:ext uri="{FF2B5EF4-FFF2-40B4-BE49-F238E27FC236}">
                <a16:creationId xmlns:a16="http://schemas.microsoft.com/office/drawing/2014/main" id="{C6030718-D62D-4468-BDDE-2D83A8C2A349}"/>
              </a:ext>
            </a:extLst>
          </p:cNvPr>
          <p:cNvSpPr/>
          <p:nvPr/>
        </p:nvSpPr>
        <p:spPr>
          <a:xfrm>
            <a:off x="6247956" y="4206936"/>
            <a:ext cx="1078086" cy="414648"/>
          </a:xfrm>
          <a:prstGeom prst="downArrow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100000">
                <a:srgbClr val="00AFF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/>
          </a:p>
        </p:txBody>
      </p:sp>
      <p:sp>
        <p:nvSpPr>
          <p:cNvPr id="69" name="Down Arrow 63">
            <a:extLst>
              <a:ext uri="{FF2B5EF4-FFF2-40B4-BE49-F238E27FC236}">
                <a16:creationId xmlns:a16="http://schemas.microsoft.com/office/drawing/2014/main" id="{412CCCCD-FD3B-4874-A2E6-D369AAC45ECE}"/>
              </a:ext>
            </a:extLst>
          </p:cNvPr>
          <p:cNvSpPr/>
          <p:nvPr/>
        </p:nvSpPr>
        <p:spPr>
          <a:xfrm>
            <a:off x="2968376" y="4206936"/>
            <a:ext cx="1078086" cy="414648"/>
          </a:xfrm>
          <a:prstGeom prst="downArrow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100000">
                <a:srgbClr val="FCB00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/>
          </a:p>
        </p:txBody>
      </p:sp>
      <p:sp>
        <p:nvSpPr>
          <p:cNvPr id="73" name="Down Arrow 67">
            <a:extLst>
              <a:ext uri="{FF2B5EF4-FFF2-40B4-BE49-F238E27FC236}">
                <a16:creationId xmlns:a16="http://schemas.microsoft.com/office/drawing/2014/main" id="{31643C57-3151-45B3-9F70-311E41F3AB93}"/>
              </a:ext>
            </a:extLst>
          </p:cNvPr>
          <p:cNvSpPr/>
          <p:nvPr/>
        </p:nvSpPr>
        <p:spPr>
          <a:xfrm flipV="1">
            <a:off x="8169803" y="3115350"/>
            <a:ext cx="1078086" cy="413684"/>
          </a:xfrm>
          <a:prstGeom prst="downArrow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rgbClr val="953FB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/>
          </a:p>
        </p:txBody>
      </p:sp>
      <p:sp>
        <p:nvSpPr>
          <p:cNvPr id="77" name="Down Arrow 71">
            <a:extLst>
              <a:ext uri="{FF2B5EF4-FFF2-40B4-BE49-F238E27FC236}">
                <a16:creationId xmlns:a16="http://schemas.microsoft.com/office/drawing/2014/main" id="{EE18545A-84C3-4AA1-AD1E-A121A62BFCB9}"/>
              </a:ext>
            </a:extLst>
          </p:cNvPr>
          <p:cNvSpPr/>
          <p:nvPr/>
        </p:nvSpPr>
        <p:spPr>
          <a:xfrm flipV="1">
            <a:off x="4866116" y="3115350"/>
            <a:ext cx="1078086" cy="413684"/>
          </a:xfrm>
          <a:prstGeom prst="downArrow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rgbClr val="8BCA0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B48E6D2-1453-49E3-9FEF-D2C11C83F80F}"/>
              </a:ext>
            </a:extLst>
          </p:cNvPr>
          <p:cNvSpPr/>
          <p:nvPr/>
        </p:nvSpPr>
        <p:spPr>
          <a:xfrm>
            <a:off x="1090887" y="2283435"/>
            <a:ext cx="2069385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7F5D88A-487E-4CB4-A7BC-9B4C2230B89E}"/>
              </a:ext>
            </a:extLst>
          </p:cNvPr>
          <p:cNvSpPr/>
          <p:nvPr/>
        </p:nvSpPr>
        <p:spPr>
          <a:xfrm>
            <a:off x="1110173" y="2516461"/>
            <a:ext cx="2030813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 industry. Lorem Ipsum</a:t>
            </a:r>
          </a:p>
        </p:txBody>
      </p:sp>
      <p:sp>
        <p:nvSpPr>
          <p:cNvPr id="81" name="Down Arrow 75">
            <a:extLst>
              <a:ext uri="{FF2B5EF4-FFF2-40B4-BE49-F238E27FC236}">
                <a16:creationId xmlns:a16="http://schemas.microsoft.com/office/drawing/2014/main" id="{55963144-4EF1-4A45-84BA-44075056C023}"/>
              </a:ext>
            </a:extLst>
          </p:cNvPr>
          <p:cNvSpPr/>
          <p:nvPr/>
        </p:nvSpPr>
        <p:spPr>
          <a:xfrm flipV="1">
            <a:off x="1586536" y="3115350"/>
            <a:ext cx="1078086" cy="413684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FE500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2B69E44-6684-4BB9-BA57-6A667D9C115A}"/>
              </a:ext>
            </a:extLst>
          </p:cNvPr>
          <p:cNvSpPr/>
          <p:nvPr/>
        </p:nvSpPr>
        <p:spPr>
          <a:xfrm>
            <a:off x="4351860" y="2283435"/>
            <a:ext cx="2069385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B6C75B-B216-4CCA-9D24-D8680D75AFE0}"/>
              </a:ext>
            </a:extLst>
          </p:cNvPr>
          <p:cNvSpPr/>
          <p:nvPr/>
        </p:nvSpPr>
        <p:spPr>
          <a:xfrm>
            <a:off x="4371146" y="2516461"/>
            <a:ext cx="2030813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 industry. Lorem Ipsum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A7E04A2-566A-4A4E-A538-8CAE11A2ECFA}"/>
              </a:ext>
            </a:extLst>
          </p:cNvPr>
          <p:cNvSpPr/>
          <p:nvPr/>
        </p:nvSpPr>
        <p:spPr>
          <a:xfrm>
            <a:off x="7654850" y="2283435"/>
            <a:ext cx="2069385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BB454C9-B699-4411-A13B-34D4B084A2C7}"/>
              </a:ext>
            </a:extLst>
          </p:cNvPr>
          <p:cNvSpPr/>
          <p:nvPr/>
        </p:nvSpPr>
        <p:spPr>
          <a:xfrm>
            <a:off x="7674136" y="2516461"/>
            <a:ext cx="2030813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 industry. Lorem Ipsum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D94C0F2-3386-4919-9205-BC7E1B4DAC21}"/>
              </a:ext>
            </a:extLst>
          </p:cNvPr>
          <p:cNvSpPr/>
          <p:nvPr/>
        </p:nvSpPr>
        <p:spPr>
          <a:xfrm>
            <a:off x="2496175" y="4706799"/>
            <a:ext cx="2069385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614D165-3426-4077-A590-AA391C2D3BB3}"/>
              </a:ext>
            </a:extLst>
          </p:cNvPr>
          <p:cNvSpPr/>
          <p:nvPr/>
        </p:nvSpPr>
        <p:spPr>
          <a:xfrm>
            <a:off x="2515461" y="4939825"/>
            <a:ext cx="2030813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 industry. Lorem Ipsum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4AEC71E-78B1-4D4A-A7B5-383C0EC34FEF}"/>
              </a:ext>
            </a:extLst>
          </p:cNvPr>
          <p:cNvSpPr/>
          <p:nvPr/>
        </p:nvSpPr>
        <p:spPr>
          <a:xfrm>
            <a:off x="5797641" y="4706799"/>
            <a:ext cx="2069385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CE8A1A1-5077-4FC1-B626-9D9C9ED2AFB4}"/>
              </a:ext>
            </a:extLst>
          </p:cNvPr>
          <p:cNvSpPr/>
          <p:nvPr/>
        </p:nvSpPr>
        <p:spPr>
          <a:xfrm>
            <a:off x="5816927" y="4939825"/>
            <a:ext cx="2030813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 industry. Lorem Ipsum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8E823B4-E598-4948-B563-8E508C3CF9E8}"/>
              </a:ext>
            </a:extLst>
          </p:cNvPr>
          <p:cNvSpPr/>
          <p:nvPr/>
        </p:nvSpPr>
        <p:spPr>
          <a:xfrm>
            <a:off x="9031728" y="4706799"/>
            <a:ext cx="2069385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793B001-3A36-404B-A720-2723D111711D}"/>
              </a:ext>
            </a:extLst>
          </p:cNvPr>
          <p:cNvSpPr/>
          <p:nvPr/>
        </p:nvSpPr>
        <p:spPr>
          <a:xfrm>
            <a:off x="9051014" y="4939825"/>
            <a:ext cx="2030813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 industry. Lorem Ipsum</a:t>
            </a:r>
          </a:p>
        </p:txBody>
      </p:sp>
    </p:spTree>
    <p:extLst>
      <p:ext uri="{BB962C8B-B14F-4D97-AF65-F5344CB8AC3E}">
        <p14:creationId xmlns:p14="http://schemas.microsoft.com/office/powerpoint/2010/main" val="2632155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5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25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7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25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7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25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75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25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75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1" grpId="0" animBg="1"/>
      <p:bldP spid="65" grpId="0" animBg="1"/>
      <p:bldP spid="69" grpId="0" animBg="1"/>
      <p:bldP spid="73" grpId="0" animBg="1"/>
      <p:bldP spid="77" grpId="0" animBg="1"/>
      <p:bldP spid="79" grpId="0"/>
      <p:bldP spid="81" grpId="0" animBg="1"/>
      <p:bldP spid="86" grpId="0"/>
      <p:bldP spid="88" grpId="0"/>
      <p:bldP spid="90" grpId="0"/>
      <p:bldP spid="130" grpId="0"/>
      <p:bldP spid="1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7653E84A-293D-4E9D-8F2C-B5A3DFFE92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53FE2C68-20D9-456D-A782-AD0055C30410}"/>
              </a:ext>
            </a:extLst>
          </p:cNvPr>
          <p:cNvSpPr/>
          <p:nvPr/>
        </p:nvSpPr>
        <p:spPr>
          <a:xfrm>
            <a:off x="2101972" y="4102641"/>
            <a:ext cx="1669725" cy="872469"/>
          </a:xfrm>
          <a:custGeom>
            <a:avLst/>
            <a:gdLst>
              <a:gd name="connsiteX0" fmla="*/ 1057466 w 1057275"/>
              <a:gd name="connsiteY0" fmla="*/ 27813 h 552450"/>
              <a:gd name="connsiteX1" fmla="*/ 1029653 w 1057275"/>
              <a:gd name="connsiteY1" fmla="*/ 0 h 552450"/>
              <a:gd name="connsiteX2" fmla="*/ 1001840 w 1057275"/>
              <a:gd name="connsiteY2" fmla="*/ 27813 h 552450"/>
              <a:gd name="connsiteX3" fmla="*/ 528733 w 1057275"/>
              <a:gd name="connsiteY3" fmla="*/ 500920 h 552450"/>
              <a:gd name="connsiteX4" fmla="*/ 55626 w 1057275"/>
              <a:gd name="connsiteY4" fmla="*/ 27813 h 552450"/>
              <a:gd name="connsiteX5" fmla="*/ 27813 w 1057275"/>
              <a:gd name="connsiteY5" fmla="*/ 0 h 552450"/>
              <a:gd name="connsiteX6" fmla="*/ 0 w 1057275"/>
              <a:gd name="connsiteY6" fmla="*/ 27813 h 552450"/>
              <a:gd name="connsiteX7" fmla="*/ 528638 w 1057275"/>
              <a:gd name="connsiteY7" fmla="*/ 556451 h 552450"/>
              <a:gd name="connsiteX8" fmla="*/ 1057466 w 1057275"/>
              <a:gd name="connsiteY8" fmla="*/ 27813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275" h="552450">
                <a:moveTo>
                  <a:pt x="1057466" y="27813"/>
                </a:moveTo>
                <a:cubicBezTo>
                  <a:pt x="1057466" y="12478"/>
                  <a:pt x="1044988" y="0"/>
                  <a:pt x="1029653" y="0"/>
                </a:cubicBezTo>
                <a:cubicBezTo>
                  <a:pt x="1014317" y="0"/>
                  <a:pt x="1001840" y="12478"/>
                  <a:pt x="1001840" y="27813"/>
                </a:cubicBezTo>
                <a:cubicBezTo>
                  <a:pt x="1001840" y="288703"/>
                  <a:pt x="789623" y="500920"/>
                  <a:pt x="528733" y="500920"/>
                </a:cubicBezTo>
                <a:cubicBezTo>
                  <a:pt x="267843" y="500920"/>
                  <a:pt x="55626" y="288703"/>
                  <a:pt x="55626" y="27813"/>
                </a:cubicBezTo>
                <a:cubicBezTo>
                  <a:pt x="55626" y="12478"/>
                  <a:pt x="43148" y="0"/>
                  <a:pt x="27813" y="0"/>
                </a:cubicBezTo>
                <a:cubicBezTo>
                  <a:pt x="12478" y="0"/>
                  <a:pt x="0" y="12478"/>
                  <a:pt x="0" y="27813"/>
                </a:cubicBezTo>
                <a:cubicBezTo>
                  <a:pt x="0" y="319278"/>
                  <a:pt x="237172" y="556451"/>
                  <a:pt x="528638" y="556451"/>
                </a:cubicBezTo>
                <a:cubicBezTo>
                  <a:pt x="820293" y="556451"/>
                  <a:pt x="1057466" y="319278"/>
                  <a:pt x="1057466" y="27813"/>
                </a:cubicBezTo>
                <a:close/>
              </a:path>
            </a:pathLst>
          </a:custGeom>
          <a:solidFill>
            <a:srgbClr val="F7974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2067BA-DCEB-417E-A3BE-35097A5CA528}"/>
              </a:ext>
            </a:extLst>
          </p:cNvPr>
          <p:cNvGrpSpPr/>
          <p:nvPr/>
        </p:nvGrpSpPr>
        <p:grpSpPr>
          <a:xfrm>
            <a:off x="2171135" y="3336483"/>
            <a:ext cx="1549385" cy="1549385"/>
            <a:chOff x="2171135" y="3336483"/>
            <a:chExt cx="1549385" cy="1549385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94753DC-5A85-4874-A389-96545609CFD2}"/>
                </a:ext>
              </a:extLst>
            </p:cNvPr>
            <p:cNvSpPr/>
            <p:nvPr/>
          </p:nvSpPr>
          <p:spPr>
            <a:xfrm>
              <a:off x="2171135" y="3336483"/>
              <a:ext cx="1549385" cy="1549385"/>
            </a:xfrm>
            <a:custGeom>
              <a:avLst/>
              <a:gdLst>
                <a:gd name="connsiteX0" fmla="*/ 636704 w 981075"/>
                <a:gd name="connsiteY0" fmla="*/ 144241 h 981075"/>
                <a:gd name="connsiteX1" fmla="*/ 840685 w 981075"/>
                <a:gd name="connsiteY1" fmla="*/ 636704 h 981075"/>
                <a:gd name="connsiteX2" fmla="*/ 348222 w 981075"/>
                <a:gd name="connsiteY2" fmla="*/ 840685 h 981075"/>
                <a:gd name="connsiteX3" fmla="*/ 144241 w 981075"/>
                <a:gd name="connsiteY3" fmla="*/ 348222 h 981075"/>
                <a:gd name="connsiteX4" fmla="*/ 636704 w 981075"/>
                <a:gd name="connsiteY4" fmla="*/ 144241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075" h="981075">
                  <a:moveTo>
                    <a:pt x="636704" y="144241"/>
                  </a:moveTo>
                  <a:cubicBezTo>
                    <a:pt x="829022" y="223904"/>
                    <a:pt x="920347" y="444387"/>
                    <a:pt x="840685" y="636704"/>
                  </a:cubicBezTo>
                  <a:cubicBezTo>
                    <a:pt x="761023" y="829022"/>
                    <a:pt x="540540" y="920347"/>
                    <a:pt x="348222" y="840685"/>
                  </a:cubicBezTo>
                  <a:cubicBezTo>
                    <a:pt x="155904" y="761023"/>
                    <a:pt x="64579" y="540539"/>
                    <a:pt x="144241" y="348222"/>
                  </a:cubicBezTo>
                  <a:cubicBezTo>
                    <a:pt x="223903" y="155904"/>
                    <a:pt x="444387" y="64579"/>
                    <a:pt x="636704" y="1442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E63A28A-9D90-42E0-8269-318A3CBC8052}"/>
                </a:ext>
              </a:extLst>
            </p:cNvPr>
            <p:cNvSpPr/>
            <p:nvPr/>
          </p:nvSpPr>
          <p:spPr>
            <a:xfrm>
              <a:off x="2274813" y="3440315"/>
              <a:ext cx="1338789" cy="1338789"/>
            </a:xfrm>
            <a:custGeom>
              <a:avLst/>
              <a:gdLst>
                <a:gd name="connsiteX0" fmla="*/ 426720 w 847725"/>
                <a:gd name="connsiteY0" fmla="*/ 49816 h 847725"/>
                <a:gd name="connsiteX1" fmla="*/ 803624 w 847725"/>
                <a:gd name="connsiteY1" fmla="*/ 426720 h 847725"/>
                <a:gd name="connsiteX2" fmla="*/ 426720 w 847725"/>
                <a:gd name="connsiteY2" fmla="*/ 803624 h 847725"/>
                <a:gd name="connsiteX3" fmla="*/ 49816 w 847725"/>
                <a:gd name="connsiteY3" fmla="*/ 426720 h 847725"/>
                <a:gd name="connsiteX4" fmla="*/ 426720 w 847725"/>
                <a:gd name="connsiteY4" fmla="*/ 49816 h 847725"/>
                <a:gd name="connsiteX5" fmla="*/ 426720 w 847725"/>
                <a:gd name="connsiteY5" fmla="*/ 0 h 847725"/>
                <a:gd name="connsiteX6" fmla="*/ 0 w 847725"/>
                <a:gd name="connsiteY6" fmla="*/ 426720 h 847725"/>
                <a:gd name="connsiteX7" fmla="*/ 426720 w 847725"/>
                <a:gd name="connsiteY7" fmla="*/ 853440 h 847725"/>
                <a:gd name="connsiteX8" fmla="*/ 853440 w 847725"/>
                <a:gd name="connsiteY8" fmla="*/ 426720 h 847725"/>
                <a:gd name="connsiteX9" fmla="*/ 426720 w 847725"/>
                <a:gd name="connsiteY9" fmla="*/ 0 h 847725"/>
                <a:gd name="connsiteX10" fmla="*/ 426720 w 847725"/>
                <a:gd name="connsiteY10" fmla="*/ 0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7725" h="847725">
                  <a:moveTo>
                    <a:pt x="426720" y="49816"/>
                  </a:moveTo>
                  <a:cubicBezTo>
                    <a:pt x="634841" y="49816"/>
                    <a:pt x="803624" y="218504"/>
                    <a:pt x="803624" y="426720"/>
                  </a:cubicBezTo>
                  <a:cubicBezTo>
                    <a:pt x="803624" y="634841"/>
                    <a:pt x="634937" y="803624"/>
                    <a:pt x="426720" y="803624"/>
                  </a:cubicBezTo>
                  <a:cubicBezTo>
                    <a:pt x="218599" y="803624"/>
                    <a:pt x="49816" y="634937"/>
                    <a:pt x="49816" y="426720"/>
                  </a:cubicBezTo>
                  <a:cubicBezTo>
                    <a:pt x="49816" y="218504"/>
                    <a:pt x="218599" y="49816"/>
                    <a:pt x="426720" y="49816"/>
                  </a:cubicBezTo>
                  <a:moveTo>
                    <a:pt x="426720" y="0"/>
                  </a:moveTo>
                  <a:cubicBezTo>
                    <a:pt x="191453" y="0"/>
                    <a:pt x="0" y="191453"/>
                    <a:pt x="0" y="426720"/>
                  </a:cubicBezTo>
                  <a:cubicBezTo>
                    <a:pt x="0" y="661988"/>
                    <a:pt x="191453" y="853440"/>
                    <a:pt x="426720" y="853440"/>
                  </a:cubicBezTo>
                  <a:cubicBezTo>
                    <a:pt x="661988" y="853440"/>
                    <a:pt x="853440" y="661988"/>
                    <a:pt x="853440" y="426720"/>
                  </a:cubicBezTo>
                  <a:cubicBezTo>
                    <a:pt x="853440" y="191357"/>
                    <a:pt x="661988" y="0"/>
                    <a:pt x="426720" y="0"/>
                  </a:cubicBezTo>
                  <a:lnTo>
                    <a:pt x="426720" y="0"/>
                  </a:lnTo>
                  <a:close/>
                </a:path>
              </a:pathLst>
            </a:custGeom>
            <a:solidFill>
              <a:srgbClr val="ECEC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A4F77A51-1F3A-4BD5-AD16-39EA6CC90C79}"/>
              </a:ext>
            </a:extLst>
          </p:cNvPr>
          <p:cNvSpPr/>
          <p:nvPr/>
        </p:nvSpPr>
        <p:spPr>
          <a:xfrm>
            <a:off x="3689264" y="3037025"/>
            <a:ext cx="1654683" cy="872469"/>
          </a:xfrm>
          <a:custGeom>
            <a:avLst/>
            <a:gdLst>
              <a:gd name="connsiteX0" fmla="*/ 55531 w 1047750"/>
              <a:gd name="connsiteY0" fmla="*/ 474345 h 552450"/>
              <a:gd name="connsiteX1" fmla="*/ 525399 w 1047750"/>
              <a:gd name="connsiteY1" fmla="*/ 55531 h 552450"/>
              <a:gd name="connsiteX2" fmla="*/ 998506 w 1047750"/>
              <a:gd name="connsiteY2" fmla="*/ 528638 h 552450"/>
              <a:gd name="connsiteX3" fmla="*/ 1026319 w 1047750"/>
              <a:gd name="connsiteY3" fmla="*/ 556451 h 552450"/>
              <a:gd name="connsiteX4" fmla="*/ 1054132 w 1047750"/>
              <a:gd name="connsiteY4" fmla="*/ 528638 h 552450"/>
              <a:gd name="connsiteX5" fmla="*/ 525494 w 1047750"/>
              <a:gd name="connsiteY5" fmla="*/ 0 h 552450"/>
              <a:gd name="connsiteX6" fmla="*/ 0 w 1047750"/>
              <a:gd name="connsiteY6" fmla="*/ 471106 h 552450"/>
              <a:gd name="connsiteX7" fmla="*/ 24575 w 1047750"/>
              <a:gd name="connsiteY7" fmla="*/ 466058 h 552450"/>
              <a:gd name="connsiteX8" fmla="*/ 55531 w 1047750"/>
              <a:gd name="connsiteY8" fmla="*/ 474345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7750" h="552450">
                <a:moveTo>
                  <a:pt x="55531" y="474345"/>
                </a:moveTo>
                <a:cubicBezTo>
                  <a:pt x="82582" y="238982"/>
                  <a:pt x="282892" y="55531"/>
                  <a:pt x="525399" y="55531"/>
                </a:cubicBezTo>
                <a:cubicBezTo>
                  <a:pt x="786289" y="55531"/>
                  <a:pt x="998506" y="267748"/>
                  <a:pt x="998506" y="528638"/>
                </a:cubicBezTo>
                <a:cubicBezTo>
                  <a:pt x="998506" y="543973"/>
                  <a:pt x="1010984" y="556451"/>
                  <a:pt x="1026319" y="556451"/>
                </a:cubicBezTo>
                <a:cubicBezTo>
                  <a:pt x="1041654" y="556451"/>
                  <a:pt x="1054132" y="543973"/>
                  <a:pt x="1054132" y="528638"/>
                </a:cubicBezTo>
                <a:cubicBezTo>
                  <a:pt x="1054132" y="237172"/>
                  <a:pt x="816959" y="0"/>
                  <a:pt x="525494" y="0"/>
                </a:cubicBezTo>
                <a:cubicBezTo>
                  <a:pt x="253460" y="0"/>
                  <a:pt x="28766" y="206597"/>
                  <a:pt x="0" y="471106"/>
                </a:cubicBezTo>
                <a:cubicBezTo>
                  <a:pt x="7525" y="467868"/>
                  <a:pt x="15907" y="466058"/>
                  <a:pt x="24575" y="466058"/>
                </a:cubicBezTo>
                <a:cubicBezTo>
                  <a:pt x="35814" y="466058"/>
                  <a:pt x="46387" y="469106"/>
                  <a:pt x="55531" y="474345"/>
                </a:cubicBezTo>
                <a:close/>
              </a:path>
            </a:pathLst>
          </a:custGeom>
          <a:solidFill>
            <a:srgbClr val="FFC93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2886DDE-8F0F-4580-B7B9-6B1237744ECA}"/>
              </a:ext>
            </a:extLst>
          </p:cNvPr>
          <p:cNvGrpSpPr/>
          <p:nvPr/>
        </p:nvGrpSpPr>
        <p:grpSpPr>
          <a:xfrm>
            <a:off x="3850220" y="3206855"/>
            <a:ext cx="1338789" cy="1338789"/>
            <a:chOff x="3850220" y="3206855"/>
            <a:chExt cx="1338789" cy="1338789"/>
          </a:xfrm>
        </p:grpSpPr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AB0471B-E290-4B2F-8A21-B068CEAAF24F}"/>
                </a:ext>
              </a:extLst>
            </p:cNvPr>
            <p:cNvSpPr/>
            <p:nvPr/>
          </p:nvSpPr>
          <p:spPr>
            <a:xfrm>
              <a:off x="3928893" y="3285528"/>
              <a:ext cx="1188363" cy="1188363"/>
            </a:xfrm>
            <a:custGeom>
              <a:avLst/>
              <a:gdLst>
                <a:gd name="connsiteX0" fmla="*/ 753809 w 752475"/>
                <a:gd name="connsiteY0" fmla="*/ 376904 h 752475"/>
                <a:gd name="connsiteX1" fmla="*/ 376904 w 752475"/>
                <a:gd name="connsiteY1" fmla="*/ 753809 h 752475"/>
                <a:gd name="connsiteX2" fmla="*/ 0 w 752475"/>
                <a:gd name="connsiteY2" fmla="*/ 376904 h 752475"/>
                <a:gd name="connsiteX3" fmla="*/ 376904 w 752475"/>
                <a:gd name="connsiteY3" fmla="*/ 0 h 752475"/>
                <a:gd name="connsiteX4" fmla="*/ 753809 w 752475"/>
                <a:gd name="connsiteY4" fmla="*/ 376904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2475" h="752475">
                  <a:moveTo>
                    <a:pt x="753809" y="376904"/>
                  </a:moveTo>
                  <a:cubicBezTo>
                    <a:pt x="753809" y="585063"/>
                    <a:pt x="585063" y="753809"/>
                    <a:pt x="376904" y="753809"/>
                  </a:cubicBezTo>
                  <a:cubicBezTo>
                    <a:pt x="168746" y="753809"/>
                    <a:pt x="0" y="585063"/>
                    <a:pt x="0" y="376904"/>
                  </a:cubicBezTo>
                  <a:cubicBezTo>
                    <a:pt x="0" y="168746"/>
                    <a:pt x="168746" y="0"/>
                    <a:pt x="376904" y="0"/>
                  </a:cubicBezTo>
                  <a:cubicBezTo>
                    <a:pt x="585063" y="0"/>
                    <a:pt x="753809" y="168746"/>
                    <a:pt x="753809" y="37690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22B1674C-94C3-4400-98A3-FF0487EEE373}"/>
                </a:ext>
              </a:extLst>
            </p:cNvPr>
            <p:cNvSpPr/>
            <p:nvPr/>
          </p:nvSpPr>
          <p:spPr>
            <a:xfrm>
              <a:off x="3850220" y="3206855"/>
              <a:ext cx="1338789" cy="1338789"/>
            </a:xfrm>
            <a:custGeom>
              <a:avLst/>
              <a:gdLst>
                <a:gd name="connsiteX0" fmla="*/ 426720 w 847725"/>
                <a:gd name="connsiteY0" fmla="*/ 49816 h 847725"/>
                <a:gd name="connsiteX1" fmla="*/ 803624 w 847725"/>
                <a:gd name="connsiteY1" fmla="*/ 426720 h 847725"/>
                <a:gd name="connsiteX2" fmla="*/ 426720 w 847725"/>
                <a:gd name="connsiteY2" fmla="*/ 803624 h 847725"/>
                <a:gd name="connsiteX3" fmla="*/ 49816 w 847725"/>
                <a:gd name="connsiteY3" fmla="*/ 426720 h 847725"/>
                <a:gd name="connsiteX4" fmla="*/ 426720 w 847725"/>
                <a:gd name="connsiteY4" fmla="*/ 49816 h 847725"/>
                <a:gd name="connsiteX5" fmla="*/ 426720 w 847725"/>
                <a:gd name="connsiteY5" fmla="*/ 0 h 847725"/>
                <a:gd name="connsiteX6" fmla="*/ 0 w 847725"/>
                <a:gd name="connsiteY6" fmla="*/ 426720 h 847725"/>
                <a:gd name="connsiteX7" fmla="*/ 426720 w 847725"/>
                <a:gd name="connsiteY7" fmla="*/ 853440 h 847725"/>
                <a:gd name="connsiteX8" fmla="*/ 853440 w 847725"/>
                <a:gd name="connsiteY8" fmla="*/ 426720 h 847725"/>
                <a:gd name="connsiteX9" fmla="*/ 426720 w 847725"/>
                <a:gd name="connsiteY9" fmla="*/ 0 h 847725"/>
                <a:gd name="connsiteX10" fmla="*/ 426720 w 847725"/>
                <a:gd name="connsiteY10" fmla="*/ 0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7725" h="847725">
                  <a:moveTo>
                    <a:pt x="426720" y="49816"/>
                  </a:moveTo>
                  <a:cubicBezTo>
                    <a:pt x="634841" y="49816"/>
                    <a:pt x="803624" y="218504"/>
                    <a:pt x="803624" y="426720"/>
                  </a:cubicBezTo>
                  <a:cubicBezTo>
                    <a:pt x="803624" y="634841"/>
                    <a:pt x="634937" y="803624"/>
                    <a:pt x="426720" y="803624"/>
                  </a:cubicBezTo>
                  <a:cubicBezTo>
                    <a:pt x="218599" y="803624"/>
                    <a:pt x="49816" y="634937"/>
                    <a:pt x="49816" y="426720"/>
                  </a:cubicBezTo>
                  <a:cubicBezTo>
                    <a:pt x="49816" y="218599"/>
                    <a:pt x="218504" y="49816"/>
                    <a:pt x="426720" y="49816"/>
                  </a:cubicBezTo>
                  <a:moveTo>
                    <a:pt x="426720" y="0"/>
                  </a:moveTo>
                  <a:cubicBezTo>
                    <a:pt x="191453" y="0"/>
                    <a:pt x="0" y="191453"/>
                    <a:pt x="0" y="426720"/>
                  </a:cubicBezTo>
                  <a:cubicBezTo>
                    <a:pt x="0" y="661988"/>
                    <a:pt x="191453" y="853440"/>
                    <a:pt x="426720" y="853440"/>
                  </a:cubicBezTo>
                  <a:cubicBezTo>
                    <a:pt x="661988" y="853440"/>
                    <a:pt x="853440" y="661988"/>
                    <a:pt x="853440" y="426720"/>
                  </a:cubicBezTo>
                  <a:cubicBezTo>
                    <a:pt x="853345" y="191453"/>
                    <a:pt x="661988" y="0"/>
                    <a:pt x="426720" y="0"/>
                  </a:cubicBezTo>
                  <a:lnTo>
                    <a:pt x="426720" y="0"/>
                  </a:lnTo>
                  <a:close/>
                </a:path>
              </a:pathLst>
            </a:custGeom>
            <a:solidFill>
              <a:srgbClr val="ECEC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3912AEEA-CBE2-4B89-8376-AF60B3E26BB0}"/>
              </a:ext>
            </a:extLst>
          </p:cNvPr>
          <p:cNvSpPr/>
          <p:nvPr/>
        </p:nvSpPr>
        <p:spPr>
          <a:xfrm>
            <a:off x="5271292" y="4102641"/>
            <a:ext cx="1654683" cy="872469"/>
          </a:xfrm>
          <a:custGeom>
            <a:avLst/>
            <a:gdLst>
              <a:gd name="connsiteX0" fmla="*/ 0 w 1047750"/>
              <a:gd name="connsiteY0" fmla="*/ 85249 h 552450"/>
              <a:gd name="connsiteX1" fmla="*/ 525494 w 1047750"/>
              <a:gd name="connsiteY1" fmla="*/ 556451 h 552450"/>
              <a:gd name="connsiteX2" fmla="*/ 1054132 w 1047750"/>
              <a:gd name="connsiteY2" fmla="*/ 27813 h 552450"/>
              <a:gd name="connsiteX3" fmla="*/ 1026319 w 1047750"/>
              <a:gd name="connsiteY3" fmla="*/ 0 h 552450"/>
              <a:gd name="connsiteX4" fmla="*/ 998506 w 1047750"/>
              <a:gd name="connsiteY4" fmla="*/ 27813 h 552450"/>
              <a:gd name="connsiteX5" fmla="*/ 525399 w 1047750"/>
              <a:gd name="connsiteY5" fmla="*/ 500920 h 552450"/>
              <a:gd name="connsiteX6" fmla="*/ 55531 w 1047750"/>
              <a:gd name="connsiteY6" fmla="*/ 82105 h 552450"/>
              <a:gd name="connsiteX7" fmla="*/ 24575 w 1047750"/>
              <a:gd name="connsiteY7" fmla="*/ 90392 h 552450"/>
              <a:gd name="connsiteX8" fmla="*/ 0 w 1047750"/>
              <a:gd name="connsiteY8" fmla="*/ 85249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7750" h="552450">
                <a:moveTo>
                  <a:pt x="0" y="85249"/>
                </a:moveTo>
                <a:cubicBezTo>
                  <a:pt x="28766" y="349758"/>
                  <a:pt x="253365" y="556451"/>
                  <a:pt x="525494" y="556451"/>
                </a:cubicBezTo>
                <a:cubicBezTo>
                  <a:pt x="816959" y="556451"/>
                  <a:pt x="1054132" y="319278"/>
                  <a:pt x="1054132" y="27813"/>
                </a:cubicBezTo>
                <a:cubicBezTo>
                  <a:pt x="1054132" y="12478"/>
                  <a:pt x="1041654" y="0"/>
                  <a:pt x="1026319" y="0"/>
                </a:cubicBezTo>
                <a:cubicBezTo>
                  <a:pt x="1010984" y="0"/>
                  <a:pt x="998506" y="12478"/>
                  <a:pt x="998506" y="27813"/>
                </a:cubicBezTo>
                <a:cubicBezTo>
                  <a:pt x="998506" y="288703"/>
                  <a:pt x="786289" y="500920"/>
                  <a:pt x="525399" y="500920"/>
                </a:cubicBezTo>
                <a:cubicBezTo>
                  <a:pt x="282892" y="500920"/>
                  <a:pt x="82487" y="317468"/>
                  <a:pt x="55531" y="82105"/>
                </a:cubicBezTo>
                <a:cubicBezTo>
                  <a:pt x="46387" y="87344"/>
                  <a:pt x="35814" y="90392"/>
                  <a:pt x="24575" y="90392"/>
                </a:cubicBezTo>
                <a:cubicBezTo>
                  <a:pt x="15812" y="90297"/>
                  <a:pt x="7525" y="88487"/>
                  <a:pt x="0" y="85249"/>
                </a:cubicBezTo>
                <a:close/>
              </a:path>
            </a:pathLst>
          </a:custGeom>
          <a:solidFill>
            <a:srgbClr val="69B7D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945092-4427-443D-AACC-36E76015D2FA}"/>
              </a:ext>
            </a:extLst>
          </p:cNvPr>
          <p:cNvGrpSpPr/>
          <p:nvPr/>
        </p:nvGrpSpPr>
        <p:grpSpPr>
          <a:xfrm>
            <a:off x="5321819" y="3350133"/>
            <a:ext cx="1549385" cy="1549385"/>
            <a:chOff x="5321819" y="3350133"/>
            <a:chExt cx="1549385" cy="1549385"/>
          </a:xfrm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6425755A-682D-4FAA-8EB6-14E7D46AFF1F}"/>
                </a:ext>
              </a:extLst>
            </p:cNvPr>
            <p:cNvSpPr/>
            <p:nvPr/>
          </p:nvSpPr>
          <p:spPr>
            <a:xfrm>
              <a:off x="5321819" y="3350133"/>
              <a:ext cx="1549385" cy="1549385"/>
            </a:xfrm>
            <a:custGeom>
              <a:avLst/>
              <a:gdLst>
                <a:gd name="connsiteX0" fmla="*/ 636704 w 981075"/>
                <a:gd name="connsiteY0" fmla="*/ 144241 h 981075"/>
                <a:gd name="connsiteX1" fmla="*/ 840685 w 981075"/>
                <a:gd name="connsiteY1" fmla="*/ 636704 h 981075"/>
                <a:gd name="connsiteX2" fmla="*/ 348222 w 981075"/>
                <a:gd name="connsiteY2" fmla="*/ 840685 h 981075"/>
                <a:gd name="connsiteX3" fmla="*/ 144241 w 981075"/>
                <a:gd name="connsiteY3" fmla="*/ 348222 h 981075"/>
                <a:gd name="connsiteX4" fmla="*/ 636704 w 981075"/>
                <a:gd name="connsiteY4" fmla="*/ 144241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075" h="981075">
                  <a:moveTo>
                    <a:pt x="636704" y="144241"/>
                  </a:moveTo>
                  <a:cubicBezTo>
                    <a:pt x="829022" y="223903"/>
                    <a:pt x="920347" y="444387"/>
                    <a:pt x="840685" y="636704"/>
                  </a:cubicBezTo>
                  <a:cubicBezTo>
                    <a:pt x="761023" y="829022"/>
                    <a:pt x="540539" y="920347"/>
                    <a:pt x="348222" y="840685"/>
                  </a:cubicBezTo>
                  <a:cubicBezTo>
                    <a:pt x="155904" y="761023"/>
                    <a:pt x="64579" y="540539"/>
                    <a:pt x="144241" y="348222"/>
                  </a:cubicBezTo>
                  <a:cubicBezTo>
                    <a:pt x="223903" y="155904"/>
                    <a:pt x="444387" y="64579"/>
                    <a:pt x="636704" y="1442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43D8CFD-9281-48F4-BE22-610A09183983}"/>
                </a:ext>
              </a:extLst>
            </p:cNvPr>
            <p:cNvSpPr/>
            <p:nvPr/>
          </p:nvSpPr>
          <p:spPr>
            <a:xfrm>
              <a:off x="5425478" y="3454005"/>
              <a:ext cx="1338789" cy="1338789"/>
            </a:xfrm>
            <a:custGeom>
              <a:avLst/>
              <a:gdLst>
                <a:gd name="connsiteX0" fmla="*/ 426720 w 847725"/>
                <a:gd name="connsiteY0" fmla="*/ 49816 h 847725"/>
                <a:gd name="connsiteX1" fmla="*/ 803624 w 847725"/>
                <a:gd name="connsiteY1" fmla="*/ 426720 h 847725"/>
                <a:gd name="connsiteX2" fmla="*/ 426720 w 847725"/>
                <a:gd name="connsiteY2" fmla="*/ 803624 h 847725"/>
                <a:gd name="connsiteX3" fmla="*/ 49816 w 847725"/>
                <a:gd name="connsiteY3" fmla="*/ 426720 h 847725"/>
                <a:gd name="connsiteX4" fmla="*/ 426720 w 847725"/>
                <a:gd name="connsiteY4" fmla="*/ 49816 h 847725"/>
                <a:gd name="connsiteX5" fmla="*/ 426720 w 847725"/>
                <a:gd name="connsiteY5" fmla="*/ 0 h 847725"/>
                <a:gd name="connsiteX6" fmla="*/ 0 w 847725"/>
                <a:gd name="connsiteY6" fmla="*/ 426720 h 847725"/>
                <a:gd name="connsiteX7" fmla="*/ 426720 w 847725"/>
                <a:gd name="connsiteY7" fmla="*/ 853440 h 847725"/>
                <a:gd name="connsiteX8" fmla="*/ 853440 w 847725"/>
                <a:gd name="connsiteY8" fmla="*/ 426720 h 847725"/>
                <a:gd name="connsiteX9" fmla="*/ 426720 w 847725"/>
                <a:gd name="connsiteY9" fmla="*/ 0 h 847725"/>
                <a:gd name="connsiteX10" fmla="*/ 426720 w 847725"/>
                <a:gd name="connsiteY10" fmla="*/ 0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7725" h="847725">
                  <a:moveTo>
                    <a:pt x="426720" y="49816"/>
                  </a:moveTo>
                  <a:cubicBezTo>
                    <a:pt x="634841" y="49816"/>
                    <a:pt x="803624" y="218504"/>
                    <a:pt x="803624" y="426720"/>
                  </a:cubicBezTo>
                  <a:cubicBezTo>
                    <a:pt x="803624" y="634841"/>
                    <a:pt x="634937" y="803624"/>
                    <a:pt x="426720" y="803624"/>
                  </a:cubicBezTo>
                  <a:cubicBezTo>
                    <a:pt x="218599" y="803624"/>
                    <a:pt x="49816" y="634936"/>
                    <a:pt x="49816" y="426720"/>
                  </a:cubicBezTo>
                  <a:cubicBezTo>
                    <a:pt x="49911" y="218599"/>
                    <a:pt x="218599" y="49816"/>
                    <a:pt x="426720" y="49816"/>
                  </a:cubicBezTo>
                  <a:moveTo>
                    <a:pt x="426720" y="0"/>
                  </a:moveTo>
                  <a:cubicBezTo>
                    <a:pt x="191452" y="0"/>
                    <a:pt x="0" y="191452"/>
                    <a:pt x="0" y="426720"/>
                  </a:cubicBezTo>
                  <a:cubicBezTo>
                    <a:pt x="0" y="661988"/>
                    <a:pt x="191452" y="853440"/>
                    <a:pt x="426720" y="853440"/>
                  </a:cubicBezTo>
                  <a:cubicBezTo>
                    <a:pt x="661988" y="853440"/>
                    <a:pt x="853440" y="661988"/>
                    <a:pt x="853440" y="426720"/>
                  </a:cubicBezTo>
                  <a:cubicBezTo>
                    <a:pt x="853440" y="191452"/>
                    <a:pt x="661988" y="0"/>
                    <a:pt x="426720" y="0"/>
                  </a:cubicBezTo>
                  <a:lnTo>
                    <a:pt x="426720" y="0"/>
                  </a:lnTo>
                  <a:close/>
                </a:path>
              </a:pathLst>
            </a:custGeom>
            <a:solidFill>
              <a:srgbClr val="ECEC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6C96559B-42FB-4575-83CA-8D3F6C7B6255}"/>
              </a:ext>
            </a:extLst>
          </p:cNvPr>
          <p:cNvSpPr/>
          <p:nvPr/>
        </p:nvSpPr>
        <p:spPr>
          <a:xfrm>
            <a:off x="6853318" y="3037025"/>
            <a:ext cx="1654683" cy="872469"/>
          </a:xfrm>
          <a:custGeom>
            <a:avLst/>
            <a:gdLst>
              <a:gd name="connsiteX0" fmla="*/ 55531 w 1047750"/>
              <a:gd name="connsiteY0" fmla="*/ 474345 h 552450"/>
              <a:gd name="connsiteX1" fmla="*/ 525399 w 1047750"/>
              <a:gd name="connsiteY1" fmla="*/ 55531 h 552450"/>
              <a:gd name="connsiteX2" fmla="*/ 998506 w 1047750"/>
              <a:gd name="connsiteY2" fmla="*/ 528638 h 552450"/>
              <a:gd name="connsiteX3" fmla="*/ 1026319 w 1047750"/>
              <a:gd name="connsiteY3" fmla="*/ 556451 h 552450"/>
              <a:gd name="connsiteX4" fmla="*/ 1054132 w 1047750"/>
              <a:gd name="connsiteY4" fmla="*/ 528638 h 552450"/>
              <a:gd name="connsiteX5" fmla="*/ 525494 w 1047750"/>
              <a:gd name="connsiteY5" fmla="*/ 0 h 552450"/>
              <a:gd name="connsiteX6" fmla="*/ 0 w 1047750"/>
              <a:gd name="connsiteY6" fmla="*/ 471106 h 552450"/>
              <a:gd name="connsiteX7" fmla="*/ 24575 w 1047750"/>
              <a:gd name="connsiteY7" fmla="*/ 466058 h 552450"/>
              <a:gd name="connsiteX8" fmla="*/ 55531 w 1047750"/>
              <a:gd name="connsiteY8" fmla="*/ 474345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7750" h="552450">
                <a:moveTo>
                  <a:pt x="55531" y="474345"/>
                </a:moveTo>
                <a:cubicBezTo>
                  <a:pt x="82582" y="238982"/>
                  <a:pt x="282893" y="55531"/>
                  <a:pt x="525399" y="55531"/>
                </a:cubicBezTo>
                <a:cubicBezTo>
                  <a:pt x="786289" y="55531"/>
                  <a:pt x="998506" y="267748"/>
                  <a:pt x="998506" y="528638"/>
                </a:cubicBezTo>
                <a:cubicBezTo>
                  <a:pt x="998506" y="543973"/>
                  <a:pt x="1010984" y="556451"/>
                  <a:pt x="1026319" y="556451"/>
                </a:cubicBezTo>
                <a:cubicBezTo>
                  <a:pt x="1041654" y="556451"/>
                  <a:pt x="1054132" y="543973"/>
                  <a:pt x="1054132" y="528638"/>
                </a:cubicBezTo>
                <a:cubicBezTo>
                  <a:pt x="1054132" y="237172"/>
                  <a:pt x="816959" y="0"/>
                  <a:pt x="525494" y="0"/>
                </a:cubicBezTo>
                <a:cubicBezTo>
                  <a:pt x="253460" y="0"/>
                  <a:pt x="28766" y="206597"/>
                  <a:pt x="0" y="471106"/>
                </a:cubicBezTo>
                <a:cubicBezTo>
                  <a:pt x="7525" y="467868"/>
                  <a:pt x="15907" y="466058"/>
                  <a:pt x="24575" y="466058"/>
                </a:cubicBezTo>
                <a:cubicBezTo>
                  <a:pt x="35909" y="466058"/>
                  <a:pt x="46387" y="469106"/>
                  <a:pt x="55531" y="474345"/>
                </a:cubicBezTo>
                <a:close/>
              </a:path>
            </a:pathLst>
          </a:custGeom>
          <a:solidFill>
            <a:srgbClr val="903D8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2F9575-4EA5-4A7D-B7F2-04D36DF56826}"/>
              </a:ext>
            </a:extLst>
          </p:cNvPr>
          <p:cNvGrpSpPr/>
          <p:nvPr/>
        </p:nvGrpSpPr>
        <p:grpSpPr>
          <a:xfrm>
            <a:off x="6910867" y="3116652"/>
            <a:ext cx="1549385" cy="1549385"/>
            <a:chOff x="6910867" y="3116652"/>
            <a:chExt cx="1549385" cy="1549385"/>
          </a:xfrm>
        </p:grpSpPr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322FCB7-6BF1-4D4F-BFE9-36C8DFF73A8D}"/>
                </a:ext>
              </a:extLst>
            </p:cNvPr>
            <p:cNvSpPr/>
            <p:nvPr/>
          </p:nvSpPr>
          <p:spPr>
            <a:xfrm>
              <a:off x="6910867" y="3116652"/>
              <a:ext cx="1549385" cy="1549385"/>
            </a:xfrm>
            <a:custGeom>
              <a:avLst/>
              <a:gdLst>
                <a:gd name="connsiteX0" fmla="*/ 636704 w 981075"/>
                <a:gd name="connsiteY0" fmla="*/ 144241 h 981075"/>
                <a:gd name="connsiteX1" fmla="*/ 840685 w 981075"/>
                <a:gd name="connsiteY1" fmla="*/ 636705 h 981075"/>
                <a:gd name="connsiteX2" fmla="*/ 348222 w 981075"/>
                <a:gd name="connsiteY2" fmla="*/ 840685 h 981075"/>
                <a:gd name="connsiteX3" fmla="*/ 144241 w 981075"/>
                <a:gd name="connsiteY3" fmla="*/ 348222 h 981075"/>
                <a:gd name="connsiteX4" fmla="*/ 636704 w 981075"/>
                <a:gd name="connsiteY4" fmla="*/ 144241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075" h="981075">
                  <a:moveTo>
                    <a:pt x="636704" y="144241"/>
                  </a:moveTo>
                  <a:cubicBezTo>
                    <a:pt x="829022" y="223904"/>
                    <a:pt x="920347" y="444387"/>
                    <a:pt x="840685" y="636705"/>
                  </a:cubicBezTo>
                  <a:cubicBezTo>
                    <a:pt x="761023" y="829022"/>
                    <a:pt x="540539" y="920347"/>
                    <a:pt x="348222" y="840685"/>
                  </a:cubicBezTo>
                  <a:cubicBezTo>
                    <a:pt x="155904" y="761023"/>
                    <a:pt x="64579" y="540540"/>
                    <a:pt x="144241" y="348222"/>
                  </a:cubicBezTo>
                  <a:cubicBezTo>
                    <a:pt x="223904" y="155904"/>
                    <a:pt x="444387" y="64579"/>
                    <a:pt x="636704" y="1442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5FBC7AC-4ECE-4B1D-B9E9-FAAFD666DF8C}"/>
                </a:ext>
              </a:extLst>
            </p:cNvPr>
            <p:cNvSpPr/>
            <p:nvPr/>
          </p:nvSpPr>
          <p:spPr>
            <a:xfrm>
              <a:off x="7014575" y="3220694"/>
              <a:ext cx="1338789" cy="1338789"/>
            </a:xfrm>
            <a:custGeom>
              <a:avLst/>
              <a:gdLst>
                <a:gd name="connsiteX0" fmla="*/ 426720 w 847725"/>
                <a:gd name="connsiteY0" fmla="*/ 49816 h 847725"/>
                <a:gd name="connsiteX1" fmla="*/ 803624 w 847725"/>
                <a:gd name="connsiteY1" fmla="*/ 426720 h 847725"/>
                <a:gd name="connsiteX2" fmla="*/ 426720 w 847725"/>
                <a:gd name="connsiteY2" fmla="*/ 803624 h 847725"/>
                <a:gd name="connsiteX3" fmla="*/ 49816 w 847725"/>
                <a:gd name="connsiteY3" fmla="*/ 426720 h 847725"/>
                <a:gd name="connsiteX4" fmla="*/ 426720 w 847725"/>
                <a:gd name="connsiteY4" fmla="*/ 49816 h 847725"/>
                <a:gd name="connsiteX5" fmla="*/ 426720 w 847725"/>
                <a:gd name="connsiteY5" fmla="*/ 0 h 847725"/>
                <a:gd name="connsiteX6" fmla="*/ 0 w 847725"/>
                <a:gd name="connsiteY6" fmla="*/ 426720 h 847725"/>
                <a:gd name="connsiteX7" fmla="*/ 426720 w 847725"/>
                <a:gd name="connsiteY7" fmla="*/ 853440 h 847725"/>
                <a:gd name="connsiteX8" fmla="*/ 853440 w 847725"/>
                <a:gd name="connsiteY8" fmla="*/ 426720 h 847725"/>
                <a:gd name="connsiteX9" fmla="*/ 426720 w 847725"/>
                <a:gd name="connsiteY9" fmla="*/ 0 h 847725"/>
                <a:gd name="connsiteX10" fmla="*/ 426720 w 847725"/>
                <a:gd name="connsiteY10" fmla="*/ 0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7725" h="847725">
                  <a:moveTo>
                    <a:pt x="426720" y="49816"/>
                  </a:moveTo>
                  <a:cubicBezTo>
                    <a:pt x="634841" y="49816"/>
                    <a:pt x="803624" y="218503"/>
                    <a:pt x="803624" y="426720"/>
                  </a:cubicBezTo>
                  <a:cubicBezTo>
                    <a:pt x="803624" y="634841"/>
                    <a:pt x="634937" y="803624"/>
                    <a:pt x="426720" y="803624"/>
                  </a:cubicBezTo>
                  <a:cubicBezTo>
                    <a:pt x="218599" y="803624"/>
                    <a:pt x="49816" y="634936"/>
                    <a:pt x="49816" y="426720"/>
                  </a:cubicBezTo>
                  <a:cubicBezTo>
                    <a:pt x="49816" y="218503"/>
                    <a:pt x="218599" y="49816"/>
                    <a:pt x="426720" y="49816"/>
                  </a:cubicBezTo>
                  <a:moveTo>
                    <a:pt x="426720" y="0"/>
                  </a:moveTo>
                  <a:cubicBezTo>
                    <a:pt x="191453" y="0"/>
                    <a:pt x="0" y="191452"/>
                    <a:pt x="0" y="426720"/>
                  </a:cubicBezTo>
                  <a:cubicBezTo>
                    <a:pt x="0" y="661987"/>
                    <a:pt x="191453" y="853440"/>
                    <a:pt x="426720" y="853440"/>
                  </a:cubicBezTo>
                  <a:cubicBezTo>
                    <a:pt x="661988" y="853440"/>
                    <a:pt x="853440" y="661987"/>
                    <a:pt x="853440" y="426720"/>
                  </a:cubicBezTo>
                  <a:cubicBezTo>
                    <a:pt x="853440" y="191357"/>
                    <a:pt x="661988" y="0"/>
                    <a:pt x="426720" y="0"/>
                  </a:cubicBezTo>
                  <a:lnTo>
                    <a:pt x="426720" y="0"/>
                  </a:lnTo>
                  <a:close/>
                </a:path>
              </a:pathLst>
            </a:custGeom>
            <a:solidFill>
              <a:srgbClr val="ECEC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062561DA-2A1B-468B-B053-D587F76ADB5B}"/>
              </a:ext>
            </a:extLst>
          </p:cNvPr>
          <p:cNvSpPr/>
          <p:nvPr/>
        </p:nvSpPr>
        <p:spPr>
          <a:xfrm>
            <a:off x="8435345" y="4102641"/>
            <a:ext cx="1654683" cy="872469"/>
          </a:xfrm>
          <a:custGeom>
            <a:avLst/>
            <a:gdLst>
              <a:gd name="connsiteX0" fmla="*/ 0 w 1047750"/>
              <a:gd name="connsiteY0" fmla="*/ 85249 h 552450"/>
              <a:gd name="connsiteX1" fmla="*/ 525494 w 1047750"/>
              <a:gd name="connsiteY1" fmla="*/ 556451 h 552450"/>
              <a:gd name="connsiteX2" fmla="*/ 1054132 w 1047750"/>
              <a:gd name="connsiteY2" fmla="*/ 27813 h 552450"/>
              <a:gd name="connsiteX3" fmla="*/ 1026319 w 1047750"/>
              <a:gd name="connsiteY3" fmla="*/ 0 h 552450"/>
              <a:gd name="connsiteX4" fmla="*/ 998506 w 1047750"/>
              <a:gd name="connsiteY4" fmla="*/ 27813 h 552450"/>
              <a:gd name="connsiteX5" fmla="*/ 525399 w 1047750"/>
              <a:gd name="connsiteY5" fmla="*/ 500920 h 552450"/>
              <a:gd name="connsiteX6" fmla="*/ 55531 w 1047750"/>
              <a:gd name="connsiteY6" fmla="*/ 82105 h 552450"/>
              <a:gd name="connsiteX7" fmla="*/ 24574 w 1047750"/>
              <a:gd name="connsiteY7" fmla="*/ 90392 h 552450"/>
              <a:gd name="connsiteX8" fmla="*/ 0 w 1047750"/>
              <a:gd name="connsiteY8" fmla="*/ 85249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7750" h="552450">
                <a:moveTo>
                  <a:pt x="0" y="85249"/>
                </a:moveTo>
                <a:cubicBezTo>
                  <a:pt x="28765" y="349758"/>
                  <a:pt x="253365" y="556451"/>
                  <a:pt x="525494" y="556451"/>
                </a:cubicBezTo>
                <a:cubicBezTo>
                  <a:pt x="816959" y="556451"/>
                  <a:pt x="1054132" y="319278"/>
                  <a:pt x="1054132" y="27813"/>
                </a:cubicBezTo>
                <a:cubicBezTo>
                  <a:pt x="1054132" y="12478"/>
                  <a:pt x="1041654" y="0"/>
                  <a:pt x="1026319" y="0"/>
                </a:cubicBezTo>
                <a:cubicBezTo>
                  <a:pt x="1010984" y="0"/>
                  <a:pt x="998506" y="12478"/>
                  <a:pt x="998506" y="27813"/>
                </a:cubicBezTo>
                <a:cubicBezTo>
                  <a:pt x="998506" y="288703"/>
                  <a:pt x="786289" y="500920"/>
                  <a:pt x="525399" y="500920"/>
                </a:cubicBezTo>
                <a:cubicBezTo>
                  <a:pt x="282892" y="500920"/>
                  <a:pt x="82487" y="317468"/>
                  <a:pt x="55531" y="82105"/>
                </a:cubicBezTo>
                <a:cubicBezTo>
                  <a:pt x="46387" y="87344"/>
                  <a:pt x="35814" y="90392"/>
                  <a:pt x="24574" y="90392"/>
                </a:cubicBezTo>
                <a:cubicBezTo>
                  <a:pt x="15812" y="90297"/>
                  <a:pt x="7525" y="88487"/>
                  <a:pt x="0" y="85249"/>
                </a:cubicBezTo>
                <a:close/>
              </a:path>
            </a:pathLst>
          </a:custGeom>
          <a:solidFill>
            <a:srgbClr val="E368A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216F84-73E6-4F3E-886A-35C63A757734}"/>
              </a:ext>
            </a:extLst>
          </p:cNvPr>
          <p:cNvGrpSpPr/>
          <p:nvPr/>
        </p:nvGrpSpPr>
        <p:grpSpPr>
          <a:xfrm>
            <a:off x="8561770" y="3398566"/>
            <a:ext cx="1429044" cy="1429044"/>
            <a:chOff x="8561770" y="3398566"/>
            <a:chExt cx="1429044" cy="142904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52ECE3F-1A19-4D99-B3A7-830417B658ED}"/>
                </a:ext>
              </a:extLst>
            </p:cNvPr>
            <p:cNvSpPr/>
            <p:nvPr/>
          </p:nvSpPr>
          <p:spPr>
            <a:xfrm>
              <a:off x="8561770" y="3398566"/>
              <a:ext cx="1429044" cy="1429044"/>
            </a:xfrm>
            <a:custGeom>
              <a:avLst/>
              <a:gdLst>
                <a:gd name="connsiteX0" fmla="*/ 540028 w 904875"/>
                <a:gd name="connsiteY0" fmla="*/ 86613 h 904875"/>
                <a:gd name="connsiteX1" fmla="*/ 820219 w 904875"/>
                <a:gd name="connsiteY1" fmla="*/ 540028 h 904875"/>
                <a:gd name="connsiteX2" fmla="*/ 366803 w 904875"/>
                <a:gd name="connsiteY2" fmla="*/ 820219 h 904875"/>
                <a:gd name="connsiteX3" fmla="*/ 86613 w 904875"/>
                <a:gd name="connsiteY3" fmla="*/ 366803 h 904875"/>
                <a:gd name="connsiteX4" fmla="*/ 540028 w 904875"/>
                <a:gd name="connsiteY4" fmla="*/ 86613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875" h="904875">
                  <a:moveTo>
                    <a:pt x="540028" y="86613"/>
                  </a:moveTo>
                  <a:cubicBezTo>
                    <a:pt x="742608" y="134447"/>
                    <a:pt x="868054" y="337448"/>
                    <a:pt x="820219" y="540028"/>
                  </a:cubicBezTo>
                  <a:cubicBezTo>
                    <a:pt x="772384" y="742608"/>
                    <a:pt x="569383" y="868054"/>
                    <a:pt x="366803" y="820219"/>
                  </a:cubicBezTo>
                  <a:cubicBezTo>
                    <a:pt x="164223" y="772384"/>
                    <a:pt x="38778" y="569383"/>
                    <a:pt x="86613" y="366803"/>
                  </a:cubicBezTo>
                  <a:cubicBezTo>
                    <a:pt x="134447" y="164224"/>
                    <a:pt x="337449" y="38778"/>
                    <a:pt x="540028" y="866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72273C4-14C1-4F82-B8B9-0B2C30A377DF}"/>
                </a:ext>
              </a:extLst>
            </p:cNvPr>
            <p:cNvSpPr/>
            <p:nvPr/>
          </p:nvSpPr>
          <p:spPr>
            <a:xfrm>
              <a:off x="8603671" y="3440315"/>
              <a:ext cx="1338789" cy="1338789"/>
            </a:xfrm>
            <a:custGeom>
              <a:avLst/>
              <a:gdLst>
                <a:gd name="connsiteX0" fmla="*/ 426720 w 847725"/>
                <a:gd name="connsiteY0" fmla="*/ 49816 h 847725"/>
                <a:gd name="connsiteX1" fmla="*/ 803624 w 847725"/>
                <a:gd name="connsiteY1" fmla="*/ 426720 h 847725"/>
                <a:gd name="connsiteX2" fmla="*/ 426720 w 847725"/>
                <a:gd name="connsiteY2" fmla="*/ 803624 h 847725"/>
                <a:gd name="connsiteX3" fmla="*/ 49816 w 847725"/>
                <a:gd name="connsiteY3" fmla="*/ 426720 h 847725"/>
                <a:gd name="connsiteX4" fmla="*/ 426720 w 847725"/>
                <a:gd name="connsiteY4" fmla="*/ 49816 h 847725"/>
                <a:gd name="connsiteX5" fmla="*/ 426720 w 847725"/>
                <a:gd name="connsiteY5" fmla="*/ 0 h 847725"/>
                <a:gd name="connsiteX6" fmla="*/ 0 w 847725"/>
                <a:gd name="connsiteY6" fmla="*/ 426720 h 847725"/>
                <a:gd name="connsiteX7" fmla="*/ 426720 w 847725"/>
                <a:gd name="connsiteY7" fmla="*/ 853440 h 847725"/>
                <a:gd name="connsiteX8" fmla="*/ 853440 w 847725"/>
                <a:gd name="connsiteY8" fmla="*/ 426720 h 847725"/>
                <a:gd name="connsiteX9" fmla="*/ 426720 w 847725"/>
                <a:gd name="connsiteY9" fmla="*/ 0 h 847725"/>
                <a:gd name="connsiteX10" fmla="*/ 426720 w 847725"/>
                <a:gd name="connsiteY10" fmla="*/ 0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7725" h="847725">
                  <a:moveTo>
                    <a:pt x="426720" y="49816"/>
                  </a:moveTo>
                  <a:cubicBezTo>
                    <a:pt x="634841" y="49816"/>
                    <a:pt x="803624" y="218504"/>
                    <a:pt x="803624" y="426720"/>
                  </a:cubicBezTo>
                  <a:cubicBezTo>
                    <a:pt x="803624" y="634841"/>
                    <a:pt x="634936" y="803624"/>
                    <a:pt x="426720" y="803624"/>
                  </a:cubicBezTo>
                  <a:cubicBezTo>
                    <a:pt x="218599" y="803624"/>
                    <a:pt x="49816" y="634937"/>
                    <a:pt x="49816" y="426720"/>
                  </a:cubicBezTo>
                  <a:cubicBezTo>
                    <a:pt x="49816" y="218504"/>
                    <a:pt x="218599" y="49816"/>
                    <a:pt x="426720" y="49816"/>
                  </a:cubicBezTo>
                  <a:moveTo>
                    <a:pt x="426720" y="0"/>
                  </a:moveTo>
                  <a:cubicBezTo>
                    <a:pt x="191452" y="0"/>
                    <a:pt x="0" y="191453"/>
                    <a:pt x="0" y="426720"/>
                  </a:cubicBezTo>
                  <a:cubicBezTo>
                    <a:pt x="0" y="661988"/>
                    <a:pt x="191452" y="853440"/>
                    <a:pt x="426720" y="853440"/>
                  </a:cubicBezTo>
                  <a:cubicBezTo>
                    <a:pt x="661988" y="853440"/>
                    <a:pt x="853440" y="661988"/>
                    <a:pt x="853440" y="426720"/>
                  </a:cubicBezTo>
                  <a:cubicBezTo>
                    <a:pt x="853344" y="191357"/>
                    <a:pt x="661988" y="0"/>
                    <a:pt x="426720" y="0"/>
                  </a:cubicBezTo>
                  <a:lnTo>
                    <a:pt x="426720" y="0"/>
                  </a:lnTo>
                  <a:close/>
                </a:path>
              </a:pathLst>
            </a:custGeom>
            <a:solidFill>
              <a:srgbClr val="ECEC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5AAF11-6F4D-44EA-96B1-763DF9609F1B}"/>
              </a:ext>
            </a:extLst>
          </p:cNvPr>
          <p:cNvGrpSpPr/>
          <p:nvPr/>
        </p:nvGrpSpPr>
        <p:grpSpPr>
          <a:xfrm>
            <a:off x="2334766" y="5126437"/>
            <a:ext cx="1278836" cy="896482"/>
            <a:chOff x="2334766" y="5126437"/>
            <a:chExt cx="1278836" cy="896482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85103EB-6146-4912-899E-A26F9BBD4701}"/>
                </a:ext>
              </a:extLst>
            </p:cNvPr>
            <p:cNvSpPr/>
            <p:nvPr/>
          </p:nvSpPr>
          <p:spPr>
            <a:xfrm>
              <a:off x="2889189" y="5126437"/>
              <a:ext cx="135383" cy="165468"/>
            </a:xfrm>
            <a:custGeom>
              <a:avLst/>
              <a:gdLst>
                <a:gd name="connsiteX0" fmla="*/ 44172 w 85725"/>
                <a:gd name="connsiteY0" fmla="*/ 8668 h 104775"/>
                <a:gd name="connsiteX1" fmla="*/ 69318 w 85725"/>
                <a:gd name="connsiteY1" fmla="*/ 19050 h 104775"/>
                <a:gd name="connsiteX2" fmla="*/ 79700 w 85725"/>
                <a:gd name="connsiteY2" fmla="*/ 44196 h 104775"/>
                <a:gd name="connsiteX3" fmla="*/ 69318 w 85725"/>
                <a:gd name="connsiteY3" fmla="*/ 69342 h 104775"/>
                <a:gd name="connsiteX4" fmla="*/ 44172 w 85725"/>
                <a:gd name="connsiteY4" fmla="*/ 94488 h 104775"/>
                <a:gd name="connsiteX5" fmla="*/ 19026 w 85725"/>
                <a:gd name="connsiteY5" fmla="*/ 69342 h 104775"/>
                <a:gd name="connsiteX6" fmla="*/ 19026 w 85725"/>
                <a:gd name="connsiteY6" fmla="*/ 19050 h 104775"/>
                <a:gd name="connsiteX7" fmla="*/ 44172 w 85725"/>
                <a:gd name="connsiteY7" fmla="*/ 8668 h 104775"/>
                <a:gd name="connsiteX8" fmla="*/ 44172 w 85725"/>
                <a:gd name="connsiteY8" fmla="*/ 0 h 104775"/>
                <a:gd name="connsiteX9" fmla="*/ 12930 w 85725"/>
                <a:gd name="connsiteY9" fmla="*/ 12954 h 104775"/>
                <a:gd name="connsiteX10" fmla="*/ 12930 w 85725"/>
                <a:gd name="connsiteY10" fmla="*/ 75533 h 104775"/>
                <a:gd name="connsiteX11" fmla="*/ 44172 w 85725"/>
                <a:gd name="connsiteY11" fmla="*/ 106775 h 104775"/>
                <a:gd name="connsiteX12" fmla="*/ 75414 w 85725"/>
                <a:gd name="connsiteY12" fmla="*/ 75533 h 104775"/>
                <a:gd name="connsiteX13" fmla="*/ 75414 w 85725"/>
                <a:gd name="connsiteY13" fmla="*/ 12954 h 104775"/>
                <a:gd name="connsiteX14" fmla="*/ 44172 w 85725"/>
                <a:gd name="connsiteY14" fmla="*/ 0 h 104775"/>
                <a:gd name="connsiteX15" fmla="*/ 44172 w 85725"/>
                <a:gd name="connsiteY15" fmla="*/ 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25" h="104775">
                  <a:moveTo>
                    <a:pt x="44172" y="8668"/>
                  </a:moveTo>
                  <a:cubicBezTo>
                    <a:pt x="53697" y="8668"/>
                    <a:pt x="62555" y="12383"/>
                    <a:pt x="69318" y="19050"/>
                  </a:cubicBezTo>
                  <a:cubicBezTo>
                    <a:pt x="75986" y="25717"/>
                    <a:pt x="79700" y="34671"/>
                    <a:pt x="79700" y="44196"/>
                  </a:cubicBezTo>
                  <a:cubicBezTo>
                    <a:pt x="79700" y="53721"/>
                    <a:pt x="75986" y="62579"/>
                    <a:pt x="69318" y="69342"/>
                  </a:cubicBezTo>
                  <a:lnTo>
                    <a:pt x="44172" y="94488"/>
                  </a:lnTo>
                  <a:lnTo>
                    <a:pt x="19026" y="69342"/>
                  </a:lnTo>
                  <a:cubicBezTo>
                    <a:pt x="5215" y="55531"/>
                    <a:pt x="5215" y="32957"/>
                    <a:pt x="19026" y="19050"/>
                  </a:cubicBezTo>
                  <a:cubicBezTo>
                    <a:pt x="25694" y="12383"/>
                    <a:pt x="34647" y="8668"/>
                    <a:pt x="44172" y="8668"/>
                  </a:cubicBezTo>
                  <a:moveTo>
                    <a:pt x="44172" y="0"/>
                  </a:moveTo>
                  <a:cubicBezTo>
                    <a:pt x="32837" y="0"/>
                    <a:pt x="21503" y="4286"/>
                    <a:pt x="12930" y="12954"/>
                  </a:cubicBezTo>
                  <a:cubicBezTo>
                    <a:pt x="-4310" y="30194"/>
                    <a:pt x="-4310" y="58198"/>
                    <a:pt x="12930" y="75533"/>
                  </a:cubicBezTo>
                  <a:lnTo>
                    <a:pt x="44172" y="106775"/>
                  </a:lnTo>
                  <a:lnTo>
                    <a:pt x="75414" y="75533"/>
                  </a:lnTo>
                  <a:cubicBezTo>
                    <a:pt x="92654" y="58293"/>
                    <a:pt x="92654" y="30290"/>
                    <a:pt x="75414" y="12954"/>
                  </a:cubicBezTo>
                  <a:cubicBezTo>
                    <a:pt x="66746" y="4286"/>
                    <a:pt x="55412" y="0"/>
                    <a:pt x="44172" y="0"/>
                  </a:cubicBezTo>
                  <a:lnTo>
                    <a:pt x="44172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73B8324-F64F-4A0C-BCFE-1539E8EA95DD}"/>
                </a:ext>
              </a:extLst>
            </p:cNvPr>
            <p:cNvGrpSpPr/>
            <p:nvPr/>
          </p:nvGrpSpPr>
          <p:grpSpPr>
            <a:xfrm>
              <a:off x="2334766" y="5318572"/>
              <a:ext cx="1278836" cy="704347"/>
              <a:chOff x="2334766" y="5318572"/>
              <a:chExt cx="1278836" cy="704347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B12414BB-3392-4277-805C-D72C991041C6}"/>
                  </a:ext>
                </a:extLst>
              </p:cNvPr>
              <p:cNvSpPr/>
              <p:nvPr/>
            </p:nvSpPr>
            <p:spPr>
              <a:xfrm>
                <a:off x="2414665" y="5318572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B4001B97-033D-440F-99E1-5FD7B94C0671}"/>
                  </a:ext>
                </a:extLst>
              </p:cNvPr>
              <p:cNvSpPr/>
              <p:nvPr/>
            </p:nvSpPr>
            <p:spPr>
              <a:xfrm>
                <a:off x="2334766" y="5561254"/>
                <a:ext cx="127883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42ADCD-3811-44FF-8A14-AC6EC5DF9B60}"/>
              </a:ext>
            </a:extLst>
          </p:cNvPr>
          <p:cNvGrpSpPr/>
          <p:nvPr/>
        </p:nvGrpSpPr>
        <p:grpSpPr>
          <a:xfrm>
            <a:off x="5524829" y="5126437"/>
            <a:ext cx="1278836" cy="896482"/>
            <a:chOff x="5524829" y="5126437"/>
            <a:chExt cx="1278836" cy="896482"/>
          </a:xfrm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F430ABC-01EB-41AC-AA71-47C2E3030FA1}"/>
                </a:ext>
              </a:extLst>
            </p:cNvPr>
            <p:cNvSpPr/>
            <p:nvPr/>
          </p:nvSpPr>
          <p:spPr>
            <a:xfrm>
              <a:off x="6055498" y="5126437"/>
              <a:ext cx="135383" cy="165468"/>
            </a:xfrm>
            <a:custGeom>
              <a:avLst/>
              <a:gdLst>
                <a:gd name="connsiteX0" fmla="*/ 44172 w 85725"/>
                <a:gd name="connsiteY0" fmla="*/ 8668 h 104775"/>
                <a:gd name="connsiteX1" fmla="*/ 69318 w 85725"/>
                <a:gd name="connsiteY1" fmla="*/ 19050 h 104775"/>
                <a:gd name="connsiteX2" fmla="*/ 69318 w 85725"/>
                <a:gd name="connsiteY2" fmla="*/ 69342 h 104775"/>
                <a:gd name="connsiteX3" fmla="*/ 44172 w 85725"/>
                <a:gd name="connsiteY3" fmla="*/ 94488 h 104775"/>
                <a:gd name="connsiteX4" fmla="*/ 19026 w 85725"/>
                <a:gd name="connsiteY4" fmla="*/ 69342 h 104775"/>
                <a:gd name="connsiteX5" fmla="*/ 8644 w 85725"/>
                <a:gd name="connsiteY5" fmla="*/ 44196 h 104775"/>
                <a:gd name="connsiteX6" fmla="*/ 19026 w 85725"/>
                <a:gd name="connsiteY6" fmla="*/ 19050 h 104775"/>
                <a:gd name="connsiteX7" fmla="*/ 44172 w 85725"/>
                <a:gd name="connsiteY7" fmla="*/ 8668 h 104775"/>
                <a:gd name="connsiteX8" fmla="*/ 44172 w 85725"/>
                <a:gd name="connsiteY8" fmla="*/ 0 h 104775"/>
                <a:gd name="connsiteX9" fmla="*/ 12930 w 85725"/>
                <a:gd name="connsiteY9" fmla="*/ 12954 h 104775"/>
                <a:gd name="connsiteX10" fmla="*/ 12930 w 85725"/>
                <a:gd name="connsiteY10" fmla="*/ 75533 h 104775"/>
                <a:gd name="connsiteX11" fmla="*/ 44172 w 85725"/>
                <a:gd name="connsiteY11" fmla="*/ 106775 h 104775"/>
                <a:gd name="connsiteX12" fmla="*/ 75414 w 85725"/>
                <a:gd name="connsiteY12" fmla="*/ 75533 h 104775"/>
                <a:gd name="connsiteX13" fmla="*/ 75414 w 85725"/>
                <a:gd name="connsiteY13" fmla="*/ 12954 h 104775"/>
                <a:gd name="connsiteX14" fmla="*/ 44172 w 85725"/>
                <a:gd name="connsiteY14" fmla="*/ 0 h 104775"/>
                <a:gd name="connsiteX15" fmla="*/ 44172 w 85725"/>
                <a:gd name="connsiteY15" fmla="*/ 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25" h="104775">
                  <a:moveTo>
                    <a:pt x="44172" y="8668"/>
                  </a:moveTo>
                  <a:cubicBezTo>
                    <a:pt x="53697" y="8668"/>
                    <a:pt x="62555" y="12383"/>
                    <a:pt x="69318" y="19050"/>
                  </a:cubicBezTo>
                  <a:cubicBezTo>
                    <a:pt x="83129" y="32861"/>
                    <a:pt x="83129" y="55436"/>
                    <a:pt x="69318" y="69342"/>
                  </a:cubicBezTo>
                  <a:lnTo>
                    <a:pt x="44172" y="94488"/>
                  </a:lnTo>
                  <a:lnTo>
                    <a:pt x="19026" y="69342"/>
                  </a:lnTo>
                  <a:cubicBezTo>
                    <a:pt x="12359" y="62675"/>
                    <a:pt x="8644" y="53721"/>
                    <a:pt x="8644" y="44196"/>
                  </a:cubicBezTo>
                  <a:cubicBezTo>
                    <a:pt x="8644" y="34671"/>
                    <a:pt x="12359" y="25813"/>
                    <a:pt x="19026" y="19050"/>
                  </a:cubicBezTo>
                  <a:cubicBezTo>
                    <a:pt x="25694" y="12383"/>
                    <a:pt x="34647" y="8668"/>
                    <a:pt x="44172" y="8668"/>
                  </a:cubicBezTo>
                  <a:moveTo>
                    <a:pt x="44172" y="0"/>
                  </a:moveTo>
                  <a:cubicBezTo>
                    <a:pt x="32837" y="0"/>
                    <a:pt x="21503" y="4286"/>
                    <a:pt x="12930" y="12954"/>
                  </a:cubicBezTo>
                  <a:cubicBezTo>
                    <a:pt x="-4310" y="30194"/>
                    <a:pt x="-4310" y="58198"/>
                    <a:pt x="12930" y="75533"/>
                  </a:cubicBezTo>
                  <a:lnTo>
                    <a:pt x="44172" y="106775"/>
                  </a:lnTo>
                  <a:lnTo>
                    <a:pt x="75414" y="75533"/>
                  </a:lnTo>
                  <a:cubicBezTo>
                    <a:pt x="92654" y="58293"/>
                    <a:pt x="92654" y="30290"/>
                    <a:pt x="75414" y="12954"/>
                  </a:cubicBezTo>
                  <a:cubicBezTo>
                    <a:pt x="66746" y="4286"/>
                    <a:pt x="55507" y="0"/>
                    <a:pt x="44172" y="0"/>
                  </a:cubicBezTo>
                  <a:lnTo>
                    <a:pt x="44172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793333ED-0383-4FE8-8CE5-397607F26E32}"/>
                </a:ext>
              </a:extLst>
            </p:cNvPr>
            <p:cNvSpPr/>
            <p:nvPr/>
          </p:nvSpPr>
          <p:spPr>
            <a:xfrm>
              <a:off x="5604728" y="5318572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8FB36E54-6CA6-439A-A72D-EB5737B314AD}"/>
                </a:ext>
              </a:extLst>
            </p:cNvPr>
            <p:cNvSpPr/>
            <p:nvPr/>
          </p:nvSpPr>
          <p:spPr>
            <a:xfrm>
              <a:off x="5524829" y="556125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7AA8D-A973-4BF5-80A5-84DDD1684C31}"/>
              </a:ext>
            </a:extLst>
          </p:cNvPr>
          <p:cNvGrpSpPr/>
          <p:nvPr/>
        </p:nvGrpSpPr>
        <p:grpSpPr>
          <a:xfrm>
            <a:off x="8639183" y="5126437"/>
            <a:ext cx="1278836" cy="896482"/>
            <a:chOff x="8639183" y="5126437"/>
            <a:chExt cx="1278836" cy="896482"/>
          </a:xfrm>
        </p:grpSpPr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FE51B9F-06C0-409B-B8B1-AC561D753434}"/>
                </a:ext>
              </a:extLst>
            </p:cNvPr>
            <p:cNvSpPr/>
            <p:nvPr/>
          </p:nvSpPr>
          <p:spPr>
            <a:xfrm>
              <a:off x="9207819" y="5126437"/>
              <a:ext cx="135383" cy="165468"/>
            </a:xfrm>
            <a:custGeom>
              <a:avLst/>
              <a:gdLst>
                <a:gd name="connsiteX0" fmla="*/ 44172 w 85725"/>
                <a:gd name="connsiteY0" fmla="*/ 8668 h 104775"/>
                <a:gd name="connsiteX1" fmla="*/ 69318 w 85725"/>
                <a:gd name="connsiteY1" fmla="*/ 19050 h 104775"/>
                <a:gd name="connsiteX2" fmla="*/ 69318 w 85725"/>
                <a:gd name="connsiteY2" fmla="*/ 69342 h 104775"/>
                <a:gd name="connsiteX3" fmla="*/ 44172 w 85725"/>
                <a:gd name="connsiteY3" fmla="*/ 94488 h 104775"/>
                <a:gd name="connsiteX4" fmla="*/ 19026 w 85725"/>
                <a:gd name="connsiteY4" fmla="*/ 69342 h 104775"/>
                <a:gd name="connsiteX5" fmla="*/ 8644 w 85725"/>
                <a:gd name="connsiteY5" fmla="*/ 44196 h 104775"/>
                <a:gd name="connsiteX6" fmla="*/ 19026 w 85725"/>
                <a:gd name="connsiteY6" fmla="*/ 19050 h 104775"/>
                <a:gd name="connsiteX7" fmla="*/ 44172 w 85725"/>
                <a:gd name="connsiteY7" fmla="*/ 8668 h 104775"/>
                <a:gd name="connsiteX8" fmla="*/ 44172 w 85725"/>
                <a:gd name="connsiteY8" fmla="*/ 0 h 104775"/>
                <a:gd name="connsiteX9" fmla="*/ 12930 w 85725"/>
                <a:gd name="connsiteY9" fmla="*/ 12954 h 104775"/>
                <a:gd name="connsiteX10" fmla="*/ 12930 w 85725"/>
                <a:gd name="connsiteY10" fmla="*/ 75533 h 104775"/>
                <a:gd name="connsiteX11" fmla="*/ 44172 w 85725"/>
                <a:gd name="connsiteY11" fmla="*/ 106775 h 104775"/>
                <a:gd name="connsiteX12" fmla="*/ 75414 w 85725"/>
                <a:gd name="connsiteY12" fmla="*/ 75533 h 104775"/>
                <a:gd name="connsiteX13" fmla="*/ 75414 w 85725"/>
                <a:gd name="connsiteY13" fmla="*/ 12954 h 104775"/>
                <a:gd name="connsiteX14" fmla="*/ 44172 w 85725"/>
                <a:gd name="connsiteY14" fmla="*/ 0 h 104775"/>
                <a:gd name="connsiteX15" fmla="*/ 44172 w 85725"/>
                <a:gd name="connsiteY15" fmla="*/ 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25" h="104775">
                  <a:moveTo>
                    <a:pt x="44172" y="8668"/>
                  </a:moveTo>
                  <a:cubicBezTo>
                    <a:pt x="53697" y="8668"/>
                    <a:pt x="62555" y="12383"/>
                    <a:pt x="69318" y="19050"/>
                  </a:cubicBezTo>
                  <a:cubicBezTo>
                    <a:pt x="83129" y="32861"/>
                    <a:pt x="83129" y="55436"/>
                    <a:pt x="69318" y="69342"/>
                  </a:cubicBezTo>
                  <a:lnTo>
                    <a:pt x="44172" y="94488"/>
                  </a:lnTo>
                  <a:lnTo>
                    <a:pt x="19026" y="69342"/>
                  </a:lnTo>
                  <a:cubicBezTo>
                    <a:pt x="12359" y="62675"/>
                    <a:pt x="8644" y="53721"/>
                    <a:pt x="8644" y="44196"/>
                  </a:cubicBezTo>
                  <a:cubicBezTo>
                    <a:pt x="8644" y="34671"/>
                    <a:pt x="12359" y="25813"/>
                    <a:pt x="19026" y="19050"/>
                  </a:cubicBezTo>
                  <a:cubicBezTo>
                    <a:pt x="25694" y="12383"/>
                    <a:pt x="34647" y="8668"/>
                    <a:pt x="44172" y="8668"/>
                  </a:cubicBezTo>
                  <a:moveTo>
                    <a:pt x="44172" y="0"/>
                  </a:moveTo>
                  <a:cubicBezTo>
                    <a:pt x="32837" y="0"/>
                    <a:pt x="21503" y="4286"/>
                    <a:pt x="12930" y="12954"/>
                  </a:cubicBezTo>
                  <a:cubicBezTo>
                    <a:pt x="-4310" y="30194"/>
                    <a:pt x="-4310" y="58198"/>
                    <a:pt x="12930" y="75533"/>
                  </a:cubicBezTo>
                  <a:lnTo>
                    <a:pt x="44172" y="106775"/>
                  </a:lnTo>
                  <a:lnTo>
                    <a:pt x="75414" y="75533"/>
                  </a:lnTo>
                  <a:cubicBezTo>
                    <a:pt x="92654" y="58293"/>
                    <a:pt x="92654" y="30290"/>
                    <a:pt x="75414" y="12954"/>
                  </a:cubicBezTo>
                  <a:cubicBezTo>
                    <a:pt x="66746" y="4286"/>
                    <a:pt x="55507" y="0"/>
                    <a:pt x="44172" y="0"/>
                  </a:cubicBezTo>
                  <a:lnTo>
                    <a:pt x="44172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C2D30B01-9D91-4F7D-89DF-75B8C8E1FA16}"/>
                </a:ext>
              </a:extLst>
            </p:cNvPr>
            <p:cNvSpPr/>
            <p:nvPr/>
          </p:nvSpPr>
          <p:spPr>
            <a:xfrm>
              <a:off x="8719082" y="5318572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4564509D-A831-4848-B35B-AC129D8F6500}"/>
                </a:ext>
              </a:extLst>
            </p:cNvPr>
            <p:cNvSpPr/>
            <p:nvPr/>
          </p:nvSpPr>
          <p:spPr>
            <a:xfrm>
              <a:off x="8639183" y="5561254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3E7E8D-A010-41ED-BE55-DEE1BE283B23}"/>
              </a:ext>
            </a:extLst>
          </p:cNvPr>
          <p:cNvGrpSpPr/>
          <p:nvPr/>
        </p:nvGrpSpPr>
        <p:grpSpPr>
          <a:xfrm>
            <a:off x="7005697" y="2016989"/>
            <a:ext cx="1278836" cy="904359"/>
            <a:chOff x="7005697" y="2016989"/>
            <a:chExt cx="1278836" cy="904359"/>
          </a:xfrm>
        </p:grpSpPr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0A38850-46A0-4DBD-8C35-C079C6EAE65E}"/>
                </a:ext>
              </a:extLst>
            </p:cNvPr>
            <p:cNvSpPr/>
            <p:nvPr/>
          </p:nvSpPr>
          <p:spPr>
            <a:xfrm>
              <a:off x="7585027" y="2755880"/>
              <a:ext cx="135383" cy="165468"/>
            </a:xfrm>
            <a:custGeom>
              <a:avLst/>
              <a:gdLst>
                <a:gd name="connsiteX0" fmla="*/ 44172 w 85725"/>
                <a:gd name="connsiteY0" fmla="*/ 12287 h 104775"/>
                <a:gd name="connsiteX1" fmla="*/ 69318 w 85725"/>
                <a:gd name="connsiteY1" fmla="*/ 37433 h 104775"/>
                <a:gd name="connsiteX2" fmla="*/ 79701 w 85725"/>
                <a:gd name="connsiteY2" fmla="*/ 62579 h 104775"/>
                <a:gd name="connsiteX3" fmla="*/ 69318 w 85725"/>
                <a:gd name="connsiteY3" fmla="*/ 87725 h 104775"/>
                <a:gd name="connsiteX4" fmla="*/ 44172 w 85725"/>
                <a:gd name="connsiteY4" fmla="*/ 98107 h 104775"/>
                <a:gd name="connsiteX5" fmla="*/ 19026 w 85725"/>
                <a:gd name="connsiteY5" fmla="*/ 87725 h 104775"/>
                <a:gd name="connsiteX6" fmla="*/ 19026 w 85725"/>
                <a:gd name="connsiteY6" fmla="*/ 37433 h 104775"/>
                <a:gd name="connsiteX7" fmla="*/ 44172 w 85725"/>
                <a:gd name="connsiteY7" fmla="*/ 12287 h 104775"/>
                <a:gd name="connsiteX8" fmla="*/ 44172 w 85725"/>
                <a:gd name="connsiteY8" fmla="*/ 0 h 104775"/>
                <a:gd name="connsiteX9" fmla="*/ 12930 w 85725"/>
                <a:gd name="connsiteY9" fmla="*/ 31242 h 104775"/>
                <a:gd name="connsiteX10" fmla="*/ 12930 w 85725"/>
                <a:gd name="connsiteY10" fmla="*/ 93821 h 104775"/>
                <a:gd name="connsiteX11" fmla="*/ 44172 w 85725"/>
                <a:gd name="connsiteY11" fmla="*/ 106775 h 104775"/>
                <a:gd name="connsiteX12" fmla="*/ 75414 w 85725"/>
                <a:gd name="connsiteY12" fmla="*/ 93821 h 104775"/>
                <a:gd name="connsiteX13" fmla="*/ 75414 w 85725"/>
                <a:gd name="connsiteY13" fmla="*/ 31242 h 104775"/>
                <a:gd name="connsiteX14" fmla="*/ 44172 w 85725"/>
                <a:gd name="connsiteY14" fmla="*/ 0 h 104775"/>
                <a:gd name="connsiteX15" fmla="*/ 44172 w 85725"/>
                <a:gd name="connsiteY15" fmla="*/ 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25" h="104775">
                  <a:moveTo>
                    <a:pt x="44172" y="12287"/>
                  </a:moveTo>
                  <a:lnTo>
                    <a:pt x="69318" y="37433"/>
                  </a:lnTo>
                  <a:cubicBezTo>
                    <a:pt x="75986" y="44101"/>
                    <a:pt x="79701" y="53054"/>
                    <a:pt x="79701" y="62579"/>
                  </a:cubicBezTo>
                  <a:cubicBezTo>
                    <a:pt x="79701" y="72104"/>
                    <a:pt x="75986" y="80963"/>
                    <a:pt x="69318" y="87725"/>
                  </a:cubicBezTo>
                  <a:cubicBezTo>
                    <a:pt x="62651" y="94393"/>
                    <a:pt x="53697" y="98107"/>
                    <a:pt x="44172" y="98107"/>
                  </a:cubicBezTo>
                  <a:cubicBezTo>
                    <a:pt x="34647" y="98107"/>
                    <a:pt x="25789" y="94393"/>
                    <a:pt x="19026" y="87725"/>
                  </a:cubicBezTo>
                  <a:cubicBezTo>
                    <a:pt x="5215" y="73914"/>
                    <a:pt x="5215" y="51340"/>
                    <a:pt x="19026" y="37433"/>
                  </a:cubicBezTo>
                  <a:lnTo>
                    <a:pt x="44172" y="12287"/>
                  </a:lnTo>
                  <a:moveTo>
                    <a:pt x="44172" y="0"/>
                  </a:moveTo>
                  <a:lnTo>
                    <a:pt x="12930" y="31242"/>
                  </a:lnTo>
                  <a:cubicBezTo>
                    <a:pt x="-4310" y="48482"/>
                    <a:pt x="-4310" y="76486"/>
                    <a:pt x="12930" y="93821"/>
                  </a:cubicBezTo>
                  <a:cubicBezTo>
                    <a:pt x="21598" y="102489"/>
                    <a:pt x="32837" y="106775"/>
                    <a:pt x="44172" y="106775"/>
                  </a:cubicBezTo>
                  <a:cubicBezTo>
                    <a:pt x="55507" y="106775"/>
                    <a:pt x="66842" y="102489"/>
                    <a:pt x="75414" y="93821"/>
                  </a:cubicBezTo>
                  <a:cubicBezTo>
                    <a:pt x="92654" y="76581"/>
                    <a:pt x="92654" y="48577"/>
                    <a:pt x="75414" y="31242"/>
                  </a:cubicBezTo>
                  <a:lnTo>
                    <a:pt x="44172" y="0"/>
                  </a:lnTo>
                  <a:lnTo>
                    <a:pt x="44172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6904DED6-9789-4B8E-8F0E-85D230391471}"/>
                </a:ext>
              </a:extLst>
            </p:cNvPr>
            <p:cNvSpPr/>
            <p:nvPr/>
          </p:nvSpPr>
          <p:spPr>
            <a:xfrm>
              <a:off x="7085596" y="2016989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63C97B19-E5BC-4AA9-81F6-3D1BEAFC1F70}"/>
                </a:ext>
              </a:extLst>
            </p:cNvPr>
            <p:cNvSpPr/>
            <p:nvPr/>
          </p:nvSpPr>
          <p:spPr>
            <a:xfrm>
              <a:off x="7005697" y="2259671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215BBC-1F59-42AE-9CFD-54642A21D421}"/>
              </a:ext>
            </a:extLst>
          </p:cNvPr>
          <p:cNvGrpSpPr/>
          <p:nvPr/>
        </p:nvGrpSpPr>
        <p:grpSpPr>
          <a:xfrm>
            <a:off x="3863081" y="2016989"/>
            <a:ext cx="1278836" cy="904359"/>
            <a:chOff x="3863081" y="2016989"/>
            <a:chExt cx="1278836" cy="904359"/>
          </a:xfrm>
        </p:grpSpPr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259A41E-25D3-4D1B-848B-1B7844BDCD72}"/>
                </a:ext>
              </a:extLst>
            </p:cNvPr>
            <p:cNvSpPr/>
            <p:nvPr/>
          </p:nvSpPr>
          <p:spPr>
            <a:xfrm>
              <a:off x="4445793" y="2755880"/>
              <a:ext cx="135383" cy="165468"/>
            </a:xfrm>
            <a:custGeom>
              <a:avLst/>
              <a:gdLst>
                <a:gd name="connsiteX0" fmla="*/ 44172 w 85725"/>
                <a:gd name="connsiteY0" fmla="*/ 12287 h 104775"/>
                <a:gd name="connsiteX1" fmla="*/ 69318 w 85725"/>
                <a:gd name="connsiteY1" fmla="*/ 37433 h 104775"/>
                <a:gd name="connsiteX2" fmla="*/ 69318 w 85725"/>
                <a:gd name="connsiteY2" fmla="*/ 87725 h 104775"/>
                <a:gd name="connsiteX3" fmla="*/ 44172 w 85725"/>
                <a:gd name="connsiteY3" fmla="*/ 98107 h 104775"/>
                <a:gd name="connsiteX4" fmla="*/ 19026 w 85725"/>
                <a:gd name="connsiteY4" fmla="*/ 87725 h 104775"/>
                <a:gd name="connsiteX5" fmla="*/ 8644 w 85725"/>
                <a:gd name="connsiteY5" fmla="*/ 62579 h 104775"/>
                <a:gd name="connsiteX6" fmla="*/ 19026 w 85725"/>
                <a:gd name="connsiteY6" fmla="*/ 37433 h 104775"/>
                <a:gd name="connsiteX7" fmla="*/ 44172 w 85725"/>
                <a:gd name="connsiteY7" fmla="*/ 12287 h 104775"/>
                <a:gd name="connsiteX8" fmla="*/ 44172 w 85725"/>
                <a:gd name="connsiteY8" fmla="*/ 0 h 104775"/>
                <a:gd name="connsiteX9" fmla="*/ 12930 w 85725"/>
                <a:gd name="connsiteY9" fmla="*/ 31242 h 104775"/>
                <a:gd name="connsiteX10" fmla="*/ 12930 w 85725"/>
                <a:gd name="connsiteY10" fmla="*/ 93821 h 104775"/>
                <a:gd name="connsiteX11" fmla="*/ 44172 w 85725"/>
                <a:gd name="connsiteY11" fmla="*/ 106775 h 104775"/>
                <a:gd name="connsiteX12" fmla="*/ 75414 w 85725"/>
                <a:gd name="connsiteY12" fmla="*/ 93821 h 104775"/>
                <a:gd name="connsiteX13" fmla="*/ 75414 w 85725"/>
                <a:gd name="connsiteY13" fmla="*/ 31242 h 104775"/>
                <a:gd name="connsiteX14" fmla="*/ 44172 w 85725"/>
                <a:gd name="connsiteY14" fmla="*/ 0 h 104775"/>
                <a:gd name="connsiteX15" fmla="*/ 44172 w 85725"/>
                <a:gd name="connsiteY15" fmla="*/ 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725" h="104775">
                  <a:moveTo>
                    <a:pt x="44172" y="12287"/>
                  </a:moveTo>
                  <a:lnTo>
                    <a:pt x="69318" y="37433"/>
                  </a:lnTo>
                  <a:cubicBezTo>
                    <a:pt x="83129" y="51244"/>
                    <a:pt x="83129" y="73819"/>
                    <a:pt x="69318" y="87725"/>
                  </a:cubicBezTo>
                  <a:cubicBezTo>
                    <a:pt x="62651" y="94393"/>
                    <a:pt x="53697" y="98107"/>
                    <a:pt x="44172" y="98107"/>
                  </a:cubicBezTo>
                  <a:cubicBezTo>
                    <a:pt x="34647" y="98107"/>
                    <a:pt x="25789" y="94393"/>
                    <a:pt x="19026" y="87725"/>
                  </a:cubicBezTo>
                  <a:cubicBezTo>
                    <a:pt x="12359" y="81058"/>
                    <a:pt x="8644" y="72104"/>
                    <a:pt x="8644" y="62579"/>
                  </a:cubicBezTo>
                  <a:cubicBezTo>
                    <a:pt x="8644" y="53054"/>
                    <a:pt x="12359" y="44196"/>
                    <a:pt x="19026" y="37433"/>
                  </a:cubicBezTo>
                  <a:lnTo>
                    <a:pt x="44172" y="12287"/>
                  </a:lnTo>
                  <a:moveTo>
                    <a:pt x="44172" y="0"/>
                  </a:moveTo>
                  <a:lnTo>
                    <a:pt x="12930" y="31242"/>
                  </a:lnTo>
                  <a:cubicBezTo>
                    <a:pt x="-4310" y="48482"/>
                    <a:pt x="-4310" y="76486"/>
                    <a:pt x="12930" y="93821"/>
                  </a:cubicBezTo>
                  <a:cubicBezTo>
                    <a:pt x="21598" y="102489"/>
                    <a:pt x="32837" y="106775"/>
                    <a:pt x="44172" y="106775"/>
                  </a:cubicBezTo>
                  <a:cubicBezTo>
                    <a:pt x="55507" y="106775"/>
                    <a:pt x="66842" y="102489"/>
                    <a:pt x="75414" y="93821"/>
                  </a:cubicBezTo>
                  <a:cubicBezTo>
                    <a:pt x="92654" y="76581"/>
                    <a:pt x="92654" y="48577"/>
                    <a:pt x="75414" y="31242"/>
                  </a:cubicBezTo>
                  <a:lnTo>
                    <a:pt x="44172" y="0"/>
                  </a:lnTo>
                  <a:lnTo>
                    <a:pt x="44172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F3D6DEB-BED8-4EA4-B0E6-93725C6289D2}"/>
                </a:ext>
              </a:extLst>
            </p:cNvPr>
            <p:cNvSpPr/>
            <p:nvPr/>
          </p:nvSpPr>
          <p:spPr>
            <a:xfrm>
              <a:off x="3942980" y="2016989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6C666BC-EDF2-48D4-8DF5-B4C50FF1803A}"/>
                </a:ext>
              </a:extLst>
            </p:cNvPr>
            <p:cNvSpPr/>
            <p:nvPr/>
          </p:nvSpPr>
          <p:spPr>
            <a:xfrm>
              <a:off x="3863081" y="2259671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sp>
        <p:nvSpPr>
          <p:cNvPr id="254" name="Rectangle 253">
            <a:extLst>
              <a:ext uri="{FF2B5EF4-FFF2-40B4-BE49-F238E27FC236}">
                <a16:creationId xmlns:a16="http://schemas.microsoft.com/office/drawing/2014/main" id="{40339DAE-7775-4F9C-8E78-2AC0FD41EB3C}"/>
              </a:ext>
            </a:extLst>
          </p:cNvPr>
          <p:cNvSpPr/>
          <p:nvPr/>
        </p:nvSpPr>
        <p:spPr>
          <a:xfrm>
            <a:off x="2520161" y="2993431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1926CECC-E7E9-4BC2-84A7-C2CF58A0306E}"/>
              </a:ext>
            </a:extLst>
          </p:cNvPr>
          <p:cNvSpPr/>
          <p:nvPr/>
        </p:nvSpPr>
        <p:spPr>
          <a:xfrm>
            <a:off x="4080790" y="456302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CD485F3E-2753-49D5-9521-7C6A5C1D3B4E}"/>
              </a:ext>
            </a:extLst>
          </p:cNvPr>
          <p:cNvSpPr/>
          <p:nvPr/>
        </p:nvSpPr>
        <p:spPr>
          <a:xfrm>
            <a:off x="5653639" y="2993431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DF9B2B70-7538-4937-A1E8-56B7F03BED7B}"/>
              </a:ext>
            </a:extLst>
          </p:cNvPr>
          <p:cNvSpPr/>
          <p:nvPr/>
        </p:nvSpPr>
        <p:spPr>
          <a:xfrm>
            <a:off x="7275416" y="456302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0B8F60DF-49F6-4659-81BA-4C4D7EA05B02}"/>
              </a:ext>
            </a:extLst>
          </p:cNvPr>
          <p:cNvSpPr/>
          <p:nvPr/>
        </p:nvSpPr>
        <p:spPr>
          <a:xfrm>
            <a:off x="8817693" y="2993431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  <p:pic>
        <p:nvPicPr>
          <p:cNvPr id="39" name="Graphic 38" descr="Bar chart">
            <a:extLst>
              <a:ext uri="{FF2B5EF4-FFF2-40B4-BE49-F238E27FC236}">
                <a16:creationId xmlns:a16="http://schemas.microsoft.com/office/drawing/2014/main" id="{3ADF70D3-DC01-4783-A625-0C355E7CD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3384" y="3840939"/>
            <a:ext cx="567772" cy="567772"/>
          </a:xfrm>
          <a:prstGeom prst="rect">
            <a:avLst/>
          </a:prstGeom>
        </p:spPr>
      </p:pic>
      <p:pic>
        <p:nvPicPr>
          <p:cNvPr id="40" name="Graphic 39" descr="Lightbulb">
            <a:extLst>
              <a:ext uri="{FF2B5EF4-FFF2-40B4-BE49-F238E27FC236}">
                <a16:creationId xmlns:a16="http://schemas.microsoft.com/office/drawing/2014/main" id="{9E958AC0-292A-4665-A983-CA61D38DC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309" y="3592793"/>
            <a:ext cx="624549" cy="624549"/>
          </a:xfrm>
          <a:prstGeom prst="rect">
            <a:avLst/>
          </a:prstGeom>
        </p:spPr>
      </p:pic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84E81B56-EEF2-44C0-B7FD-5ACE7E8CC9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1781" y="3867820"/>
            <a:ext cx="567772" cy="567772"/>
          </a:xfrm>
          <a:prstGeom prst="rect">
            <a:avLst/>
          </a:prstGeom>
        </p:spPr>
      </p:pic>
      <p:pic>
        <p:nvPicPr>
          <p:cNvPr id="42" name="Graphic 41" descr="Single gear">
            <a:extLst>
              <a:ext uri="{FF2B5EF4-FFF2-40B4-BE49-F238E27FC236}">
                <a16:creationId xmlns:a16="http://schemas.microsoft.com/office/drawing/2014/main" id="{99125911-0CBB-420D-9686-74B4EC3189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6355" y="3760186"/>
            <a:ext cx="755703" cy="755703"/>
          </a:xfrm>
          <a:prstGeom prst="rect">
            <a:avLst/>
          </a:prstGeom>
        </p:spPr>
      </p:pic>
      <p:pic>
        <p:nvPicPr>
          <p:cNvPr id="43" name="Graphic 42" descr="Send">
            <a:extLst>
              <a:ext uri="{FF2B5EF4-FFF2-40B4-BE49-F238E27FC236}">
                <a16:creationId xmlns:a16="http://schemas.microsoft.com/office/drawing/2014/main" id="{CE993891-C2EA-4D1C-AD21-B64D82F084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7037" y="3655192"/>
            <a:ext cx="516156" cy="51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16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0"/>
                            </p:stCondLst>
                            <p:childTnLst>
                              <p:par>
                                <p:cTn id="6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000"/>
                            </p:stCondLst>
                            <p:childTnLst>
                              <p:par>
                                <p:cTn id="7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500"/>
                            </p:stCondLst>
                            <p:childTnLst>
                              <p:par>
                                <p:cTn id="8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5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2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24" grpId="0" animBg="1"/>
      <p:bldP spid="141" grpId="0" animBg="1"/>
      <p:bldP spid="160" grpId="0" animBg="1"/>
      <p:bldP spid="182" grpId="0" animBg="1"/>
      <p:bldP spid="254" grpId="0"/>
      <p:bldP spid="255" grpId="0"/>
      <p:bldP spid="256" grpId="0"/>
      <p:bldP spid="257" grpId="0"/>
      <p:bldP spid="2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>
            <a:extLst>
              <a:ext uri="{FF2B5EF4-FFF2-40B4-BE49-F238E27FC236}">
                <a16:creationId xmlns:a16="http://schemas.microsoft.com/office/drawing/2014/main" id="{6FC83750-323B-4A8C-868F-9DC33C24A2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50B41C2-9CC3-4CFE-B8F1-D9D4DE51CBAB}"/>
              </a:ext>
            </a:extLst>
          </p:cNvPr>
          <p:cNvSpPr/>
          <p:nvPr/>
        </p:nvSpPr>
        <p:spPr>
          <a:xfrm>
            <a:off x="3545172" y="2520305"/>
            <a:ext cx="1510503" cy="1534736"/>
          </a:xfrm>
          <a:custGeom>
            <a:avLst/>
            <a:gdLst>
              <a:gd name="connsiteX0" fmla="*/ 742624 w 1510502"/>
              <a:gd name="connsiteY0" fmla="*/ 0 h 1534735"/>
              <a:gd name="connsiteX1" fmla="*/ 1454 w 1510502"/>
              <a:gd name="connsiteY1" fmla="*/ 564244 h 1534735"/>
              <a:gd name="connsiteX2" fmla="*/ 216667 w 1510502"/>
              <a:gd name="connsiteY2" fmla="*/ 768687 h 1534735"/>
              <a:gd name="connsiteX3" fmla="*/ 0 w 1510502"/>
              <a:gd name="connsiteY3" fmla="*/ 967745 h 1534735"/>
              <a:gd name="connsiteX4" fmla="*/ 742624 w 1510502"/>
              <a:gd name="connsiteY4" fmla="*/ 1537401 h 1534735"/>
              <a:gd name="connsiteX5" fmla="*/ 1511311 w 1510502"/>
              <a:gd name="connsiteY5" fmla="*/ 768714 h 1534735"/>
              <a:gd name="connsiteX6" fmla="*/ 742624 w 1510502"/>
              <a:gd name="connsiteY6" fmla="*/ 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0502" h="1534735">
                <a:moveTo>
                  <a:pt x="742624" y="0"/>
                </a:moveTo>
                <a:cubicBezTo>
                  <a:pt x="388880" y="0"/>
                  <a:pt x="91007" y="238961"/>
                  <a:pt x="1454" y="564244"/>
                </a:cubicBezTo>
                <a:lnTo>
                  <a:pt x="216667" y="768687"/>
                </a:lnTo>
                <a:lnTo>
                  <a:pt x="0" y="967745"/>
                </a:lnTo>
                <a:cubicBezTo>
                  <a:pt x="87722" y="1295775"/>
                  <a:pt x="386915" y="1537401"/>
                  <a:pt x="742624" y="1537401"/>
                </a:cubicBezTo>
                <a:cubicBezTo>
                  <a:pt x="1167153" y="1537401"/>
                  <a:pt x="1511311" y="1193244"/>
                  <a:pt x="1511311" y="768714"/>
                </a:cubicBezTo>
                <a:cubicBezTo>
                  <a:pt x="1511338" y="344158"/>
                  <a:pt x="1167180" y="0"/>
                  <a:pt x="742624" y="0"/>
                </a:cubicBezTo>
                <a:close/>
              </a:path>
            </a:pathLst>
          </a:custGeom>
          <a:solidFill>
            <a:srgbClr val="903D85"/>
          </a:solidFill>
          <a:ln w="26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ACC859-1A74-4832-A141-67BC12FEDC7E}"/>
              </a:ext>
            </a:extLst>
          </p:cNvPr>
          <p:cNvSpPr/>
          <p:nvPr/>
        </p:nvSpPr>
        <p:spPr>
          <a:xfrm>
            <a:off x="5445066" y="2520305"/>
            <a:ext cx="1507810" cy="1534736"/>
          </a:xfrm>
          <a:custGeom>
            <a:avLst/>
            <a:gdLst>
              <a:gd name="connsiteX0" fmla="*/ 741573 w 1507810"/>
              <a:gd name="connsiteY0" fmla="*/ 0 h 1534735"/>
              <a:gd name="connsiteX1" fmla="*/ 1508 w 1507810"/>
              <a:gd name="connsiteY1" fmla="*/ 560179 h 1534735"/>
              <a:gd name="connsiteX2" fmla="*/ 221002 w 1507810"/>
              <a:gd name="connsiteY2" fmla="*/ 768714 h 1534735"/>
              <a:gd name="connsiteX3" fmla="*/ 0 w 1507810"/>
              <a:gd name="connsiteY3" fmla="*/ 971730 h 1534735"/>
              <a:gd name="connsiteX4" fmla="*/ 741547 w 1507810"/>
              <a:gd name="connsiteY4" fmla="*/ 1537401 h 1534735"/>
              <a:gd name="connsiteX5" fmla="*/ 1510234 w 1507810"/>
              <a:gd name="connsiteY5" fmla="*/ 768714 h 1534735"/>
              <a:gd name="connsiteX6" fmla="*/ 741573 w 1507810"/>
              <a:gd name="connsiteY6" fmla="*/ 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7810" h="1534735">
                <a:moveTo>
                  <a:pt x="741573" y="0"/>
                </a:moveTo>
                <a:cubicBezTo>
                  <a:pt x="389311" y="0"/>
                  <a:pt x="92407" y="236969"/>
                  <a:pt x="1508" y="560179"/>
                </a:cubicBezTo>
                <a:lnTo>
                  <a:pt x="221002" y="768714"/>
                </a:lnTo>
                <a:lnTo>
                  <a:pt x="0" y="971730"/>
                </a:lnTo>
                <a:cubicBezTo>
                  <a:pt x="89042" y="1297740"/>
                  <a:pt x="387292" y="1537401"/>
                  <a:pt x="741547" y="1537401"/>
                </a:cubicBezTo>
                <a:cubicBezTo>
                  <a:pt x="1166076" y="1537401"/>
                  <a:pt x="1510234" y="1193244"/>
                  <a:pt x="1510234" y="768714"/>
                </a:cubicBezTo>
                <a:cubicBezTo>
                  <a:pt x="1510260" y="344158"/>
                  <a:pt x="1166103" y="0"/>
                  <a:pt x="741573" y="0"/>
                </a:cubicBezTo>
                <a:close/>
              </a:path>
            </a:pathLst>
          </a:custGeom>
          <a:solidFill>
            <a:srgbClr val="69B7D5"/>
          </a:solidFill>
          <a:ln w="26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BEDCFC7-B371-4C04-9357-DBFF3EDC5F12}"/>
              </a:ext>
            </a:extLst>
          </p:cNvPr>
          <p:cNvSpPr/>
          <p:nvPr/>
        </p:nvSpPr>
        <p:spPr>
          <a:xfrm>
            <a:off x="7338014" y="2520305"/>
            <a:ext cx="1513195" cy="1534736"/>
          </a:xfrm>
          <a:custGeom>
            <a:avLst/>
            <a:gdLst>
              <a:gd name="connsiteX0" fmla="*/ 744751 w 1513195"/>
              <a:gd name="connsiteY0" fmla="*/ 0 h 1534735"/>
              <a:gd name="connsiteX1" fmla="*/ 1373 w 1513195"/>
              <a:gd name="connsiteY1" fmla="*/ 572403 h 1534735"/>
              <a:gd name="connsiteX2" fmla="*/ 207997 w 1513195"/>
              <a:gd name="connsiteY2" fmla="*/ 768687 h 1534735"/>
              <a:gd name="connsiteX3" fmla="*/ 0 w 1513195"/>
              <a:gd name="connsiteY3" fmla="*/ 959775 h 1534735"/>
              <a:gd name="connsiteX4" fmla="*/ 744751 w 1513195"/>
              <a:gd name="connsiteY4" fmla="*/ 1537374 h 1534735"/>
              <a:gd name="connsiteX5" fmla="*/ 1513438 w 1513195"/>
              <a:gd name="connsiteY5" fmla="*/ 768687 h 1534735"/>
              <a:gd name="connsiteX6" fmla="*/ 744751 w 1513195"/>
              <a:gd name="connsiteY6" fmla="*/ 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3195" h="1534735">
                <a:moveTo>
                  <a:pt x="744751" y="0"/>
                </a:moveTo>
                <a:cubicBezTo>
                  <a:pt x="388046" y="0"/>
                  <a:pt x="88153" y="242973"/>
                  <a:pt x="1373" y="572403"/>
                </a:cubicBezTo>
                <a:lnTo>
                  <a:pt x="207997" y="768687"/>
                </a:lnTo>
                <a:lnTo>
                  <a:pt x="0" y="959775"/>
                </a:lnTo>
                <a:cubicBezTo>
                  <a:pt x="84949" y="1291871"/>
                  <a:pt x="386188" y="1537374"/>
                  <a:pt x="744751" y="1537374"/>
                </a:cubicBezTo>
                <a:cubicBezTo>
                  <a:pt x="1169280" y="1537374"/>
                  <a:pt x="1513438" y="1193217"/>
                  <a:pt x="1513438" y="768687"/>
                </a:cubicBezTo>
                <a:cubicBezTo>
                  <a:pt x="1513438" y="344158"/>
                  <a:pt x="1169280" y="0"/>
                  <a:pt x="744751" y="0"/>
                </a:cubicBezTo>
                <a:close/>
              </a:path>
            </a:pathLst>
          </a:custGeom>
          <a:solidFill>
            <a:srgbClr val="FFC931"/>
          </a:solidFill>
          <a:ln w="26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7BD290-26D1-4173-850E-11619F8F0EE6}"/>
              </a:ext>
            </a:extLst>
          </p:cNvPr>
          <p:cNvSpPr/>
          <p:nvPr/>
        </p:nvSpPr>
        <p:spPr>
          <a:xfrm>
            <a:off x="9250079" y="2520305"/>
            <a:ext cx="1515888" cy="1534736"/>
          </a:xfrm>
          <a:custGeom>
            <a:avLst/>
            <a:gdLst>
              <a:gd name="connsiteX0" fmla="*/ 747685 w 1515887"/>
              <a:gd name="connsiteY0" fmla="*/ 0 h 1534735"/>
              <a:gd name="connsiteX1" fmla="*/ 1185 w 1515887"/>
              <a:gd name="connsiteY1" fmla="*/ 584788 h 1534735"/>
              <a:gd name="connsiteX2" fmla="*/ 194777 w 1515887"/>
              <a:gd name="connsiteY2" fmla="*/ 768687 h 1534735"/>
              <a:gd name="connsiteX3" fmla="*/ 0 w 1515887"/>
              <a:gd name="connsiteY3" fmla="*/ 947632 h 1534735"/>
              <a:gd name="connsiteX4" fmla="*/ 747712 w 1515887"/>
              <a:gd name="connsiteY4" fmla="*/ 1537374 h 1534735"/>
              <a:gd name="connsiteX5" fmla="*/ 1516399 w 1515887"/>
              <a:gd name="connsiteY5" fmla="*/ 768687 h 1534735"/>
              <a:gd name="connsiteX6" fmla="*/ 747685 w 1515887"/>
              <a:gd name="connsiteY6" fmla="*/ 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5887" h="1534735">
                <a:moveTo>
                  <a:pt x="747685" y="0"/>
                </a:moveTo>
                <a:cubicBezTo>
                  <a:pt x="386538" y="0"/>
                  <a:pt x="83603" y="249085"/>
                  <a:pt x="1185" y="584788"/>
                </a:cubicBezTo>
                <a:lnTo>
                  <a:pt x="194777" y="768687"/>
                </a:lnTo>
                <a:lnTo>
                  <a:pt x="0" y="947632"/>
                </a:lnTo>
                <a:cubicBezTo>
                  <a:pt x="80641" y="1285866"/>
                  <a:pt x="384788" y="1537374"/>
                  <a:pt x="747712" y="1537374"/>
                </a:cubicBezTo>
                <a:cubicBezTo>
                  <a:pt x="1172241" y="1537374"/>
                  <a:pt x="1516399" y="1193217"/>
                  <a:pt x="1516399" y="768687"/>
                </a:cubicBezTo>
                <a:cubicBezTo>
                  <a:pt x="1516372" y="344158"/>
                  <a:pt x="1172214" y="0"/>
                  <a:pt x="747685" y="0"/>
                </a:cubicBezTo>
                <a:close/>
              </a:path>
            </a:pathLst>
          </a:custGeom>
          <a:solidFill>
            <a:srgbClr val="F7974E"/>
          </a:solidFill>
          <a:ln w="26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7E1A9B-B079-40AC-BB0F-219B1BEA17A7}"/>
              </a:ext>
            </a:extLst>
          </p:cNvPr>
          <p:cNvSpPr/>
          <p:nvPr/>
        </p:nvSpPr>
        <p:spPr>
          <a:xfrm>
            <a:off x="1307297" y="2201933"/>
            <a:ext cx="2172862" cy="2172863"/>
          </a:xfrm>
          <a:custGeom>
            <a:avLst/>
            <a:gdLst>
              <a:gd name="connsiteX0" fmla="*/ 1630616 w 2172862"/>
              <a:gd name="connsiteY0" fmla="*/ 543539 h 2172862"/>
              <a:gd name="connsiteX1" fmla="*/ 1630616 w 2172862"/>
              <a:gd name="connsiteY1" fmla="*/ 1630616 h 2172862"/>
              <a:gd name="connsiteX2" fmla="*/ 543539 w 2172862"/>
              <a:gd name="connsiteY2" fmla="*/ 1630616 h 2172862"/>
              <a:gd name="connsiteX3" fmla="*/ 543539 w 2172862"/>
              <a:gd name="connsiteY3" fmla="*/ 543539 h 2172862"/>
              <a:gd name="connsiteX4" fmla="*/ 1630616 w 2172862"/>
              <a:gd name="connsiteY4" fmla="*/ 543539 h 217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2862" h="2172862">
                <a:moveTo>
                  <a:pt x="1630616" y="543539"/>
                </a:moveTo>
                <a:cubicBezTo>
                  <a:pt x="1930804" y="843727"/>
                  <a:pt x="1930804" y="1330428"/>
                  <a:pt x="1630616" y="1630616"/>
                </a:cubicBezTo>
                <a:cubicBezTo>
                  <a:pt x="1330428" y="1930804"/>
                  <a:pt x="843727" y="1930804"/>
                  <a:pt x="543539" y="1630616"/>
                </a:cubicBezTo>
                <a:cubicBezTo>
                  <a:pt x="243351" y="1330428"/>
                  <a:pt x="243351" y="843727"/>
                  <a:pt x="543539" y="543539"/>
                </a:cubicBezTo>
                <a:cubicBezTo>
                  <a:pt x="843727" y="243351"/>
                  <a:pt x="1330428" y="243351"/>
                  <a:pt x="1630616" y="543539"/>
                </a:cubicBezTo>
                <a:close/>
              </a:path>
            </a:pathLst>
          </a:custGeom>
          <a:solidFill>
            <a:srgbClr val="E368A1"/>
          </a:solidFill>
          <a:ln w="269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90FAECA-952C-452E-8356-22F500DD8C15}"/>
              </a:ext>
            </a:extLst>
          </p:cNvPr>
          <p:cNvSpPr/>
          <p:nvPr/>
        </p:nvSpPr>
        <p:spPr>
          <a:xfrm>
            <a:off x="1500258" y="2391145"/>
            <a:ext cx="2693" cy="2693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32296" cap="flat">
            <a:solidFill>
              <a:srgbClr val="0135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EBA85E-BD3D-4D1F-8F84-6F3DA3603356}"/>
              </a:ext>
            </a:extLst>
          </p:cNvPr>
          <p:cNvSpPr/>
          <p:nvPr/>
        </p:nvSpPr>
        <p:spPr>
          <a:xfrm>
            <a:off x="1500258" y="2391145"/>
            <a:ext cx="2693" cy="2693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32296" cap="flat">
            <a:solidFill>
              <a:srgbClr val="0135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B139A5B-6EF8-4D03-8887-2DE9542F1C8A}"/>
              </a:ext>
            </a:extLst>
          </p:cNvPr>
          <p:cNvSpPr/>
          <p:nvPr/>
        </p:nvSpPr>
        <p:spPr>
          <a:xfrm>
            <a:off x="1500258" y="2391145"/>
            <a:ext cx="2693" cy="2693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32296" cap="flat">
            <a:solidFill>
              <a:srgbClr val="0135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0949FB76-3BC8-41B8-B5D5-E06BCD74F095}"/>
              </a:ext>
            </a:extLst>
          </p:cNvPr>
          <p:cNvGrpSpPr/>
          <p:nvPr/>
        </p:nvGrpSpPr>
        <p:grpSpPr>
          <a:xfrm>
            <a:off x="9119313" y="2391145"/>
            <a:ext cx="1765391" cy="1775830"/>
            <a:chOff x="9119313" y="2391145"/>
            <a:chExt cx="1765391" cy="177583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88FF4F-A213-4887-A989-649B36BE58F2}"/>
                </a:ext>
              </a:extLst>
            </p:cNvPr>
            <p:cNvSpPr/>
            <p:nvPr/>
          </p:nvSpPr>
          <p:spPr>
            <a:xfrm>
              <a:off x="9119313" y="2391145"/>
              <a:ext cx="1763599" cy="1112010"/>
            </a:xfrm>
            <a:custGeom>
              <a:avLst/>
              <a:gdLst>
                <a:gd name="connsiteX0" fmla="*/ 1745200 w 1763599"/>
                <a:gd name="connsiteY0" fmla="*/ 915403 h 1112010"/>
                <a:gd name="connsiteX1" fmla="*/ 1765421 w 1763599"/>
                <a:gd name="connsiteY1" fmla="*/ 895182 h 1112010"/>
                <a:gd name="connsiteX2" fmla="*/ 1648027 w 1763599"/>
                <a:gd name="connsiteY2" fmla="*/ 451616 h 1112010"/>
                <a:gd name="connsiteX3" fmla="*/ 1646465 w 1763599"/>
                <a:gd name="connsiteY3" fmla="*/ 448170 h 1112010"/>
                <a:gd name="connsiteX4" fmla="*/ 1325302 w 1763599"/>
                <a:gd name="connsiteY4" fmla="*/ 123667 h 1112010"/>
                <a:gd name="connsiteX5" fmla="*/ 871371 w 1763599"/>
                <a:gd name="connsiteY5" fmla="*/ 0 h 1112010"/>
                <a:gd name="connsiteX6" fmla="*/ 569862 w 1763599"/>
                <a:gd name="connsiteY6" fmla="*/ 52127 h 1112010"/>
                <a:gd name="connsiteX7" fmla="*/ 312215 w 1763599"/>
                <a:gd name="connsiteY7" fmla="*/ 196392 h 1112010"/>
                <a:gd name="connsiteX8" fmla="*/ 987 w 1763599"/>
                <a:gd name="connsiteY8" fmla="*/ 688989 h 1112010"/>
                <a:gd name="connsiteX9" fmla="*/ 6480 w 1763599"/>
                <a:gd name="connsiteY9" fmla="*/ 708025 h 1112010"/>
                <a:gd name="connsiteX10" fmla="*/ 194309 w 1763599"/>
                <a:gd name="connsiteY10" fmla="*/ 892947 h 1112010"/>
                <a:gd name="connsiteX11" fmla="*/ 6049 w 1763599"/>
                <a:gd name="connsiteY11" fmla="*/ 1078219 h 1112010"/>
                <a:gd name="connsiteX12" fmla="*/ 5807 w 1763599"/>
                <a:gd name="connsiteY12" fmla="*/ 1106814 h 1112010"/>
                <a:gd name="connsiteX13" fmla="*/ 20211 w 1763599"/>
                <a:gd name="connsiteY13" fmla="*/ 1112845 h 1112010"/>
                <a:gd name="connsiteX14" fmla="*/ 34401 w 1763599"/>
                <a:gd name="connsiteY14" fmla="*/ 1107029 h 1112010"/>
                <a:gd name="connsiteX15" fmla="*/ 237309 w 1763599"/>
                <a:gd name="connsiteY15" fmla="*/ 907325 h 1112010"/>
                <a:gd name="connsiteX16" fmla="*/ 243341 w 1763599"/>
                <a:gd name="connsiteY16" fmla="*/ 892920 h 1112010"/>
                <a:gd name="connsiteX17" fmla="*/ 237309 w 1763599"/>
                <a:gd name="connsiteY17" fmla="*/ 878488 h 1112010"/>
                <a:gd name="connsiteX18" fmla="*/ 42990 w 1763599"/>
                <a:gd name="connsiteY18" fmla="*/ 687185 h 1112010"/>
                <a:gd name="connsiteX19" fmla="*/ 864935 w 1763599"/>
                <a:gd name="connsiteY19" fmla="*/ 40495 h 1112010"/>
                <a:gd name="connsiteX20" fmla="*/ 871344 w 1763599"/>
                <a:gd name="connsiteY20" fmla="*/ 41546 h 1112010"/>
                <a:gd name="connsiteX21" fmla="*/ 1724953 w 1763599"/>
                <a:gd name="connsiteY21" fmla="*/ 895155 h 1112010"/>
                <a:gd name="connsiteX22" fmla="*/ 1745200 w 1763599"/>
                <a:gd name="connsiteY22" fmla="*/ 915403 h 111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63599" h="1112010">
                  <a:moveTo>
                    <a:pt x="1745200" y="915403"/>
                  </a:moveTo>
                  <a:cubicBezTo>
                    <a:pt x="1756374" y="915403"/>
                    <a:pt x="1765421" y="906356"/>
                    <a:pt x="1765421" y="895182"/>
                  </a:cubicBezTo>
                  <a:cubicBezTo>
                    <a:pt x="1765421" y="737050"/>
                    <a:pt x="1724602" y="585192"/>
                    <a:pt x="1648027" y="451616"/>
                  </a:cubicBezTo>
                  <a:cubicBezTo>
                    <a:pt x="1647623" y="450431"/>
                    <a:pt x="1647112" y="449301"/>
                    <a:pt x="1646465" y="448170"/>
                  </a:cubicBezTo>
                  <a:cubicBezTo>
                    <a:pt x="1569352" y="314405"/>
                    <a:pt x="1458286" y="202181"/>
                    <a:pt x="1325302" y="123667"/>
                  </a:cubicBezTo>
                  <a:cubicBezTo>
                    <a:pt x="1188307" y="42757"/>
                    <a:pt x="1031333" y="0"/>
                    <a:pt x="871371" y="0"/>
                  </a:cubicBezTo>
                  <a:cubicBezTo>
                    <a:pt x="767870" y="0"/>
                    <a:pt x="666416" y="17528"/>
                    <a:pt x="569862" y="52127"/>
                  </a:cubicBezTo>
                  <a:cubicBezTo>
                    <a:pt x="476539" y="85541"/>
                    <a:pt x="389840" y="134087"/>
                    <a:pt x="312215" y="196392"/>
                  </a:cubicBezTo>
                  <a:cubicBezTo>
                    <a:pt x="156776" y="321137"/>
                    <a:pt x="46248" y="496070"/>
                    <a:pt x="987" y="688989"/>
                  </a:cubicBezTo>
                  <a:cubicBezTo>
                    <a:pt x="-629" y="695855"/>
                    <a:pt x="1472" y="703071"/>
                    <a:pt x="6480" y="708025"/>
                  </a:cubicBezTo>
                  <a:lnTo>
                    <a:pt x="194309" y="892947"/>
                  </a:lnTo>
                  <a:lnTo>
                    <a:pt x="6049" y="1078219"/>
                  </a:lnTo>
                  <a:cubicBezTo>
                    <a:pt x="-1921" y="1086054"/>
                    <a:pt x="-2029" y="1098871"/>
                    <a:pt x="5807" y="1106814"/>
                  </a:cubicBezTo>
                  <a:cubicBezTo>
                    <a:pt x="9765" y="1110826"/>
                    <a:pt x="14988" y="1112845"/>
                    <a:pt x="20211" y="1112845"/>
                  </a:cubicBezTo>
                  <a:cubicBezTo>
                    <a:pt x="25328" y="1112845"/>
                    <a:pt x="30470" y="1110906"/>
                    <a:pt x="34401" y="1107029"/>
                  </a:cubicBezTo>
                  <a:lnTo>
                    <a:pt x="237309" y="907325"/>
                  </a:lnTo>
                  <a:cubicBezTo>
                    <a:pt x="241187" y="903529"/>
                    <a:pt x="243341" y="898332"/>
                    <a:pt x="243341" y="892920"/>
                  </a:cubicBezTo>
                  <a:cubicBezTo>
                    <a:pt x="243341" y="887508"/>
                    <a:pt x="241160" y="882312"/>
                    <a:pt x="237309" y="878488"/>
                  </a:cubicBezTo>
                  <a:lnTo>
                    <a:pt x="42990" y="687185"/>
                  </a:lnTo>
                  <a:cubicBezTo>
                    <a:pt x="137201" y="307863"/>
                    <a:pt x="473066" y="43350"/>
                    <a:pt x="864935" y="40495"/>
                  </a:cubicBezTo>
                  <a:cubicBezTo>
                    <a:pt x="866954" y="41169"/>
                    <a:pt x="869109" y="41546"/>
                    <a:pt x="871344" y="41546"/>
                  </a:cubicBezTo>
                  <a:cubicBezTo>
                    <a:pt x="1342022" y="41546"/>
                    <a:pt x="1724953" y="424476"/>
                    <a:pt x="1724953" y="895155"/>
                  </a:cubicBezTo>
                  <a:cubicBezTo>
                    <a:pt x="1724980" y="906356"/>
                    <a:pt x="1734026" y="915403"/>
                    <a:pt x="1745200" y="915403"/>
                  </a:cubicBezTo>
                  <a:close/>
                </a:path>
              </a:pathLst>
            </a:custGeom>
            <a:solidFill>
              <a:schemeClr val="bg1"/>
            </a:solidFill>
            <a:ln w="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4C8DDDF0-7C6C-41F6-86E4-A21A98272F73}"/>
                </a:ext>
              </a:extLst>
            </p:cNvPr>
            <p:cNvGrpSpPr/>
            <p:nvPr/>
          </p:nvGrpSpPr>
          <p:grpSpPr>
            <a:xfrm>
              <a:off x="9174101" y="3370570"/>
              <a:ext cx="1710603" cy="796405"/>
              <a:chOff x="9076782" y="3370570"/>
              <a:chExt cx="1710603" cy="796405"/>
            </a:xfrm>
            <a:solidFill>
              <a:schemeClr val="bg1"/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3C35052-95B8-48C7-A241-2D4A51E37683}"/>
                  </a:ext>
                </a:extLst>
              </p:cNvPr>
              <p:cNvSpPr/>
              <p:nvPr/>
            </p:nvSpPr>
            <p:spPr>
              <a:xfrm>
                <a:off x="9492604" y="4048331"/>
                <a:ext cx="94238" cy="53850"/>
              </a:xfrm>
              <a:custGeom>
                <a:avLst/>
                <a:gdLst>
                  <a:gd name="connsiteX0" fmla="*/ 88185 w 94238"/>
                  <a:gd name="connsiteY0" fmla="*/ 35089 h 53850"/>
                  <a:gd name="connsiteX1" fmla="*/ 15811 w 94238"/>
                  <a:gd name="connsiteY1" fmla="*/ 1244 h 53850"/>
                  <a:gd name="connsiteX2" fmla="*/ 1244 w 94238"/>
                  <a:gd name="connsiteY2" fmla="*/ 5767 h 53850"/>
                  <a:gd name="connsiteX3" fmla="*/ 5767 w 94238"/>
                  <a:gd name="connsiteY3" fmla="*/ 20334 h 53850"/>
                  <a:gd name="connsiteX4" fmla="*/ 79946 w 94238"/>
                  <a:gd name="connsiteY4" fmla="*/ 55040 h 53850"/>
                  <a:gd name="connsiteX5" fmla="*/ 84066 w 94238"/>
                  <a:gd name="connsiteY5" fmla="*/ 55848 h 53850"/>
                  <a:gd name="connsiteX6" fmla="*/ 94055 w 94238"/>
                  <a:gd name="connsiteY6" fmla="*/ 49170 h 53850"/>
                  <a:gd name="connsiteX7" fmla="*/ 88185 w 94238"/>
                  <a:gd name="connsiteY7" fmla="*/ 35089 h 5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238" h="53850">
                    <a:moveTo>
                      <a:pt x="88185" y="35089"/>
                    </a:moveTo>
                    <a:cubicBezTo>
                      <a:pt x="63683" y="24992"/>
                      <a:pt x="39316" y="13602"/>
                      <a:pt x="15811" y="1244"/>
                    </a:cubicBezTo>
                    <a:cubicBezTo>
                      <a:pt x="10533" y="-1530"/>
                      <a:pt x="4017" y="490"/>
                      <a:pt x="1244" y="5767"/>
                    </a:cubicBezTo>
                    <a:cubicBezTo>
                      <a:pt x="-1530" y="11044"/>
                      <a:pt x="490" y="17560"/>
                      <a:pt x="5767" y="20334"/>
                    </a:cubicBezTo>
                    <a:cubicBezTo>
                      <a:pt x="29865" y="33015"/>
                      <a:pt x="54825" y="44674"/>
                      <a:pt x="79946" y="55040"/>
                    </a:cubicBezTo>
                    <a:cubicBezTo>
                      <a:pt x="81292" y="55606"/>
                      <a:pt x="82692" y="55848"/>
                      <a:pt x="84066" y="55848"/>
                    </a:cubicBezTo>
                    <a:cubicBezTo>
                      <a:pt x="88293" y="55848"/>
                      <a:pt x="92332" y="53344"/>
                      <a:pt x="94055" y="49170"/>
                    </a:cubicBezTo>
                    <a:cubicBezTo>
                      <a:pt x="96317" y="43678"/>
                      <a:pt x="93705" y="37377"/>
                      <a:pt x="88185" y="35089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5E34AFF-B99D-4E6C-AD68-7D84C8D4F811}"/>
                  </a:ext>
                </a:extLst>
              </p:cNvPr>
              <p:cNvSpPr/>
              <p:nvPr/>
            </p:nvSpPr>
            <p:spPr>
              <a:xfrm>
                <a:off x="9642051" y="4109921"/>
                <a:ext cx="99623" cy="40388"/>
              </a:xfrm>
              <a:custGeom>
                <a:avLst/>
                <a:gdLst>
                  <a:gd name="connsiteX0" fmla="*/ 91351 w 99623"/>
                  <a:gd name="connsiteY0" fmla="*/ 20322 h 40387"/>
                  <a:gd name="connsiteX1" fmla="*/ 13968 w 99623"/>
                  <a:gd name="connsiteY1" fmla="*/ 478 h 40387"/>
                  <a:gd name="connsiteX2" fmla="*/ 478 w 99623"/>
                  <a:gd name="connsiteY2" fmla="*/ 7613 h 40387"/>
                  <a:gd name="connsiteX3" fmla="*/ 7641 w 99623"/>
                  <a:gd name="connsiteY3" fmla="*/ 21103 h 40387"/>
                  <a:gd name="connsiteX4" fmla="*/ 86989 w 99623"/>
                  <a:gd name="connsiteY4" fmla="*/ 41458 h 40387"/>
                  <a:gd name="connsiteX5" fmla="*/ 89196 w 99623"/>
                  <a:gd name="connsiteY5" fmla="*/ 41674 h 40387"/>
                  <a:gd name="connsiteX6" fmla="*/ 99752 w 99623"/>
                  <a:gd name="connsiteY6" fmla="*/ 33085 h 40387"/>
                  <a:gd name="connsiteX7" fmla="*/ 91351 w 99623"/>
                  <a:gd name="connsiteY7" fmla="*/ 20322 h 40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40387">
                    <a:moveTo>
                      <a:pt x="91351" y="20322"/>
                    </a:moveTo>
                    <a:cubicBezTo>
                      <a:pt x="65368" y="14937"/>
                      <a:pt x="39332" y="8260"/>
                      <a:pt x="13968" y="478"/>
                    </a:cubicBezTo>
                    <a:cubicBezTo>
                      <a:pt x="8260" y="-1272"/>
                      <a:pt x="2229" y="1932"/>
                      <a:pt x="478" y="7613"/>
                    </a:cubicBezTo>
                    <a:cubicBezTo>
                      <a:pt x="-1272" y="13322"/>
                      <a:pt x="1932" y="19353"/>
                      <a:pt x="7641" y="21103"/>
                    </a:cubicBezTo>
                    <a:cubicBezTo>
                      <a:pt x="33650" y="29073"/>
                      <a:pt x="60333" y="35939"/>
                      <a:pt x="86989" y="41458"/>
                    </a:cubicBezTo>
                    <a:cubicBezTo>
                      <a:pt x="87716" y="41620"/>
                      <a:pt x="88470" y="41674"/>
                      <a:pt x="89196" y="41674"/>
                    </a:cubicBezTo>
                    <a:cubicBezTo>
                      <a:pt x="94205" y="41674"/>
                      <a:pt x="98701" y="38174"/>
                      <a:pt x="99752" y="33085"/>
                    </a:cubicBezTo>
                    <a:cubicBezTo>
                      <a:pt x="100909" y="27242"/>
                      <a:pt x="97167" y="21534"/>
                      <a:pt x="91351" y="2032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CA1DB7D-995B-4F72-A054-601075B65304}"/>
                  </a:ext>
                </a:extLst>
              </p:cNvPr>
              <p:cNvSpPr/>
              <p:nvPr/>
            </p:nvSpPr>
            <p:spPr>
              <a:xfrm>
                <a:off x="9800268" y="4142742"/>
                <a:ext cx="99623" cy="24233"/>
              </a:xfrm>
              <a:custGeom>
                <a:avLst/>
                <a:gdLst>
                  <a:gd name="connsiteX0" fmla="*/ 91696 w 99623"/>
                  <a:gd name="connsiteY0" fmla="*/ 5325 h 24232"/>
                  <a:gd name="connsiteX1" fmla="*/ 11997 w 99623"/>
                  <a:gd name="connsiteY1" fmla="*/ 75 h 24232"/>
                  <a:gd name="connsiteX2" fmla="*/ 70 w 99623"/>
                  <a:gd name="connsiteY2" fmla="*/ 9580 h 24232"/>
                  <a:gd name="connsiteX3" fmla="*/ 9574 w 99623"/>
                  <a:gd name="connsiteY3" fmla="*/ 21508 h 24232"/>
                  <a:gd name="connsiteX4" fmla="*/ 91238 w 99623"/>
                  <a:gd name="connsiteY4" fmla="*/ 26893 h 24232"/>
                  <a:gd name="connsiteX5" fmla="*/ 91454 w 99623"/>
                  <a:gd name="connsiteY5" fmla="*/ 26893 h 24232"/>
                  <a:gd name="connsiteX6" fmla="*/ 102224 w 99623"/>
                  <a:gd name="connsiteY6" fmla="*/ 16311 h 24232"/>
                  <a:gd name="connsiteX7" fmla="*/ 91696 w 99623"/>
                  <a:gd name="connsiteY7" fmla="*/ 5325 h 24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4232">
                    <a:moveTo>
                      <a:pt x="91696" y="5325"/>
                    </a:moveTo>
                    <a:cubicBezTo>
                      <a:pt x="65094" y="4787"/>
                      <a:pt x="38303" y="3037"/>
                      <a:pt x="11997" y="75"/>
                    </a:cubicBezTo>
                    <a:cubicBezTo>
                      <a:pt x="6101" y="-625"/>
                      <a:pt x="743" y="3656"/>
                      <a:pt x="70" y="9580"/>
                    </a:cubicBezTo>
                    <a:cubicBezTo>
                      <a:pt x="-603" y="15503"/>
                      <a:pt x="3677" y="20834"/>
                      <a:pt x="9574" y="21508"/>
                    </a:cubicBezTo>
                    <a:cubicBezTo>
                      <a:pt x="36526" y="24523"/>
                      <a:pt x="64017" y="26327"/>
                      <a:pt x="91238" y="26893"/>
                    </a:cubicBezTo>
                    <a:cubicBezTo>
                      <a:pt x="91319" y="26893"/>
                      <a:pt x="91373" y="26893"/>
                      <a:pt x="91454" y="26893"/>
                    </a:cubicBezTo>
                    <a:cubicBezTo>
                      <a:pt x="97323" y="26893"/>
                      <a:pt x="102116" y="22207"/>
                      <a:pt x="102224" y="16311"/>
                    </a:cubicBezTo>
                    <a:cubicBezTo>
                      <a:pt x="102385" y="10360"/>
                      <a:pt x="97647" y="5433"/>
                      <a:pt x="91696" y="532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B107C1F-E0F6-4821-A835-7DCDA6EBE4F1}"/>
                  </a:ext>
                </a:extLst>
              </p:cNvPr>
              <p:cNvSpPr/>
              <p:nvPr/>
            </p:nvSpPr>
            <p:spPr>
              <a:xfrm>
                <a:off x="9357140" y="3960201"/>
                <a:ext cx="86161" cy="67313"/>
              </a:xfrm>
              <a:custGeom>
                <a:avLst/>
                <a:gdLst>
                  <a:gd name="connsiteX0" fmla="*/ 82373 w 86160"/>
                  <a:gd name="connsiteY0" fmla="*/ 48932 h 67312"/>
                  <a:gd name="connsiteX1" fmla="*/ 17483 w 86160"/>
                  <a:gd name="connsiteY1" fmla="*/ 2325 h 67312"/>
                  <a:gd name="connsiteX2" fmla="*/ 2325 w 86160"/>
                  <a:gd name="connsiteY2" fmla="*/ 4102 h 67312"/>
                  <a:gd name="connsiteX3" fmla="*/ 4102 w 86160"/>
                  <a:gd name="connsiteY3" fmla="*/ 19261 h 67312"/>
                  <a:gd name="connsiteX4" fmla="*/ 70607 w 86160"/>
                  <a:gd name="connsiteY4" fmla="*/ 67026 h 67312"/>
                  <a:gd name="connsiteX5" fmla="*/ 76477 w 86160"/>
                  <a:gd name="connsiteY5" fmla="*/ 68776 h 67312"/>
                  <a:gd name="connsiteX6" fmla="*/ 85523 w 86160"/>
                  <a:gd name="connsiteY6" fmla="*/ 63876 h 67312"/>
                  <a:gd name="connsiteX7" fmla="*/ 82373 w 86160"/>
                  <a:gd name="connsiteY7" fmla="*/ 48932 h 6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6160" h="67312">
                    <a:moveTo>
                      <a:pt x="82373" y="48932"/>
                    </a:moveTo>
                    <a:cubicBezTo>
                      <a:pt x="60160" y="34473"/>
                      <a:pt x="38323" y="18803"/>
                      <a:pt x="17483" y="2325"/>
                    </a:cubicBezTo>
                    <a:cubicBezTo>
                      <a:pt x="12798" y="-1364"/>
                      <a:pt x="6013" y="-583"/>
                      <a:pt x="2325" y="4102"/>
                    </a:cubicBezTo>
                    <a:cubicBezTo>
                      <a:pt x="-1364" y="8787"/>
                      <a:pt x="-583" y="15572"/>
                      <a:pt x="4102" y="19261"/>
                    </a:cubicBezTo>
                    <a:cubicBezTo>
                      <a:pt x="25453" y="36143"/>
                      <a:pt x="47828" y="52217"/>
                      <a:pt x="70607" y="67026"/>
                    </a:cubicBezTo>
                    <a:cubicBezTo>
                      <a:pt x="72438" y="68211"/>
                      <a:pt x="74458" y="68776"/>
                      <a:pt x="76477" y="68776"/>
                    </a:cubicBezTo>
                    <a:cubicBezTo>
                      <a:pt x="80004" y="68776"/>
                      <a:pt x="83477" y="67053"/>
                      <a:pt x="85523" y="63876"/>
                    </a:cubicBezTo>
                    <a:cubicBezTo>
                      <a:pt x="88781" y="58867"/>
                      <a:pt x="87381" y="52190"/>
                      <a:pt x="82373" y="4893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A61DD511-76F9-4006-B281-1BF6B361AEC5}"/>
                  </a:ext>
                </a:extLst>
              </p:cNvPr>
              <p:cNvSpPr/>
              <p:nvPr/>
            </p:nvSpPr>
            <p:spPr>
              <a:xfrm>
                <a:off x="9076782" y="3571631"/>
                <a:ext cx="51158" cy="94238"/>
              </a:xfrm>
              <a:custGeom>
                <a:avLst/>
                <a:gdLst>
                  <a:gd name="connsiteX0" fmla="*/ 20943 w 51157"/>
                  <a:gd name="connsiteY0" fmla="*/ 7130 h 94238"/>
                  <a:gd name="connsiteX1" fmla="*/ 7130 w 51157"/>
                  <a:gd name="connsiteY1" fmla="*/ 641 h 94238"/>
                  <a:gd name="connsiteX2" fmla="*/ 641 w 51157"/>
                  <a:gd name="connsiteY2" fmla="*/ 14454 h 94238"/>
                  <a:gd name="connsiteX3" fmla="*/ 32036 w 51157"/>
                  <a:gd name="connsiteY3" fmla="*/ 90033 h 94238"/>
                  <a:gd name="connsiteX4" fmla="*/ 41810 w 51157"/>
                  <a:gd name="connsiteY4" fmla="*/ 96226 h 94238"/>
                  <a:gd name="connsiteX5" fmla="*/ 46387 w 51157"/>
                  <a:gd name="connsiteY5" fmla="*/ 95203 h 94238"/>
                  <a:gd name="connsiteX6" fmla="*/ 51557 w 51157"/>
                  <a:gd name="connsiteY6" fmla="*/ 80852 h 94238"/>
                  <a:gd name="connsiteX7" fmla="*/ 20943 w 51157"/>
                  <a:gd name="connsiteY7" fmla="*/ 7130 h 94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7" h="94238">
                    <a:moveTo>
                      <a:pt x="20943" y="7130"/>
                    </a:moveTo>
                    <a:cubicBezTo>
                      <a:pt x="18924" y="1530"/>
                      <a:pt x="12731" y="-1378"/>
                      <a:pt x="7130" y="641"/>
                    </a:cubicBezTo>
                    <a:cubicBezTo>
                      <a:pt x="1530" y="2661"/>
                      <a:pt x="-1378" y="8854"/>
                      <a:pt x="641" y="14454"/>
                    </a:cubicBezTo>
                    <a:cubicBezTo>
                      <a:pt x="9877" y="40006"/>
                      <a:pt x="20458" y="65450"/>
                      <a:pt x="32036" y="90033"/>
                    </a:cubicBezTo>
                    <a:cubicBezTo>
                      <a:pt x="33867" y="93937"/>
                      <a:pt x="37744" y="96226"/>
                      <a:pt x="41810" y="96226"/>
                    </a:cubicBezTo>
                    <a:cubicBezTo>
                      <a:pt x="43344" y="96226"/>
                      <a:pt x="44906" y="95903"/>
                      <a:pt x="46387" y="95203"/>
                    </a:cubicBezTo>
                    <a:cubicBezTo>
                      <a:pt x="51772" y="92672"/>
                      <a:pt x="54088" y="86237"/>
                      <a:pt x="51557" y="80852"/>
                    </a:cubicBezTo>
                    <a:cubicBezTo>
                      <a:pt x="40275" y="56888"/>
                      <a:pt x="29963" y="32090"/>
                      <a:pt x="20943" y="713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97F34F-1D3D-4A76-B788-32CF5448FE07}"/>
                  </a:ext>
                </a:extLst>
              </p:cNvPr>
              <p:cNvSpPr/>
              <p:nvPr/>
            </p:nvSpPr>
            <p:spPr>
              <a:xfrm>
                <a:off x="9240178" y="3848733"/>
                <a:ext cx="75391" cy="78083"/>
              </a:xfrm>
              <a:custGeom>
                <a:avLst/>
                <a:gdLst>
                  <a:gd name="connsiteX0" fmla="*/ 18909 w 75390"/>
                  <a:gd name="connsiteY0" fmla="*/ 3696 h 78083"/>
                  <a:gd name="connsiteX1" fmla="*/ 3697 w 75390"/>
                  <a:gd name="connsiteY1" fmla="*/ 2673 h 78083"/>
                  <a:gd name="connsiteX2" fmla="*/ 2673 w 75390"/>
                  <a:gd name="connsiteY2" fmla="*/ 17886 h 78083"/>
                  <a:gd name="connsiteX3" fmla="*/ 59297 w 75390"/>
                  <a:gd name="connsiteY3" fmla="*/ 77014 h 78083"/>
                  <a:gd name="connsiteX4" fmla="*/ 66728 w 75390"/>
                  <a:gd name="connsiteY4" fmla="*/ 80002 h 78083"/>
                  <a:gd name="connsiteX5" fmla="*/ 74536 w 75390"/>
                  <a:gd name="connsiteY5" fmla="*/ 76664 h 78083"/>
                  <a:gd name="connsiteX6" fmla="*/ 74160 w 75390"/>
                  <a:gd name="connsiteY6" fmla="*/ 61424 h 78083"/>
                  <a:gd name="connsiteX7" fmla="*/ 18909 w 75390"/>
                  <a:gd name="connsiteY7" fmla="*/ 3696 h 78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390" h="78083">
                    <a:moveTo>
                      <a:pt x="18909" y="3696"/>
                    </a:moveTo>
                    <a:cubicBezTo>
                      <a:pt x="15005" y="-800"/>
                      <a:pt x="8166" y="-1258"/>
                      <a:pt x="3697" y="2673"/>
                    </a:cubicBezTo>
                    <a:cubicBezTo>
                      <a:pt x="-800" y="6577"/>
                      <a:pt x="-1258" y="13416"/>
                      <a:pt x="2673" y="17886"/>
                    </a:cubicBezTo>
                    <a:cubicBezTo>
                      <a:pt x="20525" y="38349"/>
                      <a:pt x="39587" y="58247"/>
                      <a:pt x="59297" y="77014"/>
                    </a:cubicBezTo>
                    <a:cubicBezTo>
                      <a:pt x="61397" y="79006"/>
                      <a:pt x="64063" y="80002"/>
                      <a:pt x="66728" y="80002"/>
                    </a:cubicBezTo>
                    <a:cubicBezTo>
                      <a:pt x="69582" y="80002"/>
                      <a:pt x="72409" y="78871"/>
                      <a:pt x="74536" y="76664"/>
                    </a:cubicBezTo>
                    <a:cubicBezTo>
                      <a:pt x="78656" y="72355"/>
                      <a:pt x="78494" y="65517"/>
                      <a:pt x="74160" y="61424"/>
                    </a:cubicBezTo>
                    <a:cubicBezTo>
                      <a:pt x="54935" y="43088"/>
                      <a:pt x="36330" y="23675"/>
                      <a:pt x="18909" y="3696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209E3DC-C915-4FA1-95CC-3A01EF6308E0}"/>
                  </a:ext>
                </a:extLst>
              </p:cNvPr>
              <p:cNvSpPr/>
              <p:nvPr/>
            </p:nvSpPr>
            <p:spPr>
              <a:xfrm>
                <a:off x="9145587" y="3717765"/>
                <a:ext cx="64620" cy="88853"/>
              </a:xfrm>
              <a:custGeom>
                <a:avLst/>
                <a:gdLst>
                  <a:gd name="connsiteX0" fmla="*/ 20097 w 64620"/>
                  <a:gd name="connsiteY0" fmla="*/ 5315 h 88853"/>
                  <a:gd name="connsiteX1" fmla="*/ 5316 w 64620"/>
                  <a:gd name="connsiteY1" fmla="*/ 1492 h 88853"/>
                  <a:gd name="connsiteX2" fmla="*/ 1492 w 64620"/>
                  <a:gd name="connsiteY2" fmla="*/ 16274 h 88853"/>
                  <a:gd name="connsiteX3" fmla="*/ 46296 w 64620"/>
                  <a:gd name="connsiteY3" fmla="*/ 84771 h 88853"/>
                  <a:gd name="connsiteX4" fmla="*/ 55046 w 64620"/>
                  <a:gd name="connsiteY4" fmla="*/ 89241 h 88853"/>
                  <a:gd name="connsiteX5" fmla="*/ 61346 w 64620"/>
                  <a:gd name="connsiteY5" fmla="*/ 87195 h 88853"/>
                  <a:gd name="connsiteX6" fmla="*/ 63770 w 64620"/>
                  <a:gd name="connsiteY6" fmla="*/ 72144 h 88853"/>
                  <a:gd name="connsiteX7" fmla="*/ 20097 w 64620"/>
                  <a:gd name="connsiteY7" fmla="*/ 5315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620" h="88853">
                    <a:moveTo>
                      <a:pt x="20097" y="5315"/>
                    </a:moveTo>
                    <a:cubicBezTo>
                      <a:pt x="17082" y="173"/>
                      <a:pt x="10458" y="-1524"/>
                      <a:pt x="5316" y="1492"/>
                    </a:cubicBezTo>
                    <a:cubicBezTo>
                      <a:pt x="172" y="4534"/>
                      <a:pt x="-1524" y="11131"/>
                      <a:pt x="1492" y="16274"/>
                    </a:cubicBezTo>
                    <a:cubicBezTo>
                      <a:pt x="15305" y="39672"/>
                      <a:pt x="30382" y="62720"/>
                      <a:pt x="46296" y="84771"/>
                    </a:cubicBezTo>
                    <a:cubicBezTo>
                      <a:pt x="48396" y="87679"/>
                      <a:pt x="51708" y="89241"/>
                      <a:pt x="55046" y="89241"/>
                    </a:cubicBezTo>
                    <a:cubicBezTo>
                      <a:pt x="57227" y="89241"/>
                      <a:pt x="59435" y="88568"/>
                      <a:pt x="61346" y="87195"/>
                    </a:cubicBezTo>
                    <a:cubicBezTo>
                      <a:pt x="66166" y="83694"/>
                      <a:pt x="67270" y="76963"/>
                      <a:pt x="63770" y="72144"/>
                    </a:cubicBezTo>
                    <a:cubicBezTo>
                      <a:pt x="48288" y="50630"/>
                      <a:pt x="33560" y="28148"/>
                      <a:pt x="20097" y="531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B945D48-8449-4B19-9433-2CBD1E12355D}"/>
                  </a:ext>
                </a:extLst>
              </p:cNvPr>
              <p:cNvSpPr/>
              <p:nvPr/>
            </p:nvSpPr>
            <p:spPr>
              <a:xfrm>
                <a:off x="10533223" y="3814035"/>
                <a:ext cx="72698" cy="80776"/>
              </a:xfrm>
              <a:custGeom>
                <a:avLst/>
                <a:gdLst>
                  <a:gd name="connsiteX0" fmla="*/ 70319 w 72697"/>
                  <a:gd name="connsiteY0" fmla="*/ 2314 h 80775"/>
                  <a:gd name="connsiteX1" fmla="*/ 55160 w 72697"/>
                  <a:gd name="connsiteY1" fmla="*/ 4118 h 80775"/>
                  <a:gd name="connsiteX2" fmla="*/ 2952 w 72697"/>
                  <a:gd name="connsiteY2" fmla="*/ 64592 h 80775"/>
                  <a:gd name="connsiteX3" fmla="*/ 3356 w 72697"/>
                  <a:gd name="connsiteY3" fmla="*/ 79859 h 80775"/>
                  <a:gd name="connsiteX4" fmla="*/ 10761 w 72697"/>
                  <a:gd name="connsiteY4" fmla="*/ 82820 h 80775"/>
                  <a:gd name="connsiteX5" fmla="*/ 18595 w 72697"/>
                  <a:gd name="connsiteY5" fmla="*/ 79455 h 80775"/>
                  <a:gd name="connsiteX6" fmla="*/ 72096 w 72697"/>
                  <a:gd name="connsiteY6" fmla="*/ 17473 h 80775"/>
                  <a:gd name="connsiteX7" fmla="*/ 70319 w 72697"/>
                  <a:gd name="connsiteY7" fmla="*/ 2314 h 8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697" h="80775">
                    <a:moveTo>
                      <a:pt x="70319" y="2314"/>
                    </a:moveTo>
                    <a:cubicBezTo>
                      <a:pt x="65634" y="-1375"/>
                      <a:pt x="58849" y="-567"/>
                      <a:pt x="55160" y="4118"/>
                    </a:cubicBezTo>
                    <a:cubicBezTo>
                      <a:pt x="38762" y="24958"/>
                      <a:pt x="21208" y="45314"/>
                      <a:pt x="2952" y="64592"/>
                    </a:cubicBezTo>
                    <a:cubicBezTo>
                      <a:pt x="-1140" y="68927"/>
                      <a:pt x="-952" y="75739"/>
                      <a:pt x="3356" y="79859"/>
                    </a:cubicBezTo>
                    <a:cubicBezTo>
                      <a:pt x="5429" y="81824"/>
                      <a:pt x="8122" y="82820"/>
                      <a:pt x="10761" y="82820"/>
                    </a:cubicBezTo>
                    <a:cubicBezTo>
                      <a:pt x="13615" y="82820"/>
                      <a:pt x="16469" y="81690"/>
                      <a:pt x="18595" y="79455"/>
                    </a:cubicBezTo>
                    <a:cubicBezTo>
                      <a:pt x="37309" y="59719"/>
                      <a:pt x="55295" y="38852"/>
                      <a:pt x="72096" y="17473"/>
                    </a:cubicBezTo>
                    <a:cubicBezTo>
                      <a:pt x="75838" y="12788"/>
                      <a:pt x="75004" y="6003"/>
                      <a:pt x="70319" y="231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1A046FF-1AAC-4C54-AB40-59F148D33EC3}"/>
                  </a:ext>
                </a:extLst>
              </p:cNvPr>
              <p:cNvSpPr/>
              <p:nvPr/>
            </p:nvSpPr>
            <p:spPr>
              <a:xfrm>
                <a:off x="10708230" y="3528944"/>
                <a:ext cx="48465" cy="96931"/>
              </a:xfrm>
              <a:custGeom>
                <a:avLst/>
                <a:gdLst>
                  <a:gd name="connsiteX0" fmla="*/ 40951 w 48465"/>
                  <a:gd name="connsiteY0" fmla="*/ 464 h 96930"/>
                  <a:gd name="connsiteX1" fmla="*/ 27488 w 48465"/>
                  <a:gd name="connsiteY1" fmla="*/ 7679 h 96930"/>
                  <a:gd name="connsiteX2" fmla="*/ 806 w 48465"/>
                  <a:gd name="connsiteY2" fmla="*/ 82989 h 96930"/>
                  <a:gd name="connsiteX3" fmla="*/ 6729 w 48465"/>
                  <a:gd name="connsiteY3" fmla="*/ 97044 h 96930"/>
                  <a:gd name="connsiteX4" fmla="*/ 10795 w 48465"/>
                  <a:gd name="connsiteY4" fmla="*/ 97852 h 96930"/>
                  <a:gd name="connsiteX5" fmla="*/ 20784 w 48465"/>
                  <a:gd name="connsiteY5" fmla="*/ 91121 h 96930"/>
                  <a:gd name="connsiteX6" fmla="*/ 48141 w 48465"/>
                  <a:gd name="connsiteY6" fmla="*/ 13926 h 96930"/>
                  <a:gd name="connsiteX7" fmla="*/ 40951 w 48465"/>
                  <a:gd name="connsiteY7" fmla="*/ 464 h 96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465" h="96930">
                    <a:moveTo>
                      <a:pt x="40951" y="464"/>
                    </a:moveTo>
                    <a:cubicBezTo>
                      <a:pt x="35243" y="-1260"/>
                      <a:pt x="29239" y="1971"/>
                      <a:pt x="27488" y="7679"/>
                    </a:cubicBezTo>
                    <a:cubicBezTo>
                      <a:pt x="19815" y="33070"/>
                      <a:pt x="10849" y="58406"/>
                      <a:pt x="806" y="82989"/>
                    </a:cubicBezTo>
                    <a:cubicBezTo>
                      <a:pt x="-1456" y="88509"/>
                      <a:pt x="1209" y="94809"/>
                      <a:pt x="6729" y="97044"/>
                    </a:cubicBezTo>
                    <a:cubicBezTo>
                      <a:pt x="8076" y="97583"/>
                      <a:pt x="9449" y="97852"/>
                      <a:pt x="10795" y="97852"/>
                    </a:cubicBezTo>
                    <a:cubicBezTo>
                      <a:pt x="15049" y="97852"/>
                      <a:pt x="19088" y="95321"/>
                      <a:pt x="20784" y="91121"/>
                    </a:cubicBezTo>
                    <a:cubicBezTo>
                      <a:pt x="31070" y="65919"/>
                      <a:pt x="40251" y="39936"/>
                      <a:pt x="48141" y="13926"/>
                    </a:cubicBezTo>
                    <a:cubicBezTo>
                      <a:pt x="49890" y="8191"/>
                      <a:pt x="46659" y="2187"/>
                      <a:pt x="40951" y="46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FBA3DC-976E-46CD-8F2A-64D04ED78AA8}"/>
                  </a:ext>
                </a:extLst>
              </p:cNvPr>
              <p:cNvSpPr/>
              <p:nvPr/>
            </p:nvSpPr>
            <p:spPr>
              <a:xfrm>
                <a:off x="10633101" y="3678592"/>
                <a:ext cx="61928" cy="88853"/>
              </a:xfrm>
              <a:custGeom>
                <a:avLst/>
                <a:gdLst>
                  <a:gd name="connsiteX0" fmla="*/ 56952 w 61927"/>
                  <a:gd name="connsiteY0" fmla="*/ 1220 h 88853"/>
                  <a:gd name="connsiteX1" fmla="*/ 42386 w 61927"/>
                  <a:gd name="connsiteY1" fmla="*/ 5797 h 88853"/>
                  <a:gd name="connsiteX2" fmla="*/ 30297 w 61927"/>
                  <a:gd name="connsiteY2" fmla="*/ 28199 h 88853"/>
                  <a:gd name="connsiteX3" fmla="*/ 20576 w 61927"/>
                  <a:gd name="connsiteY3" fmla="*/ 44031 h 88853"/>
                  <a:gd name="connsiteX4" fmla="*/ 1729 w 61927"/>
                  <a:gd name="connsiteY4" fmla="*/ 74537 h 88853"/>
                  <a:gd name="connsiteX5" fmla="*/ 4933 w 61927"/>
                  <a:gd name="connsiteY5" fmla="*/ 89454 h 88853"/>
                  <a:gd name="connsiteX6" fmla="*/ 10776 w 61927"/>
                  <a:gd name="connsiteY6" fmla="*/ 91177 h 88853"/>
                  <a:gd name="connsiteX7" fmla="*/ 19849 w 61927"/>
                  <a:gd name="connsiteY7" fmla="*/ 86250 h 88853"/>
                  <a:gd name="connsiteX8" fmla="*/ 39047 w 61927"/>
                  <a:gd name="connsiteY8" fmla="*/ 55151 h 88853"/>
                  <a:gd name="connsiteX9" fmla="*/ 48794 w 61927"/>
                  <a:gd name="connsiteY9" fmla="*/ 39292 h 88853"/>
                  <a:gd name="connsiteX10" fmla="*/ 49009 w 61927"/>
                  <a:gd name="connsiteY10" fmla="*/ 38915 h 88853"/>
                  <a:gd name="connsiteX11" fmla="*/ 61529 w 61927"/>
                  <a:gd name="connsiteY11" fmla="*/ 15760 h 88853"/>
                  <a:gd name="connsiteX12" fmla="*/ 56952 w 61927"/>
                  <a:gd name="connsiteY12" fmla="*/ 1220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1927" h="88853">
                    <a:moveTo>
                      <a:pt x="56952" y="1220"/>
                    </a:moveTo>
                    <a:cubicBezTo>
                      <a:pt x="51675" y="-1526"/>
                      <a:pt x="45159" y="520"/>
                      <a:pt x="42386" y="5797"/>
                    </a:cubicBezTo>
                    <a:cubicBezTo>
                      <a:pt x="38508" y="13255"/>
                      <a:pt x="34416" y="20795"/>
                      <a:pt x="30297" y="28199"/>
                    </a:cubicBezTo>
                    <a:lnTo>
                      <a:pt x="20576" y="44031"/>
                    </a:lnTo>
                    <a:cubicBezTo>
                      <a:pt x="14545" y="54263"/>
                      <a:pt x="8217" y="64521"/>
                      <a:pt x="1729" y="74537"/>
                    </a:cubicBezTo>
                    <a:cubicBezTo>
                      <a:pt x="-1502" y="79545"/>
                      <a:pt x="-75" y="86223"/>
                      <a:pt x="4933" y="89454"/>
                    </a:cubicBezTo>
                    <a:cubicBezTo>
                      <a:pt x="6737" y="90612"/>
                      <a:pt x="8783" y="91177"/>
                      <a:pt x="10776" y="91177"/>
                    </a:cubicBezTo>
                    <a:cubicBezTo>
                      <a:pt x="14302" y="91177"/>
                      <a:pt x="17776" y="89427"/>
                      <a:pt x="19849" y="86250"/>
                    </a:cubicBezTo>
                    <a:cubicBezTo>
                      <a:pt x="26473" y="75991"/>
                      <a:pt x="32989" y="65463"/>
                      <a:pt x="39047" y="55151"/>
                    </a:cubicBezTo>
                    <a:lnTo>
                      <a:pt x="48794" y="39292"/>
                    </a:lnTo>
                    <a:lnTo>
                      <a:pt x="49009" y="38915"/>
                    </a:lnTo>
                    <a:cubicBezTo>
                      <a:pt x="53291" y="31268"/>
                      <a:pt x="57491" y="23460"/>
                      <a:pt x="61529" y="15760"/>
                    </a:cubicBezTo>
                    <a:cubicBezTo>
                      <a:pt x="64303" y="10482"/>
                      <a:pt x="62229" y="3966"/>
                      <a:pt x="56952" y="122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3686744-9C45-4334-A4F9-E4BB03EBDEF2}"/>
                  </a:ext>
                </a:extLst>
              </p:cNvPr>
              <p:cNvSpPr/>
              <p:nvPr/>
            </p:nvSpPr>
            <p:spPr>
              <a:xfrm>
                <a:off x="9961806" y="4136526"/>
                <a:ext cx="99623" cy="29618"/>
              </a:xfrm>
              <a:custGeom>
                <a:avLst/>
                <a:gdLst>
                  <a:gd name="connsiteX0" fmla="*/ 89339 w 99623"/>
                  <a:gd name="connsiteY0" fmla="*/ 152 h 29617"/>
                  <a:gd name="connsiteX1" fmla="*/ 10018 w 99623"/>
                  <a:gd name="connsiteY1" fmla="*/ 9495 h 29617"/>
                  <a:gd name="connsiteX2" fmla="*/ 29 w 99623"/>
                  <a:gd name="connsiteY2" fmla="*/ 21019 h 29617"/>
                  <a:gd name="connsiteX3" fmla="*/ 10772 w 99623"/>
                  <a:gd name="connsiteY3" fmla="*/ 31035 h 29617"/>
                  <a:gd name="connsiteX4" fmla="*/ 11553 w 99623"/>
                  <a:gd name="connsiteY4" fmla="*/ 31008 h 29617"/>
                  <a:gd name="connsiteX5" fmla="*/ 92867 w 99623"/>
                  <a:gd name="connsiteY5" fmla="*/ 21423 h 29617"/>
                  <a:gd name="connsiteX6" fmla="*/ 101752 w 99623"/>
                  <a:gd name="connsiteY6" fmla="*/ 9010 h 29617"/>
                  <a:gd name="connsiteX7" fmla="*/ 89339 w 99623"/>
                  <a:gd name="connsiteY7" fmla="*/ 152 h 29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9617">
                    <a:moveTo>
                      <a:pt x="89339" y="152"/>
                    </a:moveTo>
                    <a:cubicBezTo>
                      <a:pt x="63222" y="4460"/>
                      <a:pt x="36512" y="7610"/>
                      <a:pt x="10018" y="9495"/>
                    </a:cubicBezTo>
                    <a:cubicBezTo>
                      <a:pt x="4067" y="9926"/>
                      <a:pt x="-402" y="15069"/>
                      <a:pt x="29" y="21019"/>
                    </a:cubicBezTo>
                    <a:cubicBezTo>
                      <a:pt x="432" y="26700"/>
                      <a:pt x="5171" y="31035"/>
                      <a:pt x="10772" y="31035"/>
                    </a:cubicBezTo>
                    <a:cubicBezTo>
                      <a:pt x="11041" y="31035"/>
                      <a:pt x="11283" y="31035"/>
                      <a:pt x="11553" y="31008"/>
                    </a:cubicBezTo>
                    <a:cubicBezTo>
                      <a:pt x="38720" y="29070"/>
                      <a:pt x="66076" y="25839"/>
                      <a:pt x="92867" y="21423"/>
                    </a:cubicBezTo>
                    <a:cubicBezTo>
                      <a:pt x="98736" y="20454"/>
                      <a:pt x="102721" y="14907"/>
                      <a:pt x="101752" y="9010"/>
                    </a:cubicBezTo>
                    <a:cubicBezTo>
                      <a:pt x="100782" y="3168"/>
                      <a:pt x="95236" y="-844"/>
                      <a:pt x="89339" y="15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0A1EC41-0A67-4747-ACFF-F73B2900D869}"/>
                  </a:ext>
                </a:extLst>
              </p:cNvPr>
              <p:cNvSpPr/>
              <p:nvPr/>
            </p:nvSpPr>
            <p:spPr>
              <a:xfrm>
                <a:off x="10755075" y="3370570"/>
                <a:ext cx="32310" cy="99623"/>
              </a:xfrm>
              <a:custGeom>
                <a:avLst/>
                <a:gdLst>
                  <a:gd name="connsiteX0" fmla="*/ 24342 w 32310"/>
                  <a:gd name="connsiteY0" fmla="*/ 60 h 99623"/>
                  <a:gd name="connsiteX1" fmla="*/ 12469 w 32310"/>
                  <a:gd name="connsiteY1" fmla="*/ 9618 h 99623"/>
                  <a:gd name="connsiteX2" fmla="*/ 218 w 32310"/>
                  <a:gd name="connsiteY2" fmla="*/ 88563 h 99623"/>
                  <a:gd name="connsiteX3" fmla="*/ 8646 w 32310"/>
                  <a:gd name="connsiteY3" fmla="*/ 101299 h 99623"/>
                  <a:gd name="connsiteX4" fmla="*/ 10799 w 32310"/>
                  <a:gd name="connsiteY4" fmla="*/ 101514 h 99623"/>
                  <a:gd name="connsiteX5" fmla="*/ 21354 w 32310"/>
                  <a:gd name="connsiteY5" fmla="*/ 92871 h 99623"/>
                  <a:gd name="connsiteX6" fmla="*/ 33928 w 32310"/>
                  <a:gd name="connsiteY6" fmla="*/ 11934 h 99623"/>
                  <a:gd name="connsiteX7" fmla="*/ 24342 w 32310"/>
                  <a:gd name="connsiteY7" fmla="*/ 60 h 99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10" h="99623">
                    <a:moveTo>
                      <a:pt x="24342" y="60"/>
                    </a:moveTo>
                    <a:cubicBezTo>
                      <a:pt x="18446" y="-559"/>
                      <a:pt x="13088" y="3695"/>
                      <a:pt x="12469" y="9618"/>
                    </a:cubicBezTo>
                    <a:cubicBezTo>
                      <a:pt x="9614" y="36032"/>
                      <a:pt x="5495" y="62607"/>
                      <a:pt x="218" y="88563"/>
                    </a:cubicBezTo>
                    <a:cubicBezTo>
                      <a:pt x="-967" y="94406"/>
                      <a:pt x="2802" y="100087"/>
                      <a:pt x="8646" y="101299"/>
                    </a:cubicBezTo>
                    <a:cubicBezTo>
                      <a:pt x="9373" y="101433"/>
                      <a:pt x="10099" y="101514"/>
                      <a:pt x="10799" y="101514"/>
                    </a:cubicBezTo>
                    <a:cubicBezTo>
                      <a:pt x="15834" y="101514"/>
                      <a:pt x="20331" y="97987"/>
                      <a:pt x="21354" y="92871"/>
                    </a:cubicBezTo>
                    <a:cubicBezTo>
                      <a:pt x="26766" y="66242"/>
                      <a:pt x="30993" y="39021"/>
                      <a:pt x="33928" y="11934"/>
                    </a:cubicBezTo>
                    <a:cubicBezTo>
                      <a:pt x="34547" y="6010"/>
                      <a:pt x="30267" y="706"/>
                      <a:pt x="24342" y="6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F54B864-8707-4094-9D16-C110B41CB5FE}"/>
                  </a:ext>
                </a:extLst>
              </p:cNvPr>
              <p:cNvSpPr/>
              <p:nvPr/>
            </p:nvSpPr>
            <p:spPr>
              <a:xfrm>
                <a:off x="10121228" y="4095534"/>
                <a:ext cx="96931" cy="43080"/>
              </a:xfrm>
              <a:custGeom>
                <a:avLst/>
                <a:gdLst>
                  <a:gd name="connsiteX0" fmla="*/ 84226 w 96930"/>
                  <a:gd name="connsiteY0" fmla="*/ 648 h 43080"/>
                  <a:gd name="connsiteX1" fmla="*/ 8054 w 96930"/>
                  <a:gd name="connsiteY1" fmla="*/ 24477 h 43080"/>
                  <a:gd name="connsiteX2" fmla="*/ 354 w 96930"/>
                  <a:gd name="connsiteY2" fmla="*/ 37643 h 43080"/>
                  <a:gd name="connsiteX3" fmla="*/ 10774 w 96930"/>
                  <a:gd name="connsiteY3" fmla="*/ 45694 h 43080"/>
                  <a:gd name="connsiteX4" fmla="*/ 13520 w 96930"/>
                  <a:gd name="connsiteY4" fmla="*/ 45344 h 43080"/>
                  <a:gd name="connsiteX5" fmla="*/ 91603 w 96930"/>
                  <a:gd name="connsiteY5" fmla="*/ 20896 h 43080"/>
                  <a:gd name="connsiteX6" fmla="*/ 98038 w 96930"/>
                  <a:gd name="connsiteY6" fmla="*/ 7056 h 43080"/>
                  <a:gd name="connsiteX7" fmla="*/ 84226 w 96930"/>
                  <a:gd name="connsiteY7" fmla="*/ 648 h 4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930" h="43080">
                    <a:moveTo>
                      <a:pt x="84226" y="648"/>
                    </a:moveTo>
                    <a:cubicBezTo>
                      <a:pt x="59347" y="9722"/>
                      <a:pt x="33714" y="17746"/>
                      <a:pt x="8054" y="24477"/>
                    </a:cubicBezTo>
                    <a:cubicBezTo>
                      <a:pt x="2293" y="25985"/>
                      <a:pt x="-1154" y="31881"/>
                      <a:pt x="354" y="37643"/>
                    </a:cubicBezTo>
                    <a:cubicBezTo>
                      <a:pt x="1620" y="42490"/>
                      <a:pt x="6008" y="45694"/>
                      <a:pt x="10774" y="45694"/>
                    </a:cubicBezTo>
                    <a:cubicBezTo>
                      <a:pt x="11690" y="45694"/>
                      <a:pt x="12605" y="45586"/>
                      <a:pt x="13520" y="45344"/>
                    </a:cubicBezTo>
                    <a:cubicBezTo>
                      <a:pt x="39826" y="38424"/>
                      <a:pt x="66105" y="30212"/>
                      <a:pt x="91603" y="20896"/>
                    </a:cubicBezTo>
                    <a:cubicBezTo>
                      <a:pt x="97204" y="18850"/>
                      <a:pt x="100084" y="12657"/>
                      <a:pt x="98038" y="7056"/>
                    </a:cubicBezTo>
                    <a:cubicBezTo>
                      <a:pt x="95992" y="1483"/>
                      <a:pt x="89800" y="-1371"/>
                      <a:pt x="84226" y="64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02E0E7C-5A72-4589-A265-6A91BD1C3727}"/>
                  </a:ext>
                </a:extLst>
              </p:cNvPr>
              <p:cNvSpPr/>
              <p:nvPr/>
            </p:nvSpPr>
            <p:spPr>
              <a:xfrm>
                <a:off x="10411798" y="3931352"/>
                <a:ext cx="83468" cy="70005"/>
              </a:xfrm>
              <a:custGeom>
                <a:avLst/>
                <a:gdLst>
                  <a:gd name="connsiteX0" fmla="*/ 66839 w 83468"/>
                  <a:gd name="connsiteY0" fmla="*/ 2688 h 70005"/>
                  <a:gd name="connsiteX1" fmla="*/ 4453 w 83468"/>
                  <a:gd name="connsiteY1" fmla="*/ 52553 h 70005"/>
                  <a:gd name="connsiteX2" fmla="*/ 2056 w 83468"/>
                  <a:gd name="connsiteY2" fmla="*/ 67631 h 70005"/>
                  <a:gd name="connsiteX3" fmla="*/ 10780 w 83468"/>
                  <a:gd name="connsiteY3" fmla="*/ 72074 h 70005"/>
                  <a:gd name="connsiteX4" fmla="*/ 17108 w 83468"/>
                  <a:gd name="connsiteY4" fmla="*/ 70000 h 70005"/>
                  <a:gd name="connsiteX5" fmla="*/ 81055 w 83468"/>
                  <a:gd name="connsiteY5" fmla="*/ 18869 h 70005"/>
                  <a:gd name="connsiteX6" fmla="*/ 82052 w 83468"/>
                  <a:gd name="connsiteY6" fmla="*/ 3657 h 70005"/>
                  <a:gd name="connsiteX7" fmla="*/ 66839 w 83468"/>
                  <a:gd name="connsiteY7" fmla="*/ 2688 h 7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468" h="70005">
                    <a:moveTo>
                      <a:pt x="66839" y="2688"/>
                    </a:moveTo>
                    <a:cubicBezTo>
                      <a:pt x="46914" y="20189"/>
                      <a:pt x="25912" y="36963"/>
                      <a:pt x="4453" y="52553"/>
                    </a:cubicBezTo>
                    <a:cubicBezTo>
                      <a:pt x="-367" y="56053"/>
                      <a:pt x="-1443" y="62811"/>
                      <a:pt x="2056" y="67631"/>
                    </a:cubicBezTo>
                    <a:cubicBezTo>
                      <a:pt x="4157" y="70539"/>
                      <a:pt x="7468" y="72074"/>
                      <a:pt x="10780" y="72074"/>
                    </a:cubicBezTo>
                    <a:cubicBezTo>
                      <a:pt x="12988" y="72074"/>
                      <a:pt x="15196" y="71400"/>
                      <a:pt x="17108" y="70000"/>
                    </a:cubicBezTo>
                    <a:cubicBezTo>
                      <a:pt x="39106" y="54007"/>
                      <a:pt x="60619" y="36829"/>
                      <a:pt x="81055" y="18869"/>
                    </a:cubicBezTo>
                    <a:cubicBezTo>
                      <a:pt x="85525" y="14938"/>
                      <a:pt x="85983" y="8126"/>
                      <a:pt x="82052" y="3657"/>
                    </a:cubicBezTo>
                    <a:cubicBezTo>
                      <a:pt x="78147" y="-813"/>
                      <a:pt x="71309" y="-1244"/>
                      <a:pt x="66839" y="268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2E58BCE-E55F-4CEE-987D-5CDE59A28A19}"/>
                  </a:ext>
                </a:extLst>
              </p:cNvPr>
              <p:cNvSpPr/>
              <p:nvPr/>
            </p:nvSpPr>
            <p:spPr>
              <a:xfrm>
                <a:off x="10272931" y="4026307"/>
                <a:ext cx="91546" cy="59235"/>
              </a:xfrm>
              <a:custGeom>
                <a:avLst/>
                <a:gdLst>
                  <a:gd name="connsiteX0" fmla="*/ 76626 w 91545"/>
                  <a:gd name="connsiteY0" fmla="*/ 1512 h 59235"/>
                  <a:gd name="connsiteX1" fmla="*/ 6163 w 91545"/>
                  <a:gd name="connsiteY1" fmla="*/ 39046 h 59235"/>
                  <a:gd name="connsiteX2" fmla="*/ 1047 w 91545"/>
                  <a:gd name="connsiteY2" fmla="*/ 53424 h 59235"/>
                  <a:gd name="connsiteX3" fmla="*/ 10794 w 91545"/>
                  <a:gd name="connsiteY3" fmla="*/ 59590 h 59235"/>
                  <a:gd name="connsiteX4" fmla="*/ 15425 w 91545"/>
                  <a:gd name="connsiteY4" fmla="*/ 58539 h 59235"/>
                  <a:gd name="connsiteX5" fmla="*/ 87666 w 91545"/>
                  <a:gd name="connsiteY5" fmla="*/ 20063 h 59235"/>
                  <a:gd name="connsiteX6" fmla="*/ 91435 w 91545"/>
                  <a:gd name="connsiteY6" fmla="*/ 5282 h 59235"/>
                  <a:gd name="connsiteX7" fmla="*/ 76626 w 91545"/>
                  <a:gd name="connsiteY7" fmla="*/ 1512 h 5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545" h="59235">
                    <a:moveTo>
                      <a:pt x="76626" y="1512"/>
                    </a:moveTo>
                    <a:cubicBezTo>
                      <a:pt x="53821" y="15055"/>
                      <a:pt x="30099" y="27683"/>
                      <a:pt x="6163" y="39046"/>
                    </a:cubicBezTo>
                    <a:cubicBezTo>
                      <a:pt x="778" y="41604"/>
                      <a:pt x="-1511" y="48039"/>
                      <a:pt x="1047" y="53424"/>
                    </a:cubicBezTo>
                    <a:cubicBezTo>
                      <a:pt x="2905" y="57301"/>
                      <a:pt x="6756" y="59590"/>
                      <a:pt x="10794" y="59590"/>
                    </a:cubicBezTo>
                    <a:cubicBezTo>
                      <a:pt x="12356" y="59590"/>
                      <a:pt x="13917" y="59267"/>
                      <a:pt x="15425" y="58539"/>
                    </a:cubicBezTo>
                    <a:cubicBezTo>
                      <a:pt x="39981" y="46881"/>
                      <a:pt x="64294" y="33930"/>
                      <a:pt x="87666" y="20063"/>
                    </a:cubicBezTo>
                    <a:cubicBezTo>
                      <a:pt x="92781" y="17021"/>
                      <a:pt x="94477" y="10397"/>
                      <a:pt x="91435" y="5282"/>
                    </a:cubicBezTo>
                    <a:cubicBezTo>
                      <a:pt x="88365" y="166"/>
                      <a:pt x="81742" y="-1531"/>
                      <a:pt x="76626" y="151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430F999-84C3-472B-9E89-7410D90A0C42}"/>
              </a:ext>
            </a:extLst>
          </p:cNvPr>
          <p:cNvSpPr/>
          <p:nvPr/>
        </p:nvSpPr>
        <p:spPr>
          <a:xfrm>
            <a:off x="1500258" y="2391145"/>
            <a:ext cx="2693" cy="2693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32296" cap="flat">
            <a:solidFill>
              <a:srgbClr val="0135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780D98-9E6F-4073-AAC0-7B74BDD2EE5A}"/>
              </a:ext>
            </a:extLst>
          </p:cNvPr>
          <p:cNvSpPr/>
          <p:nvPr/>
        </p:nvSpPr>
        <p:spPr>
          <a:xfrm>
            <a:off x="1500258" y="2391145"/>
            <a:ext cx="2693" cy="2693"/>
          </a:xfrm>
          <a:custGeom>
            <a:avLst/>
            <a:gdLst/>
            <a:ahLst/>
            <a:cxnLst/>
            <a:rect l="l" t="t" r="r" b="b"/>
            <a:pathLst>
              <a:path/>
            </a:pathLst>
          </a:custGeom>
          <a:noFill/>
          <a:ln w="32296" cap="flat">
            <a:solidFill>
              <a:srgbClr val="0135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AE4FFF-3797-4A84-B9FA-2F6E9ECA6EF7}"/>
              </a:ext>
            </a:extLst>
          </p:cNvPr>
          <p:cNvGrpSpPr/>
          <p:nvPr/>
        </p:nvGrpSpPr>
        <p:grpSpPr>
          <a:xfrm>
            <a:off x="1500258" y="2391145"/>
            <a:ext cx="2046314" cy="1777037"/>
            <a:chOff x="1500258" y="2391145"/>
            <a:chExt cx="2046314" cy="177703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E4534247-C57D-4107-8A38-6289BE6C24E0}"/>
                </a:ext>
              </a:extLst>
            </p:cNvPr>
            <p:cNvGrpSpPr/>
            <p:nvPr/>
          </p:nvGrpSpPr>
          <p:grpSpPr>
            <a:xfrm>
              <a:off x="1512315" y="3342437"/>
              <a:ext cx="1758898" cy="825745"/>
              <a:chOff x="1414996" y="3342437"/>
              <a:chExt cx="1758898" cy="825745"/>
            </a:xfrm>
            <a:solidFill>
              <a:schemeClr val="bg1"/>
            </a:solidFill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2E4E56E2-7F7F-4BE1-93D5-6B0FC8BE129F}"/>
                  </a:ext>
                </a:extLst>
              </p:cNvPr>
              <p:cNvSpPr/>
              <p:nvPr/>
            </p:nvSpPr>
            <p:spPr>
              <a:xfrm>
                <a:off x="3149661" y="3369439"/>
                <a:ext cx="24233" cy="59235"/>
              </a:xfrm>
              <a:custGeom>
                <a:avLst/>
                <a:gdLst>
                  <a:gd name="connsiteX0" fmla="*/ 17227 w 24232"/>
                  <a:gd name="connsiteY0" fmla="*/ 60 h 59235"/>
                  <a:gd name="connsiteX1" fmla="*/ 5353 w 24232"/>
                  <a:gd name="connsiteY1" fmla="*/ 9618 h 59235"/>
                  <a:gd name="connsiteX2" fmla="*/ 129 w 24232"/>
                  <a:gd name="connsiteY2" fmla="*/ 49252 h 59235"/>
                  <a:gd name="connsiteX3" fmla="*/ 9122 w 24232"/>
                  <a:gd name="connsiteY3" fmla="*/ 61557 h 59235"/>
                  <a:gd name="connsiteX4" fmla="*/ 10792 w 24232"/>
                  <a:gd name="connsiteY4" fmla="*/ 61692 h 59235"/>
                  <a:gd name="connsiteX5" fmla="*/ 21427 w 24232"/>
                  <a:gd name="connsiteY5" fmla="*/ 52564 h 59235"/>
                  <a:gd name="connsiteX6" fmla="*/ 26758 w 24232"/>
                  <a:gd name="connsiteY6" fmla="*/ 11961 h 59235"/>
                  <a:gd name="connsiteX7" fmla="*/ 17227 w 24232"/>
                  <a:gd name="connsiteY7" fmla="*/ 60 h 5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32" h="59235">
                    <a:moveTo>
                      <a:pt x="17227" y="60"/>
                    </a:moveTo>
                    <a:cubicBezTo>
                      <a:pt x="11303" y="-559"/>
                      <a:pt x="5972" y="3695"/>
                      <a:pt x="5353" y="9618"/>
                    </a:cubicBezTo>
                    <a:cubicBezTo>
                      <a:pt x="3926" y="22812"/>
                      <a:pt x="2176" y="36140"/>
                      <a:pt x="129" y="49252"/>
                    </a:cubicBezTo>
                    <a:cubicBezTo>
                      <a:pt x="-786" y="55149"/>
                      <a:pt x="3253" y="60642"/>
                      <a:pt x="9122" y="61557"/>
                    </a:cubicBezTo>
                    <a:cubicBezTo>
                      <a:pt x="9688" y="61638"/>
                      <a:pt x="10253" y="61692"/>
                      <a:pt x="10792" y="61692"/>
                    </a:cubicBezTo>
                    <a:cubicBezTo>
                      <a:pt x="16015" y="61692"/>
                      <a:pt x="20619" y="57895"/>
                      <a:pt x="21427" y="52564"/>
                    </a:cubicBezTo>
                    <a:cubicBezTo>
                      <a:pt x="23501" y="39155"/>
                      <a:pt x="25304" y="25477"/>
                      <a:pt x="26758" y="11961"/>
                    </a:cubicBezTo>
                    <a:cubicBezTo>
                      <a:pt x="27431" y="6037"/>
                      <a:pt x="23150" y="706"/>
                      <a:pt x="17227" y="6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45746D00-08D2-4C68-9507-0B35EC770EDE}"/>
                  </a:ext>
                </a:extLst>
              </p:cNvPr>
              <p:cNvSpPr/>
              <p:nvPr/>
            </p:nvSpPr>
            <p:spPr>
              <a:xfrm>
                <a:off x="2073426" y="4122170"/>
                <a:ext cx="99623" cy="35003"/>
              </a:xfrm>
              <a:custGeom>
                <a:avLst/>
                <a:gdLst>
                  <a:gd name="connsiteX0" fmla="*/ 91469 w 99623"/>
                  <a:gd name="connsiteY0" fmla="*/ 16043 h 35002"/>
                  <a:gd name="connsiteX1" fmla="*/ 13413 w 99623"/>
                  <a:gd name="connsiteY1" fmla="*/ 319 h 35002"/>
                  <a:gd name="connsiteX2" fmla="*/ 327 w 99623"/>
                  <a:gd name="connsiteY2" fmla="*/ 8181 h 35002"/>
                  <a:gd name="connsiteX3" fmla="*/ 8189 w 99623"/>
                  <a:gd name="connsiteY3" fmla="*/ 21266 h 35002"/>
                  <a:gd name="connsiteX4" fmla="*/ 88211 w 99623"/>
                  <a:gd name="connsiteY4" fmla="*/ 37394 h 35002"/>
                  <a:gd name="connsiteX5" fmla="*/ 89854 w 99623"/>
                  <a:gd name="connsiteY5" fmla="*/ 37529 h 35002"/>
                  <a:gd name="connsiteX6" fmla="*/ 100516 w 99623"/>
                  <a:gd name="connsiteY6" fmla="*/ 28375 h 35002"/>
                  <a:gd name="connsiteX7" fmla="*/ 91469 w 99623"/>
                  <a:gd name="connsiteY7" fmla="*/ 16043 h 35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35002">
                    <a:moveTo>
                      <a:pt x="91469" y="16043"/>
                    </a:moveTo>
                    <a:cubicBezTo>
                      <a:pt x="65325" y="12031"/>
                      <a:pt x="39046" y="6727"/>
                      <a:pt x="13413" y="319"/>
                    </a:cubicBezTo>
                    <a:cubicBezTo>
                      <a:pt x="7624" y="-1109"/>
                      <a:pt x="1781" y="2392"/>
                      <a:pt x="327" y="8181"/>
                    </a:cubicBezTo>
                    <a:cubicBezTo>
                      <a:pt x="-1127" y="13970"/>
                      <a:pt x="2401" y="19812"/>
                      <a:pt x="8189" y="21266"/>
                    </a:cubicBezTo>
                    <a:cubicBezTo>
                      <a:pt x="34468" y="27836"/>
                      <a:pt x="61394" y="33275"/>
                      <a:pt x="88211" y="37394"/>
                    </a:cubicBezTo>
                    <a:cubicBezTo>
                      <a:pt x="88776" y="37475"/>
                      <a:pt x="89315" y="37529"/>
                      <a:pt x="89854" y="37529"/>
                    </a:cubicBezTo>
                    <a:cubicBezTo>
                      <a:pt x="95077" y="37529"/>
                      <a:pt x="99681" y="33706"/>
                      <a:pt x="100516" y="28375"/>
                    </a:cubicBezTo>
                    <a:cubicBezTo>
                      <a:pt x="101404" y="22451"/>
                      <a:pt x="97366" y="16931"/>
                      <a:pt x="91469" y="1604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E157CDBB-2004-4019-A905-8FA88E8A4C49}"/>
                  </a:ext>
                </a:extLst>
              </p:cNvPr>
              <p:cNvSpPr/>
              <p:nvPr/>
            </p:nvSpPr>
            <p:spPr>
              <a:xfrm>
                <a:off x="1921451" y="4068694"/>
                <a:ext cx="94238" cy="51158"/>
              </a:xfrm>
              <a:custGeom>
                <a:avLst/>
                <a:gdLst>
                  <a:gd name="connsiteX0" fmla="*/ 89108 w 94238"/>
                  <a:gd name="connsiteY0" fmla="*/ 30881 h 51157"/>
                  <a:gd name="connsiteX1" fmla="*/ 15279 w 94238"/>
                  <a:gd name="connsiteY1" fmla="*/ 994 h 51157"/>
                  <a:gd name="connsiteX2" fmla="*/ 982 w 94238"/>
                  <a:gd name="connsiteY2" fmla="*/ 6298 h 51157"/>
                  <a:gd name="connsiteX3" fmla="*/ 6286 w 94238"/>
                  <a:gd name="connsiteY3" fmla="*/ 20595 h 51157"/>
                  <a:gd name="connsiteX4" fmla="*/ 81973 w 94238"/>
                  <a:gd name="connsiteY4" fmla="*/ 51236 h 51157"/>
                  <a:gd name="connsiteX5" fmla="*/ 85554 w 94238"/>
                  <a:gd name="connsiteY5" fmla="*/ 51855 h 51157"/>
                  <a:gd name="connsiteX6" fmla="*/ 95732 w 94238"/>
                  <a:gd name="connsiteY6" fmla="*/ 44639 h 51157"/>
                  <a:gd name="connsiteX7" fmla="*/ 89108 w 94238"/>
                  <a:gd name="connsiteY7" fmla="*/ 30881 h 51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238" h="51157">
                    <a:moveTo>
                      <a:pt x="89108" y="30881"/>
                    </a:moveTo>
                    <a:cubicBezTo>
                      <a:pt x="64175" y="22103"/>
                      <a:pt x="39323" y="12060"/>
                      <a:pt x="15279" y="994"/>
                    </a:cubicBezTo>
                    <a:cubicBezTo>
                      <a:pt x="9867" y="-1510"/>
                      <a:pt x="3459" y="886"/>
                      <a:pt x="982" y="6298"/>
                    </a:cubicBezTo>
                    <a:cubicBezTo>
                      <a:pt x="-1495" y="11710"/>
                      <a:pt x="874" y="18118"/>
                      <a:pt x="6286" y="20595"/>
                    </a:cubicBezTo>
                    <a:cubicBezTo>
                      <a:pt x="30950" y="31931"/>
                      <a:pt x="56394" y="42243"/>
                      <a:pt x="81973" y="51236"/>
                    </a:cubicBezTo>
                    <a:cubicBezTo>
                      <a:pt x="83158" y="51640"/>
                      <a:pt x="84369" y="51855"/>
                      <a:pt x="85554" y="51855"/>
                    </a:cubicBezTo>
                    <a:cubicBezTo>
                      <a:pt x="89997" y="51855"/>
                      <a:pt x="94170" y="49082"/>
                      <a:pt x="95732" y="44639"/>
                    </a:cubicBezTo>
                    <a:cubicBezTo>
                      <a:pt x="97670" y="39012"/>
                      <a:pt x="94709" y="32846"/>
                      <a:pt x="89108" y="30881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D0EA1E98-BF89-4BF1-B099-BFBE069BEF93}"/>
                  </a:ext>
                </a:extLst>
              </p:cNvPr>
              <p:cNvSpPr/>
              <p:nvPr/>
            </p:nvSpPr>
            <p:spPr>
              <a:xfrm>
                <a:off x="2232646" y="4146642"/>
                <a:ext cx="99623" cy="21540"/>
              </a:xfrm>
              <a:custGeom>
                <a:avLst/>
                <a:gdLst>
                  <a:gd name="connsiteX0" fmla="*/ 91080 w 99623"/>
                  <a:gd name="connsiteY0" fmla="*/ 1210 h 21540"/>
                  <a:gd name="connsiteX1" fmla="*/ 11435 w 99623"/>
                  <a:gd name="connsiteY1" fmla="*/ 25 h 21540"/>
                  <a:gd name="connsiteX2" fmla="*/ 19 w 99623"/>
                  <a:gd name="connsiteY2" fmla="*/ 10149 h 21540"/>
                  <a:gd name="connsiteX3" fmla="*/ 10143 w 99623"/>
                  <a:gd name="connsiteY3" fmla="*/ 21565 h 21540"/>
                  <a:gd name="connsiteX4" fmla="*/ 64370 w 99623"/>
                  <a:gd name="connsiteY4" fmla="*/ 23207 h 21540"/>
                  <a:gd name="connsiteX5" fmla="*/ 91753 w 99623"/>
                  <a:gd name="connsiteY5" fmla="*/ 22804 h 21540"/>
                  <a:gd name="connsiteX6" fmla="*/ 102200 w 99623"/>
                  <a:gd name="connsiteY6" fmla="*/ 11683 h 21540"/>
                  <a:gd name="connsiteX7" fmla="*/ 91080 w 99623"/>
                  <a:gd name="connsiteY7" fmla="*/ 1210 h 21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1540">
                    <a:moveTo>
                      <a:pt x="91080" y="1210"/>
                    </a:moveTo>
                    <a:cubicBezTo>
                      <a:pt x="64747" y="2017"/>
                      <a:pt x="37768" y="1613"/>
                      <a:pt x="11435" y="25"/>
                    </a:cubicBezTo>
                    <a:cubicBezTo>
                      <a:pt x="5458" y="-379"/>
                      <a:pt x="369" y="4198"/>
                      <a:pt x="19" y="10149"/>
                    </a:cubicBezTo>
                    <a:cubicBezTo>
                      <a:pt x="-331" y="16099"/>
                      <a:pt x="4192" y="21215"/>
                      <a:pt x="10143" y="21565"/>
                    </a:cubicBezTo>
                    <a:cubicBezTo>
                      <a:pt x="28075" y="22642"/>
                      <a:pt x="46303" y="23207"/>
                      <a:pt x="64370" y="23207"/>
                    </a:cubicBezTo>
                    <a:cubicBezTo>
                      <a:pt x="73498" y="23207"/>
                      <a:pt x="82706" y="23073"/>
                      <a:pt x="91753" y="22804"/>
                    </a:cubicBezTo>
                    <a:cubicBezTo>
                      <a:pt x="97704" y="22615"/>
                      <a:pt x="102389" y="17634"/>
                      <a:pt x="102200" y="11683"/>
                    </a:cubicBezTo>
                    <a:cubicBezTo>
                      <a:pt x="102012" y="5706"/>
                      <a:pt x="96977" y="1129"/>
                      <a:pt x="91080" y="121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C406B7D5-C7B5-47F2-8C0D-B46E52172201}"/>
                  </a:ext>
                </a:extLst>
              </p:cNvPr>
              <p:cNvSpPr/>
              <p:nvPr/>
            </p:nvSpPr>
            <p:spPr>
              <a:xfrm>
                <a:off x="1781865" y="3988112"/>
                <a:ext cx="88853" cy="64620"/>
              </a:xfrm>
              <a:custGeom>
                <a:avLst/>
                <a:gdLst>
                  <a:gd name="connsiteX0" fmla="*/ 84106 w 88853"/>
                  <a:gd name="connsiteY0" fmla="*/ 44958 h 64620"/>
                  <a:gd name="connsiteX1" fmla="*/ 17035 w 88853"/>
                  <a:gd name="connsiteY1" fmla="*/ 1986 h 64620"/>
                  <a:gd name="connsiteX2" fmla="*/ 1984 w 88853"/>
                  <a:gd name="connsiteY2" fmla="*/ 4544 h 64620"/>
                  <a:gd name="connsiteX3" fmla="*/ 4569 w 88853"/>
                  <a:gd name="connsiteY3" fmla="*/ 19595 h 64620"/>
                  <a:gd name="connsiteX4" fmla="*/ 73309 w 88853"/>
                  <a:gd name="connsiteY4" fmla="*/ 63644 h 64620"/>
                  <a:gd name="connsiteX5" fmla="*/ 78694 w 88853"/>
                  <a:gd name="connsiteY5" fmla="*/ 65098 h 64620"/>
                  <a:gd name="connsiteX6" fmla="*/ 88037 w 88853"/>
                  <a:gd name="connsiteY6" fmla="*/ 59713 h 64620"/>
                  <a:gd name="connsiteX7" fmla="*/ 84106 w 88853"/>
                  <a:gd name="connsiteY7" fmla="*/ 44958 h 6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853" h="64620">
                    <a:moveTo>
                      <a:pt x="84106" y="44958"/>
                    </a:moveTo>
                    <a:cubicBezTo>
                      <a:pt x="61220" y="31738"/>
                      <a:pt x="38656" y="17279"/>
                      <a:pt x="17035" y="1986"/>
                    </a:cubicBezTo>
                    <a:cubicBezTo>
                      <a:pt x="12162" y="-1461"/>
                      <a:pt x="5431" y="-303"/>
                      <a:pt x="1984" y="4544"/>
                    </a:cubicBezTo>
                    <a:cubicBezTo>
                      <a:pt x="-1462" y="9417"/>
                      <a:pt x="-305" y="16148"/>
                      <a:pt x="4569" y="19595"/>
                    </a:cubicBezTo>
                    <a:cubicBezTo>
                      <a:pt x="26701" y="35265"/>
                      <a:pt x="49830" y="50101"/>
                      <a:pt x="73309" y="63644"/>
                    </a:cubicBezTo>
                    <a:cubicBezTo>
                      <a:pt x="75005" y="64614"/>
                      <a:pt x="76863" y="65098"/>
                      <a:pt x="78694" y="65098"/>
                    </a:cubicBezTo>
                    <a:cubicBezTo>
                      <a:pt x="82410" y="65098"/>
                      <a:pt x="86045" y="63160"/>
                      <a:pt x="88037" y="59713"/>
                    </a:cubicBezTo>
                    <a:cubicBezTo>
                      <a:pt x="91053" y="54544"/>
                      <a:pt x="89276" y="47947"/>
                      <a:pt x="84106" y="4495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125F26B4-39FB-4E0A-B903-37AB401E74B7}"/>
                  </a:ext>
                </a:extLst>
              </p:cNvPr>
              <p:cNvSpPr/>
              <p:nvPr/>
            </p:nvSpPr>
            <p:spPr>
              <a:xfrm>
                <a:off x="1481753" y="3616234"/>
                <a:ext cx="56543" cy="91546"/>
              </a:xfrm>
              <a:custGeom>
                <a:avLst/>
                <a:gdLst>
                  <a:gd name="connsiteX0" fmla="*/ 20728 w 56542"/>
                  <a:gd name="connsiteY0" fmla="*/ 6577 h 91545"/>
                  <a:gd name="connsiteX1" fmla="*/ 6566 w 56542"/>
                  <a:gd name="connsiteY1" fmla="*/ 869 h 91545"/>
                  <a:gd name="connsiteX2" fmla="*/ 857 w 56542"/>
                  <a:gd name="connsiteY2" fmla="*/ 15031 h 91545"/>
                  <a:gd name="connsiteX3" fmla="*/ 36264 w 56542"/>
                  <a:gd name="connsiteY3" fmla="*/ 88564 h 91545"/>
                  <a:gd name="connsiteX4" fmla="*/ 45769 w 56542"/>
                  <a:gd name="connsiteY4" fmla="*/ 94218 h 91545"/>
                  <a:gd name="connsiteX5" fmla="*/ 50884 w 56542"/>
                  <a:gd name="connsiteY5" fmla="*/ 92926 h 91545"/>
                  <a:gd name="connsiteX6" fmla="*/ 55246 w 56542"/>
                  <a:gd name="connsiteY6" fmla="*/ 78306 h 91545"/>
                  <a:gd name="connsiteX7" fmla="*/ 20728 w 56542"/>
                  <a:gd name="connsiteY7" fmla="*/ 6577 h 91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542" h="91545">
                    <a:moveTo>
                      <a:pt x="20728" y="6577"/>
                    </a:moveTo>
                    <a:cubicBezTo>
                      <a:pt x="18386" y="1084"/>
                      <a:pt x="12058" y="-1474"/>
                      <a:pt x="6566" y="869"/>
                    </a:cubicBezTo>
                    <a:cubicBezTo>
                      <a:pt x="1073" y="3211"/>
                      <a:pt x="-1458" y="9539"/>
                      <a:pt x="857" y="15031"/>
                    </a:cubicBezTo>
                    <a:cubicBezTo>
                      <a:pt x="11466" y="39964"/>
                      <a:pt x="23367" y="64708"/>
                      <a:pt x="36264" y="88564"/>
                    </a:cubicBezTo>
                    <a:cubicBezTo>
                      <a:pt x="38203" y="92172"/>
                      <a:pt x="41918" y="94218"/>
                      <a:pt x="45769" y="94218"/>
                    </a:cubicBezTo>
                    <a:cubicBezTo>
                      <a:pt x="47492" y="94218"/>
                      <a:pt x="49242" y="93788"/>
                      <a:pt x="50884" y="92926"/>
                    </a:cubicBezTo>
                    <a:cubicBezTo>
                      <a:pt x="56135" y="90099"/>
                      <a:pt x="58073" y="83556"/>
                      <a:pt x="55246" y="78306"/>
                    </a:cubicBezTo>
                    <a:cubicBezTo>
                      <a:pt x="42699" y="55042"/>
                      <a:pt x="31094" y="30917"/>
                      <a:pt x="20728" y="6577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7DCED1C4-E4EA-488F-A573-94682A5E63C9}"/>
                  </a:ext>
                </a:extLst>
              </p:cNvPr>
              <p:cNvSpPr/>
              <p:nvPr/>
            </p:nvSpPr>
            <p:spPr>
              <a:xfrm>
                <a:off x="1659471" y="3883355"/>
                <a:ext cx="78083" cy="75391"/>
              </a:xfrm>
              <a:custGeom>
                <a:avLst/>
                <a:gdLst>
                  <a:gd name="connsiteX0" fmla="*/ 18536 w 78083"/>
                  <a:gd name="connsiteY0" fmla="*/ 3269 h 75390"/>
                  <a:gd name="connsiteX1" fmla="*/ 3269 w 78083"/>
                  <a:gd name="connsiteY1" fmla="*/ 3054 h 75390"/>
                  <a:gd name="connsiteX2" fmla="*/ 3054 w 78083"/>
                  <a:gd name="connsiteY2" fmla="*/ 18320 h 75390"/>
                  <a:gd name="connsiteX3" fmla="*/ 62558 w 78083"/>
                  <a:gd name="connsiteY3" fmla="*/ 74190 h 75390"/>
                  <a:gd name="connsiteX4" fmla="*/ 69559 w 78083"/>
                  <a:gd name="connsiteY4" fmla="*/ 76775 h 75390"/>
                  <a:gd name="connsiteX5" fmla="*/ 77771 w 78083"/>
                  <a:gd name="connsiteY5" fmla="*/ 73005 h 75390"/>
                  <a:gd name="connsiteX6" fmla="*/ 76586 w 78083"/>
                  <a:gd name="connsiteY6" fmla="*/ 57792 h 75390"/>
                  <a:gd name="connsiteX7" fmla="*/ 18536 w 78083"/>
                  <a:gd name="connsiteY7" fmla="*/ 3269 h 75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083" h="75390">
                    <a:moveTo>
                      <a:pt x="18536" y="3269"/>
                    </a:moveTo>
                    <a:cubicBezTo>
                      <a:pt x="14389" y="-1012"/>
                      <a:pt x="7550" y="-1093"/>
                      <a:pt x="3269" y="3054"/>
                    </a:cubicBezTo>
                    <a:cubicBezTo>
                      <a:pt x="-1012" y="7200"/>
                      <a:pt x="-1093" y="14039"/>
                      <a:pt x="3054" y="18320"/>
                    </a:cubicBezTo>
                    <a:cubicBezTo>
                      <a:pt x="21955" y="37760"/>
                      <a:pt x="41961" y="56554"/>
                      <a:pt x="62558" y="74190"/>
                    </a:cubicBezTo>
                    <a:cubicBezTo>
                      <a:pt x="64605" y="75940"/>
                      <a:pt x="67082" y="76775"/>
                      <a:pt x="69559" y="76775"/>
                    </a:cubicBezTo>
                    <a:cubicBezTo>
                      <a:pt x="72601" y="76775"/>
                      <a:pt x="75617" y="75482"/>
                      <a:pt x="77771" y="73005"/>
                    </a:cubicBezTo>
                    <a:cubicBezTo>
                      <a:pt x="81648" y="68482"/>
                      <a:pt x="81110" y="61670"/>
                      <a:pt x="76586" y="57792"/>
                    </a:cubicBezTo>
                    <a:cubicBezTo>
                      <a:pt x="56527" y="40587"/>
                      <a:pt x="36979" y="22224"/>
                      <a:pt x="18536" y="3269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C25F6491-5964-417B-80AB-26A37CDE0725}"/>
                  </a:ext>
                </a:extLst>
              </p:cNvPr>
              <p:cNvSpPr/>
              <p:nvPr/>
            </p:nvSpPr>
            <p:spPr>
              <a:xfrm>
                <a:off x="1558285" y="3758017"/>
                <a:ext cx="67313" cy="86161"/>
              </a:xfrm>
              <a:custGeom>
                <a:avLst/>
                <a:gdLst>
                  <a:gd name="connsiteX0" fmla="*/ 19775 w 67312"/>
                  <a:gd name="connsiteY0" fmla="*/ 4805 h 86160"/>
                  <a:gd name="connsiteX1" fmla="*/ 4805 w 67312"/>
                  <a:gd name="connsiteY1" fmla="*/ 1816 h 86160"/>
                  <a:gd name="connsiteX2" fmla="*/ 1816 w 67312"/>
                  <a:gd name="connsiteY2" fmla="*/ 16787 h 86160"/>
                  <a:gd name="connsiteX3" fmla="*/ 50120 w 67312"/>
                  <a:gd name="connsiteY3" fmla="*/ 82565 h 86160"/>
                  <a:gd name="connsiteX4" fmla="*/ 58521 w 67312"/>
                  <a:gd name="connsiteY4" fmla="*/ 86577 h 86160"/>
                  <a:gd name="connsiteX5" fmla="*/ 65279 w 67312"/>
                  <a:gd name="connsiteY5" fmla="*/ 84180 h 86160"/>
                  <a:gd name="connsiteX6" fmla="*/ 66894 w 67312"/>
                  <a:gd name="connsiteY6" fmla="*/ 69021 h 86160"/>
                  <a:gd name="connsiteX7" fmla="*/ 19775 w 67312"/>
                  <a:gd name="connsiteY7" fmla="*/ 4805 h 86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312" h="86160">
                    <a:moveTo>
                      <a:pt x="19775" y="4805"/>
                    </a:moveTo>
                    <a:cubicBezTo>
                      <a:pt x="16464" y="-149"/>
                      <a:pt x="9786" y="-1496"/>
                      <a:pt x="4805" y="1816"/>
                    </a:cubicBezTo>
                    <a:cubicBezTo>
                      <a:pt x="-149" y="5128"/>
                      <a:pt x="-1496" y="11805"/>
                      <a:pt x="1816" y="16787"/>
                    </a:cubicBezTo>
                    <a:cubicBezTo>
                      <a:pt x="16840" y="39350"/>
                      <a:pt x="33103" y="61482"/>
                      <a:pt x="50120" y="82565"/>
                    </a:cubicBezTo>
                    <a:cubicBezTo>
                      <a:pt x="52247" y="85204"/>
                      <a:pt x="55370" y="86577"/>
                      <a:pt x="58521" y="86577"/>
                    </a:cubicBezTo>
                    <a:cubicBezTo>
                      <a:pt x="60890" y="86577"/>
                      <a:pt x="63286" y="85796"/>
                      <a:pt x="65279" y="84180"/>
                    </a:cubicBezTo>
                    <a:cubicBezTo>
                      <a:pt x="69910" y="80438"/>
                      <a:pt x="70637" y="73653"/>
                      <a:pt x="66894" y="69021"/>
                    </a:cubicBezTo>
                    <a:cubicBezTo>
                      <a:pt x="50282" y="48424"/>
                      <a:pt x="34423" y="26830"/>
                      <a:pt x="19775" y="480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10584441-DEEB-45C6-BFBF-7B76AB0180B7}"/>
                  </a:ext>
                </a:extLst>
              </p:cNvPr>
              <p:cNvSpPr/>
              <p:nvPr/>
            </p:nvSpPr>
            <p:spPr>
              <a:xfrm>
                <a:off x="1432756" y="3462832"/>
                <a:ext cx="40388" cy="96931"/>
              </a:xfrm>
              <a:custGeom>
                <a:avLst/>
                <a:gdLst>
                  <a:gd name="connsiteX0" fmla="*/ 21314 w 40387"/>
                  <a:gd name="connsiteY0" fmla="*/ 8470 h 96930"/>
                  <a:gd name="connsiteX1" fmla="*/ 8470 w 40387"/>
                  <a:gd name="connsiteY1" fmla="*/ 258 h 96930"/>
                  <a:gd name="connsiteX2" fmla="*/ 258 w 40387"/>
                  <a:gd name="connsiteY2" fmla="*/ 13101 h 96930"/>
                  <a:gd name="connsiteX3" fmla="*/ 21475 w 40387"/>
                  <a:gd name="connsiteY3" fmla="*/ 91911 h 96930"/>
                  <a:gd name="connsiteX4" fmla="*/ 31761 w 40387"/>
                  <a:gd name="connsiteY4" fmla="*/ 99424 h 96930"/>
                  <a:gd name="connsiteX5" fmla="*/ 35045 w 40387"/>
                  <a:gd name="connsiteY5" fmla="*/ 98912 h 96930"/>
                  <a:gd name="connsiteX6" fmla="*/ 42046 w 40387"/>
                  <a:gd name="connsiteY6" fmla="*/ 85342 h 96930"/>
                  <a:gd name="connsiteX7" fmla="*/ 21314 w 40387"/>
                  <a:gd name="connsiteY7" fmla="*/ 8470 h 96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387" h="96930">
                    <a:moveTo>
                      <a:pt x="21314" y="8470"/>
                    </a:moveTo>
                    <a:cubicBezTo>
                      <a:pt x="20021" y="2654"/>
                      <a:pt x="14286" y="-1034"/>
                      <a:pt x="8470" y="258"/>
                    </a:cubicBezTo>
                    <a:cubicBezTo>
                      <a:pt x="2654" y="1551"/>
                      <a:pt x="-1034" y="7286"/>
                      <a:pt x="258" y="13101"/>
                    </a:cubicBezTo>
                    <a:cubicBezTo>
                      <a:pt x="6074" y="39596"/>
                      <a:pt x="13209" y="66117"/>
                      <a:pt x="21475" y="91911"/>
                    </a:cubicBezTo>
                    <a:cubicBezTo>
                      <a:pt x="22929" y="96489"/>
                      <a:pt x="27183" y="99424"/>
                      <a:pt x="31761" y="99424"/>
                    </a:cubicBezTo>
                    <a:cubicBezTo>
                      <a:pt x="32838" y="99424"/>
                      <a:pt x="33968" y="99262"/>
                      <a:pt x="35045" y="98912"/>
                    </a:cubicBezTo>
                    <a:cubicBezTo>
                      <a:pt x="40727" y="97108"/>
                      <a:pt x="43850" y="91023"/>
                      <a:pt x="42046" y="85342"/>
                    </a:cubicBezTo>
                    <a:cubicBezTo>
                      <a:pt x="33942" y="60167"/>
                      <a:pt x="26995" y="34292"/>
                      <a:pt x="21314" y="847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550DBBAD-A847-4F20-85EF-13F8D4DA8C3D}"/>
                  </a:ext>
                </a:extLst>
              </p:cNvPr>
              <p:cNvSpPr/>
              <p:nvPr/>
            </p:nvSpPr>
            <p:spPr>
              <a:xfrm>
                <a:off x="2949342" y="3779945"/>
                <a:ext cx="70005" cy="83468"/>
              </a:xfrm>
              <a:custGeom>
                <a:avLst/>
                <a:gdLst>
                  <a:gd name="connsiteX0" fmla="*/ 66738 w 70005"/>
                  <a:gd name="connsiteY0" fmla="*/ 1993 h 83468"/>
                  <a:gd name="connsiteX1" fmla="*/ 51687 w 70005"/>
                  <a:gd name="connsiteY1" fmla="*/ 4551 h 83468"/>
                  <a:gd name="connsiteX2" fmla="*/ 2602 w 70005"/>
                  <a:gd name="connsiteY2" fmla="*/ 67287 h 83468"/>
                  <a:gd name="connsiteX3" fmla="*/ 3760 w 70005"/>
                  <a:gd name="connsiteY3" fmla="*/ 82500 h 83468"/>
                  <a:gd name="connsiteX4" fmla="*/ 10788 w 70005"/>
                  <a:gd name="connsiteY4" fmla="*/ 85111 h 83468"/>
                  <a:gd name="connsiteX5" fmla="*/ 18973 w 70005"/>
                  <a:gd name="connsiteY5" fmla="*/ 81342 h 83468"/>
                  <a:gd name="connsiteX6" fmla="*/ 69269 w 70005"/>
                  <a:gd name="connsiteY6" fmla="*/ 17044 h 83468"/>
                  <a:gd name="connsiteX7" fmla="*/ 66738 w 70005"/>
                  <a:gd name="connsiteY7" fmla="*/ 1993 h 83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005" h="83468">
                    <a:moveTo>
                      <a:pt x="66738" y="1993"/>
                    </a:moveTo>
                    <a:cubicBezTo>
                      <a:pt x="61892" y="-1453"/>
                      <a:pt x="55133" y="-322"/>
                      <a:pt x="51687" y="4551"/>
                    </a:cubicBezTo>
                    <a:cubicBezTo>
                      <a:pt x="36367" y="26118"/>
                      <a:pt x="19862" y="47228"/>
                      <a:pt x="2602" y="67287"/>
                    </a:cubicBezTo>
                    <a:cubicBezTo>
                      <a:pt x="-1275" y="71810"/>
                      <a:pt x="-763" y="78622"/>
                      <a:pt x="3760" y="82500"/>
                    </a:cubicBezTo>
                    <a:cubicBezTo>
                      <a:pt x="5807" y="84250"/>
                      <a:pt x="8311" y="85111"/>
                      <a:pt x="10788" y="85111"/>
                    </a:cubicBezTo>
                    <a:cubicBezTo>
                      <a:pt x="13830" y="85111"/>
                      <a:pt x="16846" y="83846"/>
                      <a:pt x="18973" y="81342"/>
                    </a:cubicBezTo>
                    <a:cubicBezTo>
                      <a:pt x="36636" y="60771"/>
                      <a:pt x="53572" y="39150"/>
                      <a:pt x="69269" y="17044"/>
                    </a:cubicBezTo>
                    <a:cubicBezTo>
                      <a:pt x="72742" y="12198"/>
                      <a:pt x="71585" y="5467"/>
                      <a:pt x="66738" y="199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0A5CE2BF-C3BD-45B7-95A2-67836C182E58}"/>
                  </a:ext>
                </a:extLst>
              </p:cNvPr>
              <p:cNvSpPr/>
              <p:nvPr/>
            </p:nvSpPr>
            <p:spPr>
              <a:xfrm>
                <a:off x="3042678" y="3640552"/>
                <a:ext cx="56543" cy="91546"/>
              </a:xfrm>
              <a:custGeom>
                <a:avLst/>
                <a:gdLst>
                  <a:gd name="connsiteX0" fmla="*/ 52508 w 56542"/>
                  <a:gd name="connsiteY0" fmla="*/ 998 h 91545"/>
                  <a:gd name="connsiteX1" fmla="*/ 38184 w 56542"/>
                  <a:gd name="connsiteY1" fmla="*/ 6276 h 91545"/>
                  <a:gd name="connsiteX2" fmla="*/ 1458 w 56542"/>
                  <a:gd name="connsiteY2" fmla="*/ 76954 h 91545"/>
                  <a:gd name="connsiteX3" fmla="*/ 5389 w 56542"/>
                  <a:gd name="connsiteY3" fmla="*/ 91709 h 91545"/>
                  <a:gd name="connsiteX4" fmla="*/ 10801 w 56542"/>
                  <a:gd name="connsiteY4" fmla="*/ 93163 h 91545"/>
                  <a:gd name="connsiteX5" fmla="*/ 20144 w 56542"/>
                  <a:gd name="connsiteY5" fmla="*/ 87778 h 91545"/>
                  <a:gd name="connsiteX6" fmla="*/ 57786 w 56542"/>
                  <a:gd name="connsiteY6" fmla="*/ 15323 h 91545"/>
                  <a:gd name="connsiteX7" fmla="*/ 52508 w 56542"/>
                  <a:gd name="connsiteY7" fmla="*/ 998 h 91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542" h="91545">
                    <a:moveTo>
                      <a:pt x="52508" y="998"/>
                    </a:moveTo>
                    <a:cubicBezTo>
                      <a:pt x="47096" y="-1506"/>
                      <a:pt x="40688" y="864"/>
                      <a:pt x="38184" y="6276"/>
                    </a:cubicBezTo>
                    <a:cubicBezTo>
                      <a:pt x="27091" y="30293"/>
                      <a:pt x="14732" y="54068"/>
                      <a:pt x="1458" y="76954"/>
                    </a:cubicBezTo>
                    <a:cubicBezTo>
                      <a:pt x="-1531" y="82097"/>
                      <a:pt x="220" y="88721"/>
                      <a:pt x="5389" y="91709"/>
                    </a:cubicBezTo>
                    <a:cubicBezTo>
                      <a:pt x="7085" y="92706"/>
                      <a:pt x="8943" y="93163"/>
                      <a:pt x="10801" y="93163"/>
                    </a:cubicBezTo>
                    <a:cubicBezTo>
                      <a:pt x="14517" y="93163"/>
                      <a:pt x="18152" y="91225"/>
                      <a:pt x="20144" y="87778"/>
                    </a:cubicBezTo>
                    <a:cubicBezTo>
                      <a:pt x="33768" y="64300"/>
                      <a:pt x="46423" y="39932"/>
                      <a:pt x="57786" y="15323"/>
                    </a:cubicBezTo>
                    <a:cubicBezTo>
                      <a:pt x="60263" y="9911"/>
                      <a:pt x="57920" y="3503"/>
                      <a:pt x="52508" y="99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3964BD7-E7C3-48F7-A8A9-32AB952D0E04}"/>
                  </a:ext>
                </a:extLst>
              </p:cNvPr>
              <p:cNvSpPr/>
              <p:nvPr/>
            </p:nvSpPr>
            <p:spPr>
              <a:xfrm>
                <a:off x="3110263" y="3488610"/>
                <a:ext cx="43080" cy="96931"/>
              </a:xfrm>
              <a:custGeom>
                <a:avLst/>
                <a:gdLst>
                  <a:gd name="connsiteX0" fmla="*/ 36755 w 43080"/>
                  <a:gd name="connsiteY0" fmla="*/ 329 h 96930"/>
                  <a:gd name="connsiteX1" fmla="*/ 23669 w 43080"/>
                  <a:gd name="connsiteY1" fmla="*/ 8164 h 96930"/>
                  <a:gd name="connsiteX2" fmla="*/ 621 w 43080"/>
                  <a:gd name="connsiteY2" fmla="*/ 84416 h 96930"/>
                  <a:gd name="connsiteX3" fmla="*/ 7191 w 43080"/>
                  <a:gd name="connsiteY3" fmla="*/ 98175 h 96930"/>
                  <a:gd name="connsiteX4" fmla="*/ 10799 w 43080"/>
                  <a:gd name="connsiteY4" fmla="*/ 98794 h 96930"/>
                  <a:gd name="connsiteX5" fmla="*/ 20977 w 43080"/>
                  <a:gd name="connsiteY5" fmla="*/ 91605 h 96930"/>
                  <a:gd name="connsiteX6" fmla="*/ 44590 w 43080"/>
                  <a:gd name="connsiteY6" fmla="*/ 13415 h 96930"/>
                  <a:gd name="connsiteX7" fmla="*/ 36755 w 43080"/>
                  <a:gd name="connsiteY7" fmla="*/ 329 h 96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080" h="96930">
                    <a:moveTo>
                      <a:pt x="36755" y="329"/>
                    </a:moveTo>
                    <a:cubicBezTo>
                      <a:pt x="30966" y="-1125"/>
                      <a:pt x="25123" y="2375"/>
                      <a:pt x="23669" y="8164"/>
                    </a:cubicBezTo>
                    <a:cubicBezTo>
                      <a:pt x="17207" y="33824"/>
                      <a:pt x="9453" y="59484"/>
                      <a:pt x="621" y="84416"/>
                    </a:cubicBezTo>
                    <a:cubicBezTo>
                      <a:pt x="-1371" y="90044"/>
                      <a:pt x="1591" y="96210"/>
                      <a:pt x="7191" y="98175"/>
                    </a:cubicBezTo>
                    <a:cubicBezTo>
                      <a:pt x="8376" y="98606"/>
                      <a:pt x="9587" y="98794"/>
                      <a:pt x="10799" y="98794"/>
                    </a:cubicBezTo>
                    <a:cubicBezTo>
                      <a:pt x="15242" y="98794"/>
                      <a:pt x="19415" y="96021"/>
                      <a:pt x="20977" y="91605"/>
                    </a:cubicBezTo>
                    <a:cubicBezTo>
                      <a:pt x="30024" y="66026"/>
                      <a:pt x="37966" y="39721"/>
                      <a:pt x="44590" y="13415"/>
                    </a:cubicBezTo>
                    <a:cubicBezTo>
                      <a:pt x="46044" y="7653"/>
                      <a:pt x="42544" y="1783"/>
                      <a:pt x="36755" y="329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DFA5479B-E325-47BC-86C5-330F52F6FF1B}"/>
                  </a:ext>
                </a:extLst>
              </p:cNvPr>
              <p:cNvSpPr/>
              <p:nvPr/>
            </p:nvSpPr>
            <p:spPr>
              <a:xfrm>
                <a:off x="2393650" y="4128208"/>
                <a:ext cx="99623" cy="35003"/>
              </a:xfrm>
              <a:custGeom>
                <a:avLst/>
                <a:gdLst>
                  <a:gd name="connsiteX0" fmla="*/ 87992 w 99623"/>
                  <a:gd name="connsiteY0" fmla="*/ 258 h 35002"/>
                  <a:gd name="connsiteX1" fmla="*/ 9479 w 99623"/>
                  <a:gd name="connsiteY1" fmla="*/ 13586 h 35002"/>
                  <a:gd name="connsiteX2" fmla="*/ 82 w 99623"/>
                  <a:gd name="connsiteY2" fmla="*/ 25595 h 35002"/>
                  <a:gd name="connsiteX3" fmla="*/ 10771 w 99623"/>
                  <a:gd name="connsiteY3" fmla="*/ 35072 h 35002"/>
                  <a:gd name="connsiteX4" fmla="*/ 12090 w 99623"/>
                  <a:gd name="connsiteY4" fmla="*/ 34992 h 35002"/>
                  <a:gd name="connsiteX5" fmla="*/ 92570 w 99623"/>
                  <a:gd name="connsiteY5" fmla="*/ 21314 h 35002"/>
                  <a:gd name="connsiteX6" fmla="*/ 100809 w 99623"/>
                  <a:gd name="connsiteY6" fmla="*/ 8470 h 35002"/>
                  <a:gd name="connsiteX7" fmla="*/ 87992 w 99623"/>
                  <a:gd name="connsiteY7" fmla="*/ 258 h 35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35002">
                    <a:moveTo>
                      <a:pt x="87992" y="258"/>
                    </a:moveTo>
                    <a:cubicBezTo>
                      <a:pt x="62171" y="5886"/>
                      <a:pt x="35758" y="10382"/>
                      <a:pt x="9479" y="13586"/>
                    </a:cubicBezTo>
                    <a:cubicBezTo>
                      <a:pt x="3555" y="14313"/>
                      <a:pt x="-645" y="19698"/>
                      <a:pt x="82" y="25595"/>
                    </a:cubicBezTo>
                    <a:cubicBezTo>
                      <a:pt x="755" y="31061"/>
                      <a:pt x="5413" y="35072"/>
                      <a:pt x="10771" y="35072"/>
                    </a:cubicBezTo>
                    <a:cubicBezTo>
                      <a:pt x="11202" y="35072"/>
                      <a:pt x="11660" y="35045"/>
                      <a:pt x="12090" y="34992"/>
                    </a:cubicBezTo>
                    <a:cubicBezTo>
                      <a:pt x="39016" y="31680"/>
                      <a:pt x="66102" y="27103"/>
                      <a:pt x="92570" y="21314"/>
                    </a:cubicBezTo>
                    <a:cubicBezTo>
                      <a:pt x="98386" y="20048"/>
                      <a:pt x="102074" y="14286"/>
                      <a:pt x="100809" y="8470"/>
                    </a:cubicBezTo>
                    <a:cubicBezTo>
                      <a:pt x="99543" y="2654"/>
                      <a:pt x="93808" y="-1034"/>
                      <a:pt x="87992" y="25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0A1DCA5F-6FB3-4C13-9A62-770F386B0029}"/>
                  </a:ext>
                </a:extLst>
              </p:cNvPr>
              <p:cNvSpPr/>
              <p:nvPr/>
            </p:nvSpPr>
            <p:spPr>
              <a:xfrm>
                <a:off x="2833622" y="3902182"/>
                <a:ext cx="80776" cy="72698"/>
              </a:xfrm>
              <a:custGeom>
                <a:avLst/>
                <a:gdLst>
                  <a:gd name="connsiteX0" fmla="*/ 63719 w 80775"/>
                  <a:gd name="connsiteY0" fmla="*/ 3047 h 72698"/>
                  <a:gd name="connsiteX1" fmla="*/ 4025 w 80775"/>
                  <a:gd name="connsiteY1" fmla="*/ 55766 h 72698"/>
                  <a:gd name="connsiteX2" fmla="*/ 2383 w 80775"/>
                  <a:gd name="connsiteY2" fmla="*/ 70925 h 72698"/>
                  <a:gd name="connsiteX3" fmla="*/ 10784 w 80775"/>
                  <a:gd name="connsiteY3" fmla="*/ 74937 h 72698"/>
                  <a:gd name="connsiteX4" fmla="*/ 17542 w 80775"/>
                  <a:gd name="connsiteY4" fmla="*/ 72541 h 72698"/>
                  <a:gd name="connsiteX5" fmla="*/ 78716 w 80775"/>
                  <a:gd name="connsiteY5" fmla="*/ 18502 h 72698"/>
                  <a:gd name="connsiteX6" fmla="*/ 78958 w 80775"/>
                  <a:gd name="connsiteY6" fmla="*/ 3235 h 72698"/>
                  <a:gd name="connsiteX7" fmla="*/ 63719 w 80775"/>
                  <a:gd name="connsiteY7" fmla="*/ 3047 h 7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775" h="72698">
                    <a:moveTo>
                      <a:pt x="63719" y="3047"/>
                    </a:moveTo>
                    <a:cubicBezTo>
                      <a:pt x="44709" y="21464"/>
                      <a:pt x="24623" y="39207"/>
                      <a:pt x="4025" y="55766"/>
                    </a:cubicBezTo>
                    <a:cubicBezTo>
                      <a:pt x="-606" y="59509"/>
                      <a:pt x="-1360" y="66294"/>
                      <a:pt x="2383" y="70925"/>
                    </a:cubicBezTo>
                    <a:cubicBezTo>
                      <a:pt x="4510" y="73564"/>
                      <a:pt x="7633" y="74937"/>
                      <a:pt x="10784" y="74937"/>
                    </a:cubicBezTo>
                    <a:cubicBezTo>
                      <a:pt x="13153" y="74937"/>
                      <a:pt x="15549" y="74156"/>
                      <a:pt x="17542" y="72541"/>
                    </a:cubicBezTo>
                    <a:cubicBezTo>
                      <a:pt x="38651" y="55551"/>
                      <a:pt x="59249" y="37377"/>
                      <a:pt x="78716" y="18502"/>
                    </a:cubicBezTo>
                    <a:cubicBezTo>
                      <a:pt x="82997" y="14356"/>
                      <a:pt x="83105" y="7516"/>
                      <a:pt x="78958" y="3235"/>
                    </a:cubicBezTo>
                    <a:cubicBezTo>
                      <a:pt x="74839" y="-992"/>
                      <a:pt x="68000" y="-1100"/>
                      <a:pt x="63719" y="3047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5CB5B210-849F-4AA0-9D11-5BA105E068BB}"/>
                  </a:ext>
                </a:extLst>
              </p:cNvPr>
              <p:cNvSpPr/>
              <p:nvPr/>
            </p:nvSpPr>
            <p:spPr>
              <a:xfrm>
                <a:off x="2551032" y="4079443"/>
                <a:ext cx="96931" cy="48465"/>
              </a:xfrm>
              <a:custGeom>
                <a:avLst/>
                <a:gdLst>
                  <a:gd name="connsiteX0" fmla="*/ 82226 w 96930"/>
                  <a:gd name="connsiteY0" fmla="*/ 853 h 48465"/>
                  <a:gd name="connsiteX1" fmla="*/ 7536 w 96930"/>
                  <a:gd name="connsiteY1" fmla="*/ 28478 h 48465"/>
                  <a:gd name="connsiteX2" fmla="*/ 508 w 96930"/>
                  <a:gd name="connsiteY2" fmla="*/ 42022 h 48465"/>
                  <a:gd name="connsiteX3" fmla="*/ 10794 w 96930"/>
                  <a:gd name="connsiteY3" fmla="*/ 49534 h 48465"/>
                  <a:gd name="connsiteX4" fmla="*/ 14052 w 96930"/>
                  <a:gd name="connsiteY4" fmla="*/ 49022 h 48465"/>
                  <a:gd name="connsiteX5" fmla="*/ 90627 w 96930"/>
                  <a:gd name="connsiteY5" fmla="*/ 20724 h 48465"/>
                  <a:gd name="connsiteX6" fmla="*/ 96362 w 96930"/>
                  <a:gd name="connsiteY6" fmla="*/ 6588 h 48465"/>
                  <a:gd name="connsiteX7" fmla="*/ 82226 w 96930"/>
                  <a:gd name="connsiteY7" fmla="*/ 853 h 48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930" h="48465">
                    <a:moveTo>
                      <a:pt x="82226" y="853"/>
                    </a:moveTo>
                    <a:cubicBezTo>
                      <a:pt x="57886" y="11166"/>
                      <a:pt x="32738" y="20455"/>
                      <a:pt x="7536" y="28478"/>
                    </a:cubicBezTo>
                    <a:cubicBezTo>
                      <a:pt x="1855" y="30283"/>
                      <a:pt x="-1296" y="36341"/>
                      <a:pt x="508" y="42022"/>
                    </a:cubicBezTo>
                    <a:cubicBezTo>
                      <a:pt x="1962" y="46626"/>
                      <a:pt x="6216" y="49534"/>
                      <a:pt x="10794" y="49534"/>
                    </a:cubicBezTo>
                    <a:cubicBezTo>
                      <a:pt x="11871" y="49534"/>
                      <a:pt x="12975" y="49372"/>
                      <a:pt x="14052" y="49022"/>
                    </a:cubicBezTo>
                    <a:cubicBezTo>
                      <a:pt x="39900" y="40810"/>
                      <a:pt x="65667" y="31279"/>
                      <a:pt x="90627" y="20724"/>
                    </a:cubicBezTo>
                    <a:cubicBezTo>
                      <a:pt x="96120" y="18408"/>
                      <a:pt x="98678" y="12081"/>
                      <a:pt x="96362" y="6588"/>
                    </a:cubicBezTo>
                    <a:cubicBezTo>
                      <a:pt x="94046" y="1096"/>
                      <a:pt x="87719" y="-1462"/>
                      <a:pt x="82226" y="85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B4412488-D825-402C-BEF4-4FAFA1D051B3}"/>
                  </a:ext>
                </a:extLst>
              </p:cNvPr>
              <p:cNvSpPr/>
              <p:nvPr/>
            </p:nvSpPr>
            <p:spPr>
              <a:xfrm>
                <a:off x="2699386" y="4003165"/>
                <a:ext cx="88853" cy="61928"/>
              </a:xfrm>
              <a:custGeom>
                <a:avLst/>
                <a:gdLst>
                  <a:gd name="connsiteX0" fmla="*/ 73990 w 88853"/>
                  <a:gd name="connsiteY0" fmla="*/ 1795 h 61927"/>
                  <a:gd name="connsiteX1" fmla="*/ 5681 w 88853"/>
                  <a:gd name="connsiteY1" fmla="*/ 42694 h 61927"/>
                  <a:gd name="connsiteX2" fmla="*/ 1292 w 88853"/>
                  <a:gd name="connsiteY2" fmla="*/ 57314 h 61927"/>
                  <a:gd name="connsiteX3" fmla="*/ 10797 w 88853"/>
                  <a:gd name="connsiteY3" fmla="*/ 62996 h 61927"/>
                  <a:gd name="connsiteX4" fmla="*/ 15886 w 88853"/>
                  <a:gd name="connsiteY4" fmla="*/ 61703 h 61927"/>
                  <a:gd name="connsiteX5" fmla="*/ 85918 w 88853"/>
                  <a:gd name="connsiteY5" fmla="*/ 19781 h 61927"/>
                  <a:gd name="connsiteX6" fmla="*/ 88934 w 88853"/>
                  <a:gd name="connsiteY6" fmla="*/ 4837 h 61927"/>
                  <a:gd name="connsiteX7" fmla="*/ 73990 w 88853"/>
                  <a:gd name="connsiteY7" fmla="*/ 1795 h 61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853" h="61927">
                    <a:moveTo>
                      <a:pt x="73990" y="1795"/>
                    </a:moveTo>
                    <a:cubicBezTo>
                      <a:pt x="51939" y="16415"/>
                      <a:pt x="28945" y="30174"/>
                      <a:pt x="5681" y="42694"/>
                    </a:cubicBezTo>
                    <a:cubicBezTo>
                      <a:pt x="431" y="45521"/>
                      <a:pt x="-1535" y="52064"/>
                      <a:pt x="1292" y="57314"/>
                    </a:cubicBezTo>
                    <a:cubicBezTo>
                      <a:pt x="3231" y="60949"/>
                      <a:pt x="6947" y="62996"/>
                      <a:pt x="10797" y="62996"/>
                    </a:cubicBezTo>
                    <a:cubicBezTo>
                      <a:pt x="12520" y="62996"/>
                      <a:pt x="14270" y="62592"/>
                      <a:pt x="15886" y="61703"/>
                    </a:cubicBezTo>
                    <a:cubicBezTo>
                      <a:pt x="39742" y="48860"/>
                      <a:pt x="63301" y="34778"/>
                      <a:pt x="85918" y="19781"/>
                    </a:cubicBezTo>
                    <a:cubicBezTo>
                      <a:pt x="90873" y="16496"/>
                      <a:pt x="92246" y="9791"/>
                      <a:pt x="88934" y="4837"/>
                    </a:cubicBezTo>
                    <a:cubicBezTo>
                      <a:pt x="85649" y="-144"/>
                      <a:pt x="78945" y="-1490"/>
                      <a:pt x="73990" y="179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4F1F02B6-F258-4774-B536-E7B0ED2E2828}"/>
                  </a:ext>
                </a:extLst>
              </p:cNvPr>
              <p:cNvSpPr/>
              <p:nvPr/>
            </p:nvSpPr>
            <p:spPr>
              <a:xfrm>
                <a:off x="1414996" y="3342437"/>
                <a:ext cx="24233" cy="59235"/>
              </a:xfrm>
              <a:custGeom>
                <a:avLst/>
                <a:gdLst>
                  <a:gd name="connsiteX0" fmla="*/ 25531 w 24232"/>
                  <a:gd name="connsiteY0" fmla="*/ 49733 h 59235"/>
                  <a:gd name="connsiteX1" fmla="*/ 21546 w 24232"/>
                  <a:gd name="connsiteY1" fmla="*/ 9964 h 59235"/>
                  <a:gd name="connsiteX2" fmla="*/ 9968 w 24232"/>
                  <a:gd name="connsiteY2" fmla="*/ 29 h 59235"/>
                  <a:gd name="connsiteX3" fmla="*/ 32 w 24232"/>
                  <a:gd name="connsiteY3" fmla="*/ 11607 h 59235"/>
                  <a:gd name="connsiteX4" fmla="*/ 4125 w 24232"/>
                  <a:gd name="connsiteY4" fmla="*/ 52372 h 59235"/>
                  <a:gd name="connsiteX5" fmla="*/ 14814 w 24232"/>
                  <a:gd name="connsiteY5" fmla="*/ 61849 h 59235"/>
                  <a:gd name="connsiteX6" fmla="*/ 16161 w 24232"/>
                  <a:gd name="connsiteY6" fmla="*/ 61768 h 59235"/>
                  <a:gd name="connsiteX7" fmla="*/ 25531 w 24232"/>
                  <a:gd name="connsiteY7" fmla="*/ 49733 h 5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32" h="59235">
                    <a:moveTo>
                      <a:pt x="25531" y="49733"/>
                    </a:moveTo>
                    <a:cubicBezTo>
                      <a:pt x="23915" y="36593"/>
                      <a:pt x="22569" y="23212"/>
                      <a:pt x="21546" y="9964"/>
                    </a:cubicBezTo>
                    <a:cubicBezTo>
                      <a:pt x="21088" y="4014"/>
                      <a:pt x="15918" y="-402"/>
                      <a:pt x="9968" y="29"/>
                    </a:cubicBezTo>
                    <a:cubicBezTo>
                      <a:pt x="4017" y="487"/>
                      <a:pt x="-425" y="5683"/>
                      <a:pt x="32" y="11607"/>
                    </a:cubicBezTo>
                    <a:cubicBezTo>
                      <a:pt x="1083" y="25177"/>
                      <a:pt x="2456" y="38882"/>
                      <a:pt x="4125" y="52372"/>
                    </a:cubicBezTo>
                    <a:cubicBezTo>
                      <a:pt x="4798" y="57837"/>
                      <a:pt x="9456" y="61849"/>
                      <a:pt x="14814" y="61849"/>
                    </a:cubicBezTo>
                    <a:cubicBezTo>
                      <a:pt x="15245" y="61849"/>
                      <a:pt x="15703" y="61822"/>
                      <a:pt x="16161" y="61768"/>
                    </a:cubicBezTo>
                    <a:cubicBezTo>
                      <a:pt x="22057" y="61015"/>
                      <a:pt x="26258" y="55630"/>
                      <a:pt x="25531" y="4973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85BB3E2D-AB85-4A35-9FA3-0409087D30F8}"/>
                </a:ext>
              </a:extLst>
            </p:cNvPr>
            <p:cNvSpPr/>
            <p:nvPr/>
          </p:nvSpPr>
          <p:spPr>
            <a:xfrm>
              <a:off x="1500258" y="2391145"/>
              <a:ext cx="2046314" cy="1093163"/>
            </a:xfrm>
            <a:custGeom>
              <a:avLst/>
              <a:gdLst>
                <a:gd name="connsiteX0" fmla="*/ 2048522 w 2046313"/>
                <a:gd name="connsiteY0" fmla="*/ 896528 h 1093162"/>
                <a:gd name="connsiteX1" fmla="*/ 1846233 w 2046313"/>
                <a:gd name="connsiteY1" fmla="*/ 698278 h 1093162"/>
                <a:gd name="connsiteX2" fmla="*/ 1846233 w 2046313"/>
                <a:gd name="connsiteY2" fmla="*/ 873830 h 1093162"/>
                <a:gd name="connsiteX3" fmla="*/ 1787913 w 2046313"/>
                <a:gd name="connsiteY3" fmla="*/ 873830 h 1093162"/>
                <a:gd name="connsiteX4" fmla="*/ 1526281 w 2046313"/>
                <a:gd name="connsiteY4" fmla="*/ 261874 h 1093162"/>
                <a:gd name="connsiteX5" fmla="*/ 894051 w 2046313"/>
                <a:gd name="connsiteY5" fmla="*/ 0 h 1093162"/>
                <a:gd name="connsiteX6" fmla="*/ 261874 w 2046313"/>
                <a:gd name="connsiteY6" fmla="*/ 261874 h 1093162"/>
                <a:gd name="connsiteX7" fmla="*/ 0 w 2046313"/>
                <a:gd name="connsiteY7" fmla="*/ 894051 h 1093162"/>
                <a:gd name="connsiteX8" fmla="*/ 20221 w 2046313"/>
                <a:gd name="connsiteY8" fmla="*/ 914272 h 1093162"/>
                <a:gd name="connsiteX9" fmla="*/ 40442 w 2046313"/>
                <a:gd name="connsiteY9" fmla="*/ 894051 h 1093162"/>
                <a:gd name="connsiteX10" fmla="*/ 894051 w 2046313"/>
                <a:gd name="connsiteY10" fmla="*/ 40442 h 1093162"/>
                <a:gd name="connsiteX11" fmla="*/ 1747660 w 2046313"/>
                <a:gd name="connsiteY11" fmla="*/ 894051 h 1093162"/>
                <a:gd name="connsiteX12" fmla="*/ 1767881 w 2046313"/>
                <a:gd name="connsiteY12" fmla="*/ 914272 h 1093162"/>
                <a:gd name="connsiteX13" fmla="*/ 1846206 w 2046313"/>
                <a:gd name="connsiteY13" fmla="*/ 914272 h 1093162"/>
                <a:gd name="connsiteX14" fmla="*/ 1846206 w 2046313"/>
                <a:gd name="connsiteY14" fmla="*/ 1094751 h 1093162"/>
                <a:gd name="connsiteX15" fmla="*/ 2048522 w 2046313"/>
                <a:gd name="connsiteY15" fmla="*/ 896528 h 109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46313" h="1093162">
                  <a:moveTo>
                    <a:pt x="2048522" y="896528"/>
                  </a:moveTo>
                  <a:lnTo>
                    <a:pt x="1846233" y="698278"/>
                  </a:lnTo>
                  <a:lnTo>
                    <a:pt x="1846233" y="873830"/>
                  </a:lnTo>
                  <a:lnTo>
                    <a:pt x="1787913" y="873830"/>
                  </a:lnTo>
                  <a:cubicBezTo>
                    <a:pt x="1782824" y="642597"/>
                    <a:pt x="1690363" y="425956"/>
                    <a:pt x="1526281" y="261874"/>
                  </a:cubicBezTo>
                  <a:cubicBezTo>
                    <a:pt x="1357379" y="93000"/>
                    <a:pt x="1132877" y="0"/>
                    <a:pt x="894051" y="0"/>
                  </a:cubicBezTo>
                  <a:cubicBezTo>
                    <a:pt x="655224" y="0"/>
                    <a:pt x="430722" y="93000"/>
                    <a:pt x="261874" y="261874"/>
                  </a:cubicBezTo>
                  <a:cubicBezTo>
                    <a:pt x="93000" y="430722"/>
                    <a:pt x="0" y="655251"/>
                    <a:pt x="0" y="894051"/>
                  </a:cubicBezTo>
                  <a:cubicBezTo>
                    <a:pt x="0" y="905225"/>
                    <a:pt x="9047" y="914272"/>
                    <a:pt x="20221" y="914272"/>
                  </a:cubicBezTo>
                  <a:cubicBezTo>
                    <a:pt x="31395" y="914272"/>
                    <a:pt x="40442" y="905225"/>
                    <a:pt x="40442" y="894051"/>
                  </a:cubicBezTo>
                  <a:cubicBezTo>
                    <a:pt x="40442" y="423372"/>
                    <a:pt x="423372" y="40442"/>
                    <a:pt x="894051" y="40442"/>
                  </a:cubicBezTo>
                  <a:cubicBezTo>
                    <a:pt x="1364730" y="40442"/>
                    <a:pt x="1747660" y="423372"/>
                    <a:pt x="1747660" y="894051"/>
                  </a:cubicBezTo>
                  <a:cubicBezTo>
                    <a:pt x="1747660" y="905225"/>
                    <a:pt x="1756707" y="914272"/>
                    <a:pt x="1767881" y="914272"/>
                  </a:cubicBezTo>
                  <a:lnTo>
                    <a:pt x="1846206" y="914272"/>
                  </a:lnTo>
                  <a:lnTo>
                    <a:pt x="1846206" y="1094751"/>
                  </a:lnTo>
                  <a:lnTo>
                    <a:pt x="2048522" y="896528"/>
                  </a:lnTo>
                  <a:close/>
                </a:path>
              </a:pathLst>
            </a:custGeom>
            <a:solidFill>
              <a:schemeClr val="bg1"/>
            </a:solidFill>
            <a:ln w="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6B3B460-9360-4044-B06F-AE23CBFEE657}"/>
              </a:ext>
            </a:extLst>
          </p:cNvPr>
          <p:cNvGrpSpPr/>
          <p:nvPr/>
        </p:nvGrpSpPr>
        <p:grpSpPr>
          <a:xfrm>
            <a:off x="3423110" y="2400861"/>
            <a:ext cx="2017750" cy="1778328"/>
            <a:chOff x="3423110" y="2400861"/>
            <a:chExt cx="2017750" cy="1778328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638CE183-8147-4C0B-AA0A-81980657A2CF}"/>
                </a:ext>
              </a:extLst>
            </p:cNvPr>
            <p:cNvGrpSpPr/>
            <p:nvPr/>
          </p:nvGrpSpPr>
          <p:grpSpPr>
            <a:xfrm>
              <a:off x="3448529" y="2400861"/>
              <a:ext cx="1719649" cy="756583"/>
              <a:chOff x="3351210" y="2400861"/>
              <a:chExt cx="1719649" cy="756583"/>
            </a:xfrm>
            <a:solidFill>
              <a:schemeClr val="bg1"/>
            </a:solidFill>
          </p:grpSpPr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829107A-E982-4DE1-A23D-E91456E53EE1}"/>
                  </a:ext>
                </a:extLst>
              </p:cNvPr>
              <p:cNvSpPr/>
              <p:nvPr/>
            </p:nvSpPr>
            <p:spPr>
              <a:xfrm>
                <a:off x="4522465" y="2467533"/>
                <a:ext cx="94238" cy="53850"/>
              </a:xfrm>
              <a:custGeom>
                <a:avLst/>
                <a:gdLst>
                  <a:gd name="connsiteX0" fmla="*/ 6622 w 94238"/>
                  <a:gd name="connsiteY0" fmla="*/ 20758 h 53850"/>
                  <a:gd name="connsiteX1" fmla="*/ 78836 w 94238"/>
                  <a:gd name="connsiteY1" fmla="*/ 54899 h 53850"/>
                  <a:gd name="connsiteX2" fmla="*/ 83898 w 94238"/>
                  <a:gd name="connsiteY2" fmla="*/ 56164 h 53850"/>
                  <a:gd name="connsiteX3" fmla="*/ 93429 w 94238"/>
                  <a:gd name="connsiteY3" fmla="*/ 50429 h 53850"/>
                  <a:gd name="connsiteX4" fmla="*/ 88960 w 94238"/>
                  <a:gd name="connsiteY4" fmla="*/ 35836 h 53850"/>
                  <a:gd name="connsiteX5" fmla="*/ 14942 w 94238"/>
                  <a:gd name="connsiteY5" fmla="*/ 833 h 53850"/>
                  <a:gd name="connsiteX6" fmla="*/ 834 w 94238"/>
                  <a:gd name="connsiteY6" fmla="*/ 6649 h 53850"/>
                  <a:gd name="connsiteX7" fmla="*/ 6622 w 94238"/>
                  <a:gd name="connsiteY7" fmla="*/ 20758 h 5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238" h="53850">
                    <a:moveTo>
                      <a:pt x="6622" y="20758"/>
                    </a:moveTo>
                    <a:cubicBezTo>
                      <a:pt x="31097" y="30962"/>
                      <a:pt x="55384" y="42459"/>
                      <a:pt x="78836" y="54899"/>
                    </a:cubicBezTo>
                    <a:cubicBezTo>
                      <a:pt x="80451" y="55761"/>
                      <a:pt x="82174" y="56164"/>
                      <a:pt x="83898" y="56164"/>
                    </a:cubicBezTo>
                    <a:cubicBezTo>
                      <a:pt x="87775" y="56164"/>
                      <a:pt x="91490" y="54091"/>
                      <a:pt x="93429" y="50429"/>
                    </a:cubicBezTo>
                    <a:cubicBezTo>
                      <a:pt x="96229" y="45179"/>
                      <a:pt x="94237" y="38636"/>
                      <a:pt x="88960" y="35836"/>
                    </a:cubicBezTo>
                    <a:cubicBezTo>
                      <a:pt x="64942" y="23073"/>
                      <a:pt x="40036" y="11307"/>
                      <a:pt x="14942" y="833"/>
                    </a:cubicBezTo>
                    <a:cubicBezTo>
                      <a:pt x="9449" y="-1456"/>
                      <a:pt x="3122" y="1129"/>
                      <a:pt x="834" y="6649"/>
                    </a:cubicBezTo>
                    <a:cubicBezTo>
                      <a:pt x="-1455" y="12142"/>
                      <a:pt x="1130" y="18469"/>
                      <a:pt x="6622" y="2075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3DEE6F81-B134-493D-92B4-36ABF1C3023E}"/>
                  </a:ext>
                </a:extLst>
              </p:cNvPr>
              <p:cNvSpPr/>
              <p:nvPr/>
            </p:nvSpPr>
            <p:spPr>
              <a:xfrm>
                <a:off x="4207758" y="2400861"/>
                <a:ext cx="99623" cy="26925"/>
              </a:xfrm>
              <a:custGeom>
                <a:avLst/>
                <a:gdLst>
                  <a:gd name="connsiteX0" fmla="*/ 10505 w 99623"/>
                  <a:gd name="connsiteY0" fmla="*/ 21544 h 26925"/>
                  <a:gd name="connsiteX1" fmla="*/ 90176 w 99623"/>
                  <a:gd name="connsiteY1" fmla="*/ 27118 h 26925"/>
                  <a:gd name="connsiteX2" fmla="*/ 91442 w 99623"/>
                  <a:gd name="connsiteY2" fmla="*/ 27198 h 26925"/>
                  <a:gd name="connsiteX3" fmla="*/ 102158 w 99623"/>
                  <a:gd name="connsiteY3" fmla="*/ 17667 h 26925"/>
                  <a:gd name="connsiteX4" fmla="*/ 92681 w 99623"/>
                  <a:gd name="connsiteY4" fmla="*/ 5712 h 26925"/>
                  <a:gd name="connsiteX5" fmla="*/ 11044 w 99623"/>
                  <a:gd name="connsiteY5" fmla="*/ 4 h 26925"/>
                  <a:gd name="connsiteX6" fmla="*/ 4 w 99623"/>
                  <a:gd name="connsiteY6" fmla="*/ 10532 h 26925"/>
                  <a:gd name="connsiteX7" fmla="*/ 10505 w 99623"/>
                  <a:gd name="connsiteY7" fmla="*/ 21544 h 2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6925">
                    <a:moveTo>
                      <a:pt x="10505" y="21544"/>
                    </a:moveTo>
                    <a:cubicBezTo>
                      <a:pt x="37080" y="22190"/>
                      <a:pt x="63897" y="24048"/>
                      <a:pt x="90176" y="27118"/>
                    </a:cubicBezTo>
                    <a:cubicBezTo>
                      <a:pt x="90607" y="27172"/>
                      <a:pt x="91011" y="27198"/>
                      <a:pt x="91442" y="27198"/>
                    </a:cubicBezTo>
                    <a:cubicBezTo>
                      <a:pt x="96854" y="27198"/>
                      <a:pt x="101512" y="23160"/>
                      <a:pt x="102158" y="17667"/>
                    </a:cubicBezTo>
                    <a:cubicBezTo>
                      <a:pt x="102858" y="11743"/>
                      <a:pt x="98604" y="6385"/>
                      <a:pt x="92681" y="5712"/>
                    </a:cubicBezTo>
                    <a:cubicBezTo>
                      <a:pt x="65728" y="2589"/>
                      <a:pt x="38265" y="650"/>
                      <a:pt x="11044" y="4"/>
                    </a:cubicBezTo>
                    <a:cubicBezTo>
                      <a:pt x="5120" y="-158"/>
                      <a:pt x="139" y="4581"/>
                      <a:pt x="4" y="10532"/>
                    </a:cubicBezTo>
                    <a:cubicBezTo>
                      <a:pt x="-157" y="16455"/>
                      <a:pt x="4555" y="21410"/>
                      <a:pt x="10505" y="2154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2C07E4A9-30AD-4B89-B099-6C456D761FF6}"/>
                  </a:ext>
                </a:extLst>
              </p:cNvPr>
              <p:cNvSpPr/>
              <p:nvPr/>
            </p:nvSpPr>
            <p:spPr>
              <a:xfrm>
                <a:off x="4665171" y="2543283"/>
                <a:ext cx="86161" cy="67313"/>
              </a:xfrm>
              <a:custGeom>
                <a:avLst/>
                <a:gdLst>
                  <a:gd name="connsiteX0" fmla="*/ 4870 w 86160"/>
                  <a:gd name="connsiteY0" fmla="*/ 19833 h 67312"/>
                  <a:gd name="connsiteX1" fmla="*/ 69571 w 86160"/>
                  <a:gd name="connsiteY1" fmla="*/ 66683 h 67312"/>
                  <a:gd name="connsiteX2" fmla="*/ 76275 w 86160"/>
                  <a:gd name="connsiteY2" fmla="*/ 69025 h 67312"/>
                  <a:gd name="connsiteX3" fmla="*/ 84730 w 86160"/>
                  <a:gd name="connsiteY3" fmla="*/ 64960 h 67312"/>
                  <a:gd name="connsiteX4" fmla="*/ 83006 w 86160"/>
                  <a:gd name="connsiteY4" fmla="*/ 49801 h 67312"/>
                  <a:gd name="connsiteX5" fmla="*/ 16690 w 86160"/>
                  <a:gd name="connsiteY5" fmla="*/ 1766 h 67312"/>
                  <a:gd name="connsiteX6" fmla="*/ 1746 w 86160"/>
                  <a:gd name="connsiteY6" fmla="*/ 4863 h 67312"/>
                  <a:gd name="connsiteX7" fmla="*/ 4870 w 86160"/>
                  <a:gd name="connsiteY7" fmla="*/ 19833 h 6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6160" h="67312">
                    <a:moveTo>
                      <a:pt x="4870" y="19833"/>
                    </a:moveTo>
                    <a:cubicBezTo>
                      <a:pt x="27029" y="34373"/>
                      <a:pt x="48784" y="50151"/>
                      <a:pt x="69571" y="66683"/>
                    </a:cubicBezTo>
                    <a:cubicBezTo>
                      <a:pt x="71563" y="68272"/>
                      <a:pt x="73933" y="69025"/>
                      <a:pt x="76275" y="69025"/>
                    </a:cubicBezTo>
                    <a:cubicBezTo>
                      <a:pt x="79452" y="69025"/>
                      <a:pt x="82576" y="67625"/>
                      <a:pt x="84730" y="64960"/>
                    </a:cubicBezTo>
                    <a:cubicBezTo>
                      <a:pt x="88445" y="60302"/>
                      <a:pt x="87664" y="53516"/>
                      <a:pt x="83006" y="49801"/>
                    </a:cubicBezTo>
                    <a:cubicBezTo>
                      <a:pt x="61736" y="32838"/>
                      <a:pt x="39414" y="16683"/>
                      <a:pt x="16690" y="1766"/>
                    </a:cubicBezTo>
                    <a:cubicBezTo>
                      <a:pt x="11708" y="-1492"/>
                      <a:pt x="5031" y="-118"/>
                      <a:pt x="1746" y="4863"/>
                    </a:cubicBezTo>
                    <a:cubicBezTo>
                      <a:pt x="-1485" y="9871"/>
                      <a:pt x="-112" y="16575"/>
                      <a:pt x="4870" y="1983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A5B14C7A-B866-44C6-99EA-68D8D43EFA35}"/>
                  </a:ext>
                </a:extLst>
              </p:cNvPr>
              <p:cNvSpPr/>
              <p:nvPr/>
            </p:nvSpPr>
            <p:spPr>
              <a:xfrm>
                <a:off x="4368213" y="2419530"/>
                <a:ext cx="99623" cy="40388"/>
              </a:xfrm>
              <a:custGeom>
                <a:avLst/>
                <a:gdLst>
                  <a:gd name="connsiteX0" fmla="*/ 8558 w 99623"/>
                  <a:gd name="connsiteY0" fmla="*/ 21346 h 40387"/>
                  <a:gd name="connsiteX1" fmla="*/ 85833 w 99623"/>
                  <a:gd name="connsiteY1" fmla="*/ 41513 h 40387"/>
                  <a:gd name="connsiteX2" fmla="*/ 89037 w 99623"/>
                  <a:gd name="connsiteY2" fmla="*/ 41998 h 40387"/>
                  <a:gd name="connsiteX3" fmla="*/ 99323 w 99623"/>
                  <a:gd name="connsiteY3" fmla="*/ 34405 h 40387"/>
                  <a:gd name="connsiteX4" fmla="*/ 92241 w 99623"/>
                  <a:gd name="connsiteY4" fmla="*/ 20889 h 40387"/>
                  <a:gd name="connsiteX5" fmla="*/ 13027 w 99623"/>
                  <a:gd name="connsiteY5" fmla="*/ 237 h 40387"/>
                  <a:gd name="connsiteX6" fmla="*/ 238 w 99623"/>
                  <a:gd name="connsiteY6" fmla="*/ 8557 h 40387"/>
                  <a:gd name="connsiteX7" fmla="*/ 8558 w 99623"/>
                  <a:gd name="connsiteY7" fmla="*/ 21346 h 40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40387">
                    <a:moveTo>
                      <a:pt x="8558" y="21346"/>
                    </a:moveTo>
                    <a:cubicBezTo>
                      <a:pt x="34514" y="26839"/>
                      <a:pt x="60497" y="33624"/>
                      <a:pt x="85833" y="41513"/>
                    </a:cubicBezTo>
                    <a:cubicBezTo>
                      <a:pt x="86910" y="41836"/>
                      <a:pt x="87987" y="41998"/>
                      <a:pt x="89037" y="41998"/>
                    </a:cubicBezTo>
                    <a:cubicBezTo>
                      <a:pt x="93641" y="41998"/>
                      <a:pt x="97896" y="39036"/>
                      <a:pt x="99323" y="34405"/>
                    </a:cubicBezTo>
                    <a:cubicBezTo>
                      <a:pt x="101100" y="28724"/>
                      <a:pt x="97923" y="22666"/>
                      <a:pt x="92241" y="20889"/>
                    </a:cubicBezTo>
                    <a:cubicBezTo>
                      <a:pt x="66286" y="12811"/>
                      <a:pt x="39630" y="5864"/>
                      <a:pt x="13027" y="237"/>
                    </a:cubicBezTo>
                    <a:cubicBezTo>
                      <a:pt x="7185" y="-1002"/>
                      <a:pt x="1476" y="2741"/>
                      <a:pt x="238" y="8557"/>
                    </a:cubicBezTo>
                    <a:cubicBezTo>
                      <a:pt x="-1000" y="14373"/>
                      <a:pt x="2715" y="20108"/>
                      <a:pt x="8558" y="21346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12C55F92-1DAA-47B7-BA95-59B64CEF9CFC}"/>
                  </a:ext>
                </a:extLst>
              </p:cNvPr>
              <p:cNvSpPr/>
              <p:nvPr/>
            </p:nvSpPr>
            <p:spPr>
              <a:xfrm>
                <a:off x="4897310" y="2766207"/>
                <a:ext cx="64620" cy="88853"/>
              </a:xfrm>
              <a:custGeom>
                <a:avLst/>
                <a:gdLst>
                  <a:gd name="connsiteX0" fmla="*/ 45455 w 64620"/>
                  <a:gd name="connsiteY0" fmla="*/ 84066 h 88853"/>
                  <a:gd name="connsiteX1" fmla="*/ 54771 w 64620"/>
                  <a:gd name="connsiteY1" fmla="*/ 89424 h 88853"/>
                  <a:gd name="connsiteX2" fmla="*/ 60210 w 64620"/>
                  <a:gd name="connsiteY2" fmla="*/ 87943 h 88853"/>
                  <a:gd name="connsiteX3" fmla="*/ 64087 w 64620"/>
                  <a:gd name="connsiteY3" fmla="*/ 73188 h 88853"/>
                  <a:gd name="connsiteX4" fmla="*/ 19553 w 64620"/>
                  <a:gd name="connsiteY4" fmla="*/ 4502 h 88853"/>
                  <a:gd name="connsiteX5" fmla="*/ 4502 w 64620"/>
                  <a:gd name="connsiteY5" fmla="*/ 2025 h 88853"/>
                  <a:gd name="connsiteX6" fmla="*/ 2025 w 64620"/>
                  <a:gd name="connsiteY6" fmla="*/ 17076 h 88853"/>
                  <a:gd name="connsiteX7" fmla="*/ 45455 w 64620"/>
                  <a:gd name="connsiteY7" fmla="*/ 84066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620" h="88853">
                    <a:moveTo>
                      <a:pt x="45455" y="84066"/>
                    </a:moveTo>
                    <a:cubicBezTo>
                      <a:pt x="47474" y="87485"/>
                      <a:pt x="51083" y="89424"/>
                      <a:pt x="54771" y="89424"/>
                    </a:cubicBezTo>
                    <a:cubicBezTo>
                      <a:pt x="56629" y="89424"/>
                      <a:pt x="58487" y="88939"/>
                      <a:pt x="60210" y="87943"/>
                    </a:cubicBezTo>
                    <a:cubicBezTo>
                      <a:pt x="65353" y="84928"/>
                      <a:pt x="67076" y="78331"/>
                      <a:pt x="64087" y="73188"/>
                    </a:cubicBezTo>
                    <a:cubicBezTo>
                      <a:pt x="50382" y="49736"/>
                      <a:pt x="35385" y="26635"/>
                      <a:pt x="19553" y="4502"/>
                    </a:cubicBezTo>
                    <a:cubicBezTo>
                      <a:pt x="16080" y="-345"/>
                      <a:pt x="9349" y="-1448"/>
                      <a:pt x="4502" y="2025"/>
                    </a:cubicBezTo>
                    <a:cubicBezTo>
                      <a:pt x="-344" y="5498"/>
                      <a:pt x="-1449" y="12230"/>
                      <a:pt x="2025" y="17076"/>
                    </a:cubicBezTo>
                    <a:cubicBezTo>
                      <a:pt x="17453" y="38616"/>
                      <a:pt x="32073" y="61180"/>
                      <a:pt x="45455" y="84066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2343BA84-5610-4661-B00E-C72EDEAF6BC6}"/>
                  </a:ext>
                </a:extLst>
              </p:cNvPr>
              <p:cNvSpPr/>
              <p:nvPr/>
            </p:nvSpPr>
            <p:spPr>
              <a:xfrm>
                <a:off x="4791538" y="2644038"/>
                <a:ext cx="75391" cy="78083"/>
              </a:xfrm>
              <a:custGeom>
                <a:avLst/>
                <a:gdLst>
                  <a:gd name="connsiteX0" fmla="*/ 58335 w 75390"/>
                  <a:gd name="connsiteY0" fmla="*/ 76483 h 78083"/>
                  <a:gd name="connsiteX1" fmla="*/ 66494 w 75390"/>
                  <a:gd name="connsiteY1" fmla="*/ 80199 h 78083"/>
                  <a:gd name="connsiteX2" fmla="*/ 73548 w 75390"/>
                  <a:gd name="connsiteY2" fmla="*/ 77560 h 78083"/>
                  <a:gd name="connsiteX3" fmla="*/ 74652 w 75390"/>
                  <a:gd name="connsiteY3" fmla="*/ 62347 h 78083"/>
                  <a:gd name="connsiteX4" fmla="*/ 18271 w 75390"/>
                  <a:gd name="connsiteY4" fmla="*/ 3004 h 78083"/>
                  <a:gd name="connsiteX5" fmla="*/ 3004 w 75390"/>
                  <a:gd name="connsiteY5" fmla="*/ 3300 h 78083"/>
                  <a:gd name="connsiteX6" fmla="*/ 3300 w 75390"/>
                  <a:gd name="connsiteY6" fmla="*/ 18567 h 78083"/>
                  <a:gd name="connsiteX7" fmla="*/ 58335 w 75390"/>
                  <a:gd name="connsiteY7" fmla="*/ 76483 h 78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390" h="78083">
                    <a:moveTo>
                      <a:pt x="58335" y="76483"/>
                    </a:moveTo>
                    <a:cubicBezTo>
                      <a:pt x="60462" y="78960"/>
                      <a:pt x="63478" y="80199"/>
                      <a:pt x="66494" y="80199"/>
                    </a:cubicBezTo>
                    <a:cubicBezTo>
                      <a:pt x="68998" y="80199"/>
                      <a:pt x="71502" y="79337"/>
                      <a:pt x="73548" y="77560"/>
                    </a:cubicBezTo>
                    <a:cubicBezTo>
                      <a:pt x="78045" y="73656"/>
                      <a:pt x="78529" y="66844"/>
                      <a:pt x="74652" y="62347"/>
                    </a:cubicBezTo>
                    <a:cubicBezTo>
                      <a:pt x="56855" y="41803"/>
                      <a:pt x="37872" y="21825"/>
                      <a:pt x="18271" y="3004"/>
                    </a:cubicBezTo>
                    <a:cubicBezTo>
                      <a:pt x="13963" y="-1115"/>
                      <a:pt x="7151" y="-981"/>
                      <a:pt x="3004" y="3300"/>
                    </a:cubicBezTo>
                    <a:cubicBezTo>
                      <a:pt x="-1115" y="7608"/>
                      <a:pt x="-981" y="14421"/>
                      <a:pt x="3300" y="18567"/>
                    </a:cubicBezTo>
                    <a:cubicBezTo>
                      <a:pt x="22444" y="36930"/>
                      <a:pt x="40969" y="56424"/>
                      <a:pt x="58335" y="7648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2E3FCBC4-BAA6-4517-9891-0696A501F95A}"/>
                  </a:ext>
                </a:extLst>
              </p:cNvPr>
              <p:cNvSpPr/>
              <p:nvPr/>
            </p:nvSpPr>
            <p:spPr>
              <a:xfrm>
                <a:off x="5033164" y="3057821"/>
                <a:ext cx="37695" cy="99623"/>
              </a:xfrm>
              <a:custGeom>
                <a:avLst/>
                <a:gdLst>
                  <a:gd name="connsiteX0" fmla="*/ 16441 w 37695"/>
                  <a:gd name="connsiteY0" fmla="*/ 91672 h 99623"/>
                  <a:gd name="connsiteX1" fmla="*/ 27076 w 37695"/>
                  <a:gd name="connsiteY1" fmla="*/ 100772 h 99623"/>
                  <a:gd name="connsiteX2" fmla="*/ 28773 w 37695"/>
                  <a:gd name="connsiteY2" fmla="*/ 100638 h 99623"/>
                  <a:gd name="connsiteX3" fmla="*/ 37739 w 37695"/>
                  <a:gd name="connsiteY3" fmla="*/ 88306 h 99623"/>
                  <a:gd name="connsiteX4" fmla="*/ 21234 w 37695"/>
                  <a:gd name="connsiteY4" fmla="*/ 8123 h 99623"/>
                  <a:gd name="connsiteX5" fmla="*/ 8121 w 37695"/>
                  <a:gd name="connsiteY5" fmla="*/ 341 h 99623"/>
                  <a:gd name="connsiteX6" fmla="*/ 340 w 37695"/>
                  <a:gd name="connsiteY6" fmla="*/ 13454 h 99623"/>
                  <a:gd name="connsiteX7" fmla="*/ 16441 w 37695"/>
                  <a:gd name="connsiteY7" fmla="*/ 91672 h 99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695" h="99623">
                    <a:moveTo>
                      <a:pt x="16441" y="91672"/>
                    </a:moveTo>
                    <a:cubicBezTo>
                      <a:pt x="17276" y="96976"/>
                      <a:pt x="21880" y="100772"/>
                      <a:pt x="27076" y="100772"/>
                    </a:cubicBezTo>
                    <a:cubicBezTo>
                      <a:pt x="27642" y="100772"/>
                      <a:pt x="28207" y="100719"/>
                      <a:pt x="28773" y="100638"/>
                    </a:cubicBezTo>
                    <a:cubicBezTo>
                      <a:pt x="34669" y="99695"/>
                      <a:pt x="38681" y="94176"/>
                      <a:pt x="37739" y="88306"/>
                    </a:cubicBezTo>
                    <a:cubicBezTo>
                      <a:pt x="33484" y="61435"/>
                      <a:pt x="27938" y="34456"/>
                      <a:pt x="21234" y="8123"/>
                    </a:cubicBezTo>
                    <a:cubicBezTo>
                      <a:pt x="19753" y="2334"/>
                      <a:pt x="13883" y="-1140"/>
                      <a:pt x="8121" y="341"/>
                    </a:cubicBezTo>
                    <a:cubicBezTo>
                      <a:pt x="2359" y="1822"/>
                      <a:pt x="-1141" y="7692"/>
                      <a:pt x="340" y="13454"/>
                    </a:cubicBezTo>
                    <a:cubicBezTo>
                      <a:pt x="6882" y="39114"/>
                      <a:pt x="12294" y="65447"/>
                      <a:pt x="16441" y="9167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702EEAEB-5DD9-4946-BCB5-F1214E785F6B}"/>
                  </a:ext>
                </a:extLst>
              </p:cNvPr>
              <p:cNvSpPr/>
              <p:nvPr/>
            </p:nvSpPr>
            <p:spPr>
              <a:xfrm>
                <a:off x="4978860" y="2905673"/>
                <a:ext cx="51158" cy="94238"/>
              </a:xfrm>
              <a:custGeom>
                <a:avLst/>
                <a:gdLst>
                  <a:gd name="connsiteX0" fmla="*/ 31326 w 51157"/>
                  <a:gd name="connsiteY0" fmla="*/ 89215 h 94238"/>
                  <a:gd name="connsiteX1" fmla="*/ 41477 w 51157"/>
                  <a:gd name="connsiteY1" fmla="*/ 96377 h 94238"/>
                  <a:gd name="connsiteX2" fmla="*/ 45112 w 51157"/>
                  <a:gd name="connsiteY2" fmla="*/ 95758 h 94238"/>
                  <a:gd name="connsiteX3" fmla="*/ 51655 w 51157"/>
                  <a:gd name="connsiteY3" fmla="*/ 81972 h 94238"/>
                  <a:gd name="connsiteX4" fmla="*/ 20556 w 51157"/>
                  <a:gd name="connsiteY4" fmla="*/ 6232 h 94238"/>
                  <a:gd name="connsiteX5" fmla="*/ 6232 w 51157"/>
                  <a:gd name="connsiteY5" fmla="*/ 1008 h 94238"/>
                  <a:gd name="connsiteX6" fmla="*/ 1008 w 51157"/>
                  <a:gd name="connsiteY6" fmla="*/ 15332 h 94238"/>
                  <a:gd name="connsiteX7" fmla="*/ 31326 w 51157"/>
                  <a:gd name="connsiteY7" fmla="*/ 89215 h 94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7" h="94238">
                    <a:moveTo>
                      <a:pt x="31326" y="89215"/>
                    </a:moveTo>
                    <a:cubicBezTo>
                      <a:pt x="32914" y="93631"/>
                      <a:pt x="37061" y="96377"/>
                      <a:pt x="41477" y="96377"/>
                    </a:cubicBezTo>
                    <a:cubicBezTo>
                      <a:pt x="42688" y="96377"/>
                      <a:pt x="43900" y="96162"/>
                      <a:pt x="45112" y="95758"/>
                    </a:cubicBezTo>
                    <a:cubicBezTo>
                      <a:pt x="50712" y="93766"/>
                      <a:pt x="53647" y="87573"/>
                      <a:pt x="51655" y="81972"/>
                    </a:cubicBezTo>
                    <a:cubicBezTo>
                      <a:pt x="42527" y="56393"/>
                      <a:pt x="32053" y="30895"/>
                      <a:pt x="20556" y="6232"/>
                    </a:cubicBezTo>
                    <a:cubicBezTo>
                      <a:pt x="18052" y="820"/>
                      <a:pt x="11617" y="-1496"/>
                      <a:pt x="6232" y="1008"/>
                    </a:cubicBezTo>
                    <a:cubicBezTo>
                      <a:pt x="820" y="3539"/>
                      <a:pt x="-1496" y="9947"/>
                      <a:pt x="1008" y="15332"/>
                    </a:cubicBezTo>
                    <a:cubicBezTo>
                      <a:pt x="12209" y="39404"/>
                      <a:pt x="22414" y="64256"/>
                      <a:pt x="31326" y="8921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84D60B72-1270-47DE-865F-290170321820}"/>
                  </a:ext>
                </a:extLst>
              </p:cNvPr>
              <p:cNvSpPr/>
              <p:nvPr/>
            </p:nvSpPr>
            <p:spPr>
              <a:xfrm>
                <a:off x="4046504" y="2402566"/>
                <a:ext cx="99623" cy="29618"/>
              </a:xfrm>
              <a:custGeom>
                <a:avLst/>
                <a:gdLst>
                  <a:gd name="connsiteX0" fmla="*/ 10800 w 99623"/>
                  <a:gd name="connsiteY0" fmla="*/ 30717 h 29617"/>
                  <a:gd name="connsiteX1" fmla="*/ 12523 w 99623"/>
                  <a:gd name="connsiteY1" fmla="*/ 30582 h 29617"/>
                  <a:gd name="connsiteX2" fmla="*/ 91871 w 99623"/>
                  <a:gd name="connsiteY2" fmla="*/ 21562 h 29617"/>
                  <a:gd name="connsiteX3" fmla="*/ 101914 w 99623"/>
                  <a:gd name="connsiteY3" fmla="*/ 10065 h 29617"/>
                  <a:gd name="connsiteX4" fmla="*/ 90417 w 99623"/>
                  <a:gd name="connsiteY4" fmla="*/ 22 h 29617"/>
                  <a:gd name="connsiteX5" fmla="*/ 9076 w 99623"/>
                  <a:gd name="connsiteY5" fmla="*/ 9284 h 29617"/>
                  <a:gd name="connsiteX6" fmla="*/ 137 w 99623"/>
                  <a:gd name="connsiteY6" fmla="*/ 21643 h 29617"/>
                  <a:gd name="connsiteX7" fmla="*/ 10800 w 99623"/>
                  <a:gd name="connsiteY7" fmla="*/ 30717 h 29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9617">
                    <a:moveTo>
                      <a:pt x="10800" y="30717"/>
                    </a:moveTo>
                    <a:cubicBezTo>
                      <a:pt x="11365" y="30717"/>
                      <a:pt x="11957" y="30663"/>
                      <a:pt x="12523" y="30582"/>
                    </a:cubicBezTo>
                    <a:cubicBezTo>
                      <a:pt x="38640" y="26382"/>
                      <a:pt x="65350" y="23339"/>
                      <a:pt x="91871" y="21562"/>
                    </a:cubicBezTo>
                    <a:cubicBezTo>
                      <a:pt x="97822" y="21158"/>
                      <a:pt x="102318" y="16016"/>
                      <a:pt x="101914" y="10065"/>
                    </a:cubicBezTo>
                    <a:cubicBezTo>
                      <a:pt x="101511" y="4115"/>
                      <a:pt x="96368" y="-355"/>
                      <a:pt x="90417" y="22"/>
                    </a:cubicBezTo>
                    <a:cubicBezTo>
                      <a:pt x="63223" y="1853"/>
                      <a:pt x="35867" y="4976"/>
                      <a:pt x="9076" y="9284"/>
                    </a:cubicBezTo>
                    <a:cubicBezTo>
                      <a:pt x="3207" y="10227"/>
                      <a:pt x="-805" y="15773"/>
                      <a:pt x="137" y="21643"/>
                    </a:cubicBezTo>
                    <a:cubicBezTo>
                      <a:pt x="1026" y="26947"/>
                      <a:pt x="5603" y="30717"/>
                      <a:pt x="10800" y="30717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1B98055A-2ED3-466D-9FB4-36CDD3129185}"/>
                  </a:ext>
                </a:extLst>
              </p:cNvPr>
              <p:cNvSpPr/>
              <p:nvPr/>
            </p:nvSpPr>
            <p:spPr>
              <a:xfrm>
                <a:off x="3612838" y="2564905"/>
                <a:ext cx="83468" cy="70005"/>
              </a:xfrm>
              <a:custGeom>
                <a:avLst/>
                <a:gdLst>
                  <a:gd name="connsiteX0" fmla="*/ 10782 w 83468"/>
                  <a:gd name="connsiteY0" fmla="*/ 71824 h 70005"/>
                  <a:gd name="connsiteX1" fmla="*/ 17863 w 83468"/>
                  <a:gd name="connsiteY1" fmla="*/ 69159 h 70005"/>
                  <a:gd name="connsiteX2" fmla="*/ 80437 w 83468"/>
                  <a:gd name="connsiteY2" fmla="*/ 19536 h 70005"/>
                  <a:gd name="connsiteX3" fmla="*/ 82888 w 83468"/>
                  <a:gd name="connsiteY3" fmla="*/ 4484 h 70005"/>
                  <a:gd name="connsiteX4" fmla="*/ 67836 w 83468"/>
                  <a:gd name="connsiteY4" fmla="*/ 2034 h 70005"/>
                  <a:gd name="connsiteX5" fmla="*/ 3701 w 83468"/>
                  <a:gd name="connsiteY5" fmla="*/ 52896 h 70005"/>
                  <a:gd name="connsiteX6" fmla="*/ 2651 w 83468"/>
                  <a:gd name="connsiteY6" fmla="*/ 68109 h 70005"/>
                  <a:gd name="connsiteX7" fmla="*/ 10782 w 83468"/>
                  <a:gd name="connsiteY7" fmla="*/ 71824 h 7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468" h="70005">
                    <a:moveTo>
                      <a:pt x="10782" y="71824"/>
                    </a:moveTo>
                    <a:cubicBezTo>
                      <a:pt x="13286" y="71824"/>
                      <a:pt x="15817" y="70963"/>
                      <a:pt x="17863" y="69159"/>
                    </a:cubicBezTo>
                    <a:cubicBezTo>
                      <a:pt x="37869" y="51738"/>
                      <a:pt x="58924" y="35044"/>
                      <a:pt x="80437" y="19536"/>
                    </a:cubicBezTo>
                    <a:cubicBezTo>
                      <a:pt x="85284" y="16062"/>
                      <a:pt x="86361" y="9304"/>
                      <a:pt x="82888" y="4484"/>
                    </a:cubicBezTo>
                    <a:cubicBezTo>
                      <a:pt x="79414" y="-362"/>
                      <a:pt x="72656" y="-1439"/>
                      <a:pt x="67836" y="2034"/>
                    </a:cubicBezTo>
                    <a:cubicBezTo>
                      <a:pt x="45785" y="17920"/>
                      <a:pt x="24191" y="35044"/>
                      <a:pt x="3701" y="52896"/>
                    </a:cubicBezTo>
                    <a:cubicBezTo>
                      <a:pt x="-796" y="56800"/>
                      <a:pt x="-1254" y="63612"/>
                      <a:pt x="2651" y="68109"/>
                    </a:cubicBezTo>
                    <a:cubicBezTo>
                      <a:pt x="4778" y="70586"/>
                      <a:pt x="7766" y="71824"/>
                      <a:pt x="10782" y="7182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9F6E1AA2-A913-451A-86F2-5D44A26C0EB5}"/>
                  </a:ext>
                </a:extLst>
              </p:cNvPr>
              <p:cNvSpPr/>
              <p:nvPr/>
            </p:nvSpPr>
            <p:spPr>
              <a:xfrm>
                <a:off x="3351210" y="2940617"/>
                <a:ext cx="48465" cy="96931"/>
              </a:xfrm>
              <a:custGeom>
                <a:avLst/>
                <a:gdLst>
                  <a:gd name="connsiteX0" fmla="*/ 7601 w 48465"/>
                  <a:gd name="connsiteY0" fmla="*/ 97218 h 96930"/>
                  <a:gd name="connsiteX1" fmla="*/ 10779 w 48465"/>
                  <a:gd name="connsiteY1" fmla="*/ 97702 h 96930"/>
                  <a:gd name="connsiteX2" fmla="*/ 21091 w 48465"/>
                  <a:gd name="connsiteY2" fmla="*/ 90082 h 96930"/>
                  <a:gd name="connsiteX3" fmla="*/ 48151 w 48465"/>
                  <a:gd name="connsiteY3" fmla="*/ 14907 h 96930"/>
                  <a:gd name="connsiteX4" fmla="*/ 42308 w 48465"/>
                  <a:gd name="connsiteY4" fmla="*/ 825 h 96930"/>
                  <a:gd name="connsiteX5" fmla="*/ 28226 w 48465"/>
                  <a:gd name="connsiteY5" fmla="*/ 6668 h 96930"/>
                  <a:gd name="connsiteX6" fmla="*/ 493 w 48465"/>
                  <a:gd name="connsiteY6" fmla="*/ 83728 h 96930"/>
                  <a:gd name="connsiteX7" fmla="*/ 7601 w 48465"/>
                  <a:gd name="connsiteY7" fmla="*/ 97218 h 96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465" h="96930">
                    <a:moveTo>
                      <a:pt x="7601" y="97218"/>
                    </a:moveTo>
                    <a:cubicBezTo>
                      <a:pt x="8651" y="97541"/>
                      <a:pt x="9728" y="97702"/>
                      <a:pt x="10779" y="97702"/>
                    </a:cubicBezTo>
                    <a:cubicBezTo>
                      <a:pt x="15383" y="97702"/>
                      <a:pt x="19664" y="94713"/>
                      <a:pt x="21091" y="90082"/>
                    </a:cubicBezTo>
                    <a:cubicBezTo>
                      <a:pt x="28899" y="64719"/>
                      <a:pt x="38000" y="39436"/>
                      <a:pt x="48151" y="14907"/>
                    </a:cubicBezTo>
                    <a:cubicBezTo>
                      <a:pt x="50439" y="9388"/>
                      <a:pt x="47801" y="3087"/>
                      <a:pt x="42308" y="825"/>
                    </a:cubicBezTo>
                    <a:cubicBezTo>
                      <a:pt x="36815" y="-1463"/>
                      <a:pt x="30488" y="1175"/>
                      <a:pt x="28226" y="6668"/>
                    </a:cubicBezTo>
                    <a:cubicBezTo>
                      <a:pt x="17833" y="31816"/>
                      <a:pt x="8490" y="57745"/>
                      <a:pt x="493" y="83728"/>
                    </a:cubicBezTo>
                    <a:cubicBezTo>
                      <a:pt x="-1284" y="89436"/>
                      <a:pt x="1893" y="95467"/>
                      <a:pt x="7601" y="9721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0F66A07A-F6AB-42EA-AAAC-AA4DAB864B59}"/>
                  </a:ext>
                </a:extLst>
              </p:cNvPr>
              <p:cNvSpPr/>
              <p:nvPr/>
            </p:nvSpPr>
            <p:spPr>
              <a:xfrm>
                <a:off x="3501229" y="2671006"/>
                <a:ext cx="72698" cy="80776"/>
              </a:xfrm>
              <a:custGeom>
                <a:avLst/>
                <a:gdLst>
                  <a:gd name="connsiteX0" fmla="*/ 4082 w 72697"/>
                  <a:gd name="connsiteY0" fmla="*/ 80264 h 80775"/>
                  <a:gd name="connsiteX1" fmla="*/ 10786 w 72697"/>
                  <a:gd name="connsiteY1" fmla="*/ 82606 h 80775"/>
                  <a:gd name="connsiteX2" fmla="*/ 19241 w 72697"/>
                  <a:gd name="connsiteY2" fmla="*/ 78513 h 80775"/>
                  <a:gd name="connsiteX3" fmla="*/ 71691 w 72697"/>
                  <a:gd name="connsiteY3" fmla="*/ 18255 h 80775"/>
                  <a:gd name="connsiteX4" fmla="*/ 71341 w 72697"/>
                  <a:gd name="connsiteY4" fmla="*/ 2988 h 80775"/>
                  <a:gd name="connsiteX5" fmla="*/ 56075 w 72697"/>
                  <a:gd name="connsiteY5" fmla="*/ 3338 h 80775"/>
                  <a:gd name="connsiteX6" fmla="*/ 2305 w 72697"/>
                  <a:gd name="connsiteY6" fmla="*/ 65078 h 80775"/>
                  <a:gd name="connsiteX7" fmla="*/ 4082 w 72697"/>
                  <a:gd name="connsiteY7" fmla="*/ 80264 h 8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697" h="80775">
                    <a:moveTo>
                      <a:pt x="4082" y="80264"/>
                    </a:moveTo>
                    <a:cubicBezTo>
                      <a:pt x="6074" y="81825"/>
                      <a:pt x="8417" y="82606"/>
                      <a:pt x="10786" y="82606"/>
                    </a:cubicBezTo>
                    <a:cubicBezTo>
                      <a:pt x="13963" y="82606"/>
                      <a:pt x="17114" y="81206"/>
                      <a:pt x="19241" y="78513"/>
                    </a:cubicBezTo>
                    <a:cubicBezTo>
                      <a:pt x="35719" y="57727"/>
                      <a:pt x="53355" y="37452"/>
                      <a:pt x="71691" y="18255"/>
                    </a:cubicBezTo>
                    <a:cubicBezTo>
                      <a:pt x="75811" y="13947"/>
                      <a:pt x="75649" y="7108"/>
                      <a:pt x="71341" y="2988"/>
                    </a:cubicBezTo>
                    <a:cubicBezTo>
                      <a:pt x="67033" y="-1131"/>
                      <a:pt x="60194" y="-970"/>
                      <a:pt x="56075" y="3338"/>
                    </a:cubicBezTo>
                    <a:cubicBezTo>
                      <a:pt x="37281" y="23021"/>
                      <a:pt x="19214" y="43780"/>
                      <a:pt x="2305" y="65078"/>
                    </a:cubicBezTo>
                    <a:cubicBezTo>
                      <a:pt x="-1357" y="69763"/>
                      <a:pt x="-576" y="76548"/>
                      <a:pt x="4082" y="8026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CE47AA15-34EC-4087-893D-A4BCC325703B}"/>
                  </a:ext>
                </a:extLst>
              </p:cNvPr>
              <p:cNvSpPr/>
              <p:nvPr/>
            </p:nvSpPr>
            <p:spPr>
              <a:xfrm>
                <a:off x="3890103" y="2428256"/>
                <a:ext cx="96931" cy="43080"/>
              </a:xfrm>
              <a:custGeom>
                <a:avLst/>
                <a:gdLst>
                  <a:gd name="connsiteX0" fmla="*/ 10792 w 96930"/>
                  <a:gd name="connsiteY0" fmla="*/ 45414 h 43080"/>
                  <a:gd name="connsiteX1" fmla="*/ 14454 w 96930"/>
                  <a:gd name="connsiteY1" fmla="*/ 44768 h 43080"/>
                  <a:gd name="connsiteX2" fmla="*/ 90760 w 96930"/>
                  <a:gd name="connsiteY2" fmla="*/ 21235 h 43080"/>
                  <a:gd name="connsiteX3" fmla="*/ 98515 w 96930"/>
                  <a:gd name="connsiteY3" fmla="*/ 8096 h 43080"/>
                  <a:gd name="connsiteX4" fmla="*/ 85375 w 96930"/>
                  <a:gd name="connsiteY4" fmla="*/ 341 h 43080"/>
                  <a:gd name="connsiteX5" fmla="*/ 7130 w 96930"/>
                  <a:gd name="connsiteY5" fmla="*/ 24466 h 43080"/>
                  <a:gd name="connsiteX6" fmla="*/ 641 w 96930"/>
                  <a:gd name="connsiteY6" fmla="*/ 38279 h 43080"/>
                  <a:gd name="connsiteX7" fmla="*/ 10792 w 96930"/>
                  <a:gd name="connsiteY7" fmla="*/ 45414 h 4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930" h="43080">
                    <a:moveTo>
                      <a:pt x="10792" y="45414"/>
                    </a:moveTo>
                    <a:cubicBezTo>
                      <a:pt x="12004" y="45414"/>
                      <a:pt x="13243" y="45199"/>
                      <a:pt x="14454" y="44768"/>
                    </a:cubicBezTo>
                    <a:cubicBezTo>
                      <a:pt x="39414" y="35775"/>
                      <a:pt x="65100" y="27859"/>
                      <a:pt x="90760" y="21235"/>
                    </a:cubicBezTo>
                    <a:cubicBezTo>
                      <a:pt x="96522" y="19755"/>
                      <a:pt x="99995" y="13858"/>
                      <a:pt x="98515" y="8096"/>
                    </a:cubicBezTo>
                    <a:cubicBezTo>
                      <a:pt x="97034" y="2334"/>
                      <a:pt x="91137" y="-1139"/>
                      <a:pt x="85375" y="341"/>
                    </a:cubicBezTo>
                    <a:cubicBezTo>
                      <a:pt x="59042" y="7127"/>
                      <a:pt x="32736" y="15258"/>
                      <a:pt x="7130" y="24466"/>
                    </a:cubicBezTo>
                    <a:cubicBezTo>
                      <a:pt x="1530" y="26486"/>
                      <a:pt x="-1378" y="32679"/>
                      <a:pt x="641" y="38279"/>
                    </a:cubicBezTo>
                    <a:cubicBezTo>
                      <a:pt x="2230" y="42695"/>
                      <a:pt x="6376" y="45414"/>
                      <a:pt x="10792" y="4541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D6AC8C00-C566-4D96-B345-33779975473C}"/>
                  </a:ext>
                </a:extLst>
              </p:cNvPr>
              <p:cNvSpPr/>
              <p:nvPr/>
            </p:nvSpPr>
            <p:spPr>
              <a:xfrm>
                <a:off x="3412962" y="2797601"/>
                <a:ext cx="61928" cy="88853"/>
              </a:xfrm>
              <a:custGeom>
                <a:avLst/>
                <a:gdLst>
                  <a:gd name="connsiteX0" fmla="*/ 5758 w 61927"/>
                  <a:gd name="connsiteY0" fmla="*/ 90098 h 88853"/>
                  <a:gd name="connsiteX1" fmla="*/ 10793 w 61927"/>
                  <a:gd name="connsiteY1" fmla="*/ 91337 h 88853"/>
                  <a:gd name="connsiteX2" fmla="*/ 20351 w 61927"/>
                  <a:gd name="connsiteY2" fmla="*/ 85575 h 88853"/>
                  <a:gd name="connsiteX3" fmla="*/ 60847 w 61927"/>
                  <a:gd name="connsiteY3" fmla="*/ 16700 h 88853"/>
                  <a:gd name="connsiteX4" fmla="*/ 57697 w 61927"/>
                  <a:gd name="connsiteY4" fmla="*/ 1757 h 88853"/>
                  <a:gd name="connsiteX5" fmla="*/ 42780 w 61927"/>
                  <a:gd name="connsiteY5" fmla="*/ 4907 h 88853"/>
                  <a:gd name="connsiteX6" fmla="*/ 1261 w 61927"/>
                  <a:gd name="connsiteY6" fmla="*/ 75505 h 88853"/>
                  <a:gd name="connsiteX7" fmla="*/ 5758 w 61927"/>
                  <a:gd name="connsiteY7" fmla="*/ 90098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927" h="88853">
                    <a:moveTo>
                      <a:pt x="5758" y="90098"/>
                    </a:moveTo>
                    <a:cubicBezTo>
                      <a:pt x="7374" y="90933"/>
                      <a:pt x="9097" y="91337"/>
                      <a:pt x="10793" y="91337"/>
                    </a:cubicBezTo>
                    <a:cubicBezTo>
                      <a:pt x="14670" y="91337"/>
                      <a:pt x="18413" y="89237"/>
                      <a:pt x="20351" y="85575"/>
                    </a:cubicBezTo>
                    <a:cubicBezTo>
                      <a:pt x="32710" y="62123"/>
                      <a:pt x="46334" y="38940"/>
                      <a:pt x="60847" y="16700"/>
                    </a:cubicBezTo>
                    <a:cubicBezTo>
                      <a:pt x="64105" y="11719"/>
                      <a:pt x="62705" y="5015"/>
                      <a:pt x="57697" y="1757"/>
                    </a:cubicBezTo>
                    <a:cubicBezTo>
                      <a:pt x="52715" y="-1501"/>
                      <a:pt x="46011" y="-101"/>
                      <a:pt x="42780" y="4907"/>
                    </a:cubicBezTo>
                    <a:cubicBezTo>
                      <a:pt x="27917" y="27713"/>
                      <a:pt x="13943" y="51461"/>
                      <a:pt x="1261" y="75505"/>
                    </a:cubicBezTo>
                    <a:cubicBezTo>
                      <a:pt x="-1539" y="80809"/>
                      <a:pt x="481" y="87325"/>
                      <a:pt x="5758" y="9009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56EB8149-FE02-433C-A21A-4A726E355E1B}"/>
                  </a:ext>
                </a:extLst>
              </p:cNvPr>
              <p:cNvSpPr/>
              <p:nvPr/>
            </p:nvSpPr>
            <p:spPr>
              <a:xfrm>
                <a:off x="3743911" y="2483000"/>
                <a:ext cx="91546" cy="59235"/>
              </a:xfrm>
              <a:custGeom>
                <a:avLst/>
                <a:gdLst>
                  <a:gd name="connsiteX0" fmla="*/ 10808 w 91545"/>
                  <a:gd name="connsiteY0" fmla="*/ 59303 h 59235"/>
                  <a:gd name="connsiteX1" fmla="*/ 16274 w 91545"/>
                  <a:gd name="connsiteY1" fmla="*/ 57822 h 59235"/>
                  <a:gd name="connsiteX2" fmla="*/ 86899 w 91545"/>
                  <a:gd name="connsiteY2" fmla="*/ 20558 h 59235"/>
                  <a:gd name="connsiteX3" fmla="*/ 92068 w 91545"/>
                  <a:gd name="connsiteY3" fmla="*/ 6207 h 59235"/>
                  <a:gd name="connsiteX4" fmla="*/ 77717 w 91545"/>
                  <a:gd name="connsiteY4" fmla="*/ 1037 h 59235"/>
                  <a:gd name="connsiteX5" fmla="*/ 5315 w 91545"/>
                  <a:gd name="connsiteY5" fmla="*/ 39217 h 59235"/>
                  <a:gd name="connsiteX6" fmla="*/ 1492 w 91545"/>
                  <a:gd name="connsiteY6" fmla="*/ 53999 h 59235"/>
                  <a:gd name="connsiteX7" fmla="*/ 10808 w 91545"/>
                  <a:gd name="connsiteY7" fmla="*/ 59303 h 5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545" h="59235">
                    <a:moveTo>
                      <a:pt x="10808" y="59303"/>
                    </a:moveTo>
                    <a:cubicBezTo>
                      <a:pt x="12666" y="59303"/>
                      <a:pt x="14551" y="58819"/>
                      <a:pt x="16274" y="57822"/>
                    </a:cubicBezTo>
                    <a:cubicBezTo>
                      <a:pt x="39133" y="44360"/>
                      <a:pt x="62908" y="31840"/>
                      <a:pt x="86899" y="20558"/>
                    </a:cubicBezTo>
                    <a:cubicBezTo>
                      <a:pt x="92284" y="18027"/>
                      <a:pt x="94599" y="11592"/>
                      <a:pt x="92068" y="6207"/>
                    </a:cubicBezTo>
                    <a:cubicBezTo>
                      <a:pt x="89537" y="822"/>
                      <a:pt x="83102" y="-1521"/>
                      <a:pt x="77717" y="1037"/>
                    </a:cubicBezTo>
                    <a:cubicBezTo>
                      <a:pt x="53134" y="12588"/>
                      <a:pt x="28767" y="25431"/>
                      <a:pt x="5315" y="39217"/>
                    </a:cubicBezTo>
                    <a:cubicBezTo>
                      <a:pt x="173" y="42233"/>
                      <a:pt x="-1524" y="48856"/>
                      <a:pt x="1492" y="53999"/>
                    </a:cubicBezTo>
                    <a:cubicBezTo>
                      <a:pt x="3511" y="57418"/>
                      <a:pt x="7092" y="59303"/>
                      <a:pt x="10808" y="5930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F7D8FE4D-CDC5-44F9-92D0-5E1E48395F9E}"/>
                </a:ext>
              </a:extLst>
            </p:cNvPr>
            <p:cNvSpPr/>
            <p:nvPr/>
          </p:nvSpPr>
          <p:spPr>
            <a:xfrm>
              <a:off x="3423110" y="3064486"/>
              <a:ext cx="1758214" cy="1114703"/>
            </a:xfrm>
            <a:custGeom>
              <a:avLst/>
              <a:gdLst>
                <a:gd name="connsiteX0" fmla="*/ 1742284 w 1758214"/>
                <a:gd name="connsiteY0" fmla="*/ 296746 h 1114702"/>
                <a:gd name="connsiteX1" fmla="*/ 1719990 w 1758214"/>
                <a:gd name="connsiteY1" fmla="*/ 314679 h 1114702"/>
                <a:gd name="connsiteX2" fmla="*/ 1693954 w 1758214"/>
                <a:gd name="connsiteY2" fmla="*/ 451162 h 1114702"/>
                <a:gd name="connsiteX3" fmla="*/ 1692419 w 1758214"/>
                <a:gd name="connsiteY3" fmla="*/ 455013 h 1114702"/>
                <a:gd name="connsiteX4" fmla="*/ 871362 w 1758214"/>
                <a:gd name="connsiteY4" fmla="*/ 1074292 h 1114702"/>
                <a:gd name="connsiteX5" fmla="*/ 42551 w 1758214"/>
                <a:gd name="connsiteY5" fmla="*/ 425691 h 1114702"/>
                <a:gd name="connsiteX6" fmla="*/ 237328 w 1758214"/>
                <a:gd name="connsiteY6" fmla="*/ 234011 h 1114702"/>
                <a:gd name="connsiteX7" fmla="*/ 243359 w 1758214"/>
                <a:gd name="connsiteY7" fmla="*/ 219606 h 1114702"/>
                <a:gd name="connsiteX8" fmla="*/ 237328 w 1758214"/>
                <a:gd name="connsiteY8" fmla="*/ 205174 h 1114702"/>
                <a:gd name="connsiteX9" fmla="*/ 34851 w 1758214"/>
                <a:gd name="connsiteY9" fmla="*/ 5820 h 1114702"/>
                <a:gd name="connsiteX10" fmla="*/ 6256 w 1758214"/>
                <a:gd name="connsiteY10" fmla="*/ 6035 h 1114702"/>
                <a:gd name="connsiteX11" fmla="*/ 6472 w 1758214"/>
                <a:gd name="connsiteY11" fmla="*/ 34657 h 1114702"/>
                <a:gd name="connsiteX12" fmla="*/ 194302 w 1758214"/>
                <a:gd name="connsiteY12" fmla="*/ 219579 h 1114702"/>
                <a:gd name="connsiteX13" fmla="*/ 6041 w 1758214"/>
                <a:gd name="connsiteY13" fmla="*/ 404851 h 1114702"/>
                <a:gd name="connsiteX14" fmla="*/ 521 w 1758214"/>
                <a:gd name="connsiteY14" fmla="*/ 423860 h 1114702"/>
                <a:gd name="connsiteX15" fmla="*/ 311480 w 1758214"/>
                <a:gd name="connsiteY15" fmla="*/ 917776 h 1114702"/>
                <a:gd name="connsiteX16" fmla="*/ 569423 w 1758214"/>
                <a:gd name="connsiteY16" fmla="*/ 1062472 h 1114702"/>
                <a:gd name="connsiteX17" fmla="*/ 864604 w 1758214"/>
                <a:gd name="connsiteY17" fmla="*/ 1114680 h 1114702"/>
                <a:gd name="connsiteX18" fmla="*/ 871389 w 1758214"/>
                <a:gd name="connsiteY18" fmla="*/ 1115865 h 1114702"/>
                <a:gd name="connsiteX19" fmla="*/ 1470475 w 1758214"/>
                <a:gd name="connsiteY19" fmla="*/ 885466 h 1114702"/>
                <a:gd name="connsiteX20" fmla="*/ 1760216 w 1758214"/>
                <a:gd name="connsiteY20" fmla="*/ 319014 h 1114702"/>
                <a:gd name="connsiteX21" fmla="*/ 1742284 w 1758214"/>
                <a:gd name="connsiteY21" fmla="*/ 296746 h 111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58214" h="1114702">
                  <a:moveTo>
                    <a:pt x="1742284" y="296746"/>
                  </a:moveTo>
                  <a:cubicBezTo>
                    <a:pt x="1731164" y="295508"/>
                    <a:pt x="1721202" y="303585"/>
                    <a:pt x="1719990" y="314679"/>
                  </a:cubicBezTo>
                  <a:cubicBezTo>
                    <a:pt x="1714928" y="361528"/>
                    <a:pt x="1706124" y="407113"/>
                    <a:pt x="1693954" y="451162"/>
                  </a:cubicBezTo>
                  <a:cubicBezTo>
                    <a:pt x="1693334" y="452374"/>
                    <a:pt x="1692796" y="453666"/>
                    <a:pt x="1692419" y="455013"/>
                  </a:cubicBezTo>
                  <a:cubicBezTo>
                    <a:pt x="1588568" y="819634"/>
                    <a:pt x="1250927" y="1074292"/>
                    <a:pt x="871362" y="1074292"/>
                  </a:cubicBezTo>
                  <a:cubicBezTo>
                    <a:pt x="475831" y="1074292"/>
                    <a:pt x="136628" y="808163"/>
                    <a:pt x="42551" y="425691"/>
                  </a:cubicBezTo>
                  <a:lnTo>
                    <a:pt x="237328" y="234011"/>
                  </a:lnTo>
                  <a:cubicBezTo>
                    <a:pt x="241178" y="230214"/>
                    <a:pt x="243359" y="225018"/>
                    <a:pt x="243359" y="219606"/>
                  </a:cubicBezTo>
                  <a:cubicBezTo>
                    <a:pt x="243359" y="214194"/>
                    <a:pt x="241178" y="208997"/>
                    <a:pt x="237328" y="205174"/>
                  </a:cubicBezTo>
                  <a:lnTo>
                    <a:pt x="34851" y="5820"/>
                  </a:lnTo>
                  <a:cubicBezTo>
                    <a:pt x="26881" y="-2016"/>
                    <a:pt x="14091" y="-1935"/>
                    <a:pt x="6256" y="6035"/>
                  </a:cubicBezTo>
                  <a:cubicBezTo>
                    <a:pt x="-1579" y="14005"/>
                    <a:pt x="-1471" y="26794"/>
                    <a:pt x="6472" y="34657"/>
                  </a:cubicBezTo>
                  <a:lnTo>
                    <a:pt x="194302" y="219579"/>
                  </a:lnTo>
                  <a:lnTo>
                    <a:pt x="6041" y="404851"/>
                  </a:lnTo>
                  <a:cubicBezTo>
                    <a:pt x="1033" y="409805"/>
                    <a:pt x="-1067" y="416994"/>
                    <a:pt x="521" y="423860"/>
                  </a:cubicBezTo>
                  <a:cubicBezTo>
                    <a:pt x="45459" y="617237"/>
                    <a:pt x="155879" y="792628"/>
                    <a:pt x="311480" y="917776"/>
                  </a:cubicBezTo>
                  <a:cubicBezTo>
                    <a:pt x="389186" y="980269"/>
                    <a:pt x="475966" y="1028950"/>
                    <a:pt x="569423" y="1062472"/>
                  </a:cubicBezTo>
                  <a:cubicBezTo>
                    <a:pt x="664011" y="1096398"/>
                    <a:pt x="763285" y="1113926"/>
                    <a:pt x="864604" y="1114680"/>
                  </a:cubicBezTo>
                  <a:cubicBezTo>
                    <a:pt x="866731" y="1115434"/>
                    <a:pt x="868993" y="1115865"/>
                    <a:pt x="871389" y="1115865"/>
                  </a:cubicBezTo>
                  <a:cubicBezTo>
                    <a:pt x="1093226" y="1115865"/>
                    <a:pt x="1305988" y="1034039"/>
                    <a:pt x="1470475" y="885466"/>
                  </a:cubicBezTo>
                  <a:cubicBezTo>
                    <a:pt x="1633749" y="737969"/>
                    <a:pt x="1736657" y="536811"/>
                    <a:pt x="1760216" y="319014"/>
                  </a:cubicBezTo>
                  <a:cubicBezTo>
                    <a:pt x="1761428" y="307947"/>
                    <a:pt x="1753377" y="297958"/>
                    <a:pt x="1742284" y="296746"/>
                  </a:cubicBezTo>
                  <a:close/>
                </a:path>
              </a:pathLst>
            </a:custGeom>
            <a:solidFill>
              <a:schemeClr val="bg1"/>
            </a:solidFill>
            <a:ln w="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C3450CD-7411-4C93-93FE-06653B758009}"/>
                </a:ext>
              </a:extLst>
            </p:cNvPr>
            <p:cNvSpPr/>
            <p:nvPr/>
          </p:nvSpPr>
          <p:spPr>
            <a:xfrm>
              <a:off x="5155453" y="3089423"/>
              <a:ext cx="285407" cy="395800"/>
            </a:xfrm>
            <a:custGeom>
              <a:avLst/>
              <a:gdLst>
                <a:gd name="connsiteX0" fmla="*/ 286759 w 285406"/>
                <a:gd name="connsiteY0" fmla="*/ 198250 h 395800"/>
                <a:gd name="connsiteX1" fmla="*/ 84470 w 285406"/>
                <a:gd name="connsiteY1" fmla="*/ 0 h 395800"/>
                <a:gd name="connsiteX2" fmla="*/ 84470 w 285406"/>
                <a:gd name="connsiteY2" fmla="*/ 186107 h 395800"/>
                <a:gd name="connsiteX3" fmla="*/ 23592 w 285406"/>
                <a:gd name="connsiteY3" fmla="*/ 186107 h 395800"/>
                <a:gd name="connsiteX4" fmla="*/ 22299 w 285406"/>
                <a:gd name="connsiteY4" fmla="*/ 147577 h 395800"/>
                <a:gd name="connsiteX5" fmla="*/ 21546 w 285406"/>
                <a:gd name="connsiteY5" fmla="*/ 137938 h 395800"/>
                <a:gd name="connsiteX6" fmla="*/ 9941 w 285406"/>
                <a:gd name="connsiteY6" fmla="*/ 128029 h 395800"/>
                <a:gd name="connsiteX7" fmla="*/ 33 w 285406"/>
                <a:gd name="connsiteY7" fmla="*/ 139634 h 395800"/>
                <a:gd name="connsiteX8" fmla="*/ 786 w 285406"/>
                <a:gd name="connsiteY8" fmla="*/ 149004 h 395800"/>
                <a:gd name="connsiteX9" fmla="*/ 2106 w 285406"/>
                <a:gd name="connsiteY9" fmla="*/ 196877 h 395800"/>
                <a:gd name="connsiteX10" fmla="*/ 2106 w 285406"/>
                <a:gd name="connsiteY10" fmla="*/ 207674 h 395800"/>
                <a:gd name="connsiteX11" fmla="*/ 84470 w 285406"/>
                <a:gd name="connsiteY11" fmla="*/ 207674 h 395800"/>
                <a:gd name="connsiteX12" fmla="*/ 84470 w 285406"/>
                <a:gd name="connsiteY12" fmla="*/ 396473 h 395800"/>
                <a:gd name="connsiteX13" fmla="*/ 286759 w 285406"/>
                <a:gd name="connsiteY13" fmla="*/ 198250 h 39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5406" h="395800">
                  <a:moveTo>
                    <a:pt x="286759" y="198250"/>
                  </a:moveTo>
                  <a:lnTo>
                    <a:pt x="84470" y="0"/>
                  </a:lnTo>
                  <a:lnTo>
                    <a:pt x="84470" y="186107"/>
                  </a:lnTo>
                  <a:lnTo>
                    <a:pt x="23592" y="186107"/>
                  </a:lnTo>
                  <a:cubicBezTo>
                    <a:pt x="23430" y="173317"/>
                    <a:pt x="23000" y="160447"/>
                    <a:pt x="22299" y="147577"/>
                  </a:cubicBezTo>
                  <a:lnTo>
                    <a:pt x="21546" y="137938"/>
                  </a:lnTo>
                  <a:cubicBezTo>
                    <a:pt x="21061" y="131987"/>
                    <a:pt x="15918" y="127545"/>
                    <a:pt x="9941" y="128029"/>
                  </a:cubicBezTo>
                  <a:cubicBezTo>
                    <a:pt x="3991" y="128514"/>
                    <a:pt x="-425" y="133684"/>
                    <a:pt x="33" y="139634"/>
                  </a:cubicBezTo>
                  <a:lnTo>
                    <a:pt x="786" y="149004"/>
                  </a:lnTo>
                  <a:cubicBezTo>
                    <a:pt x="1648" y="164863"/>
                    <a:pt x="2106" y="180964"/>
                    <a:pt x="2106" y="196877"/>
                  </a:cubicBezTo>
                  <a:lnTo>
                    <a:pt x="2106" y="207674"/>
                  </a:lnTo>
                  <a:lnTo>
                    <a:pt x="84470" y="207674"/>
                  </a:lnTo>
                  <a:lnTo>
                    <a:pt x="84470" y="396473"/>
                  </a:lnTo>
                  <a:lnTo>
                    <a:pt x="286759" y="198250"/>
                  </a:lnTo>
                  <a:close/>
                </a:path>
              </a:pathLst>
            </a:custGeom>
            <a:solidFill>
              <a:schemeClr val="bg1"/>
            </a:solidFill>
            <a:ln w="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DAE2A73-4720-4E31-92B9-3F1BAA24E730}"/>
              </a:ext>
            </a:extLst>
          </p:cNvPr>
          <p:cNvGrpSpPr/>
          <p:nvPr/>
        </p:nvGrpSpPr>
        <p:grpSpPr>
          <a:xfrm>
            <a:off x="5320601" y="2392276"/>
            <a:ext cx="2022081" cy="1775830"/>
            <a:chOff x="5320601" y="2392276"/>
            <a:chExt cx="2022081" cy="1775830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CD42B02F-8E9A-4D8F-B207-3738909C78AE}"/>
                </a:ext>
              </a:extLst>
            </p:cNvPr>
            <p:cNvGrpSpPr/>
            <p:nvPr/>
          </p:nvGrpSpPr>
          <p:grpSpPr>
            <a:xfrm>
              <a:off x="5359206" y="3371674"/>
              <a:ext cx="1710631" cy="796432"/>
              <a:chOff x="5261887" y="3371674"/>
              <a:chExt cx="1710631" cy="796432"/>
            </a:xfrm>
            <a:solidFill>
              <a:schemeClr val="bg1"/>
            </a:solidFill>
          </p:grpSpPr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CCEC067-95E6-419D-8AD7-A68FCF807679}"/>
                  </a:ext>
                </a:extLst>
              </p:cNvPr>
              <p:cNvSpPr/>
              <p:nvPr/>
            </p:nvSpPr>
            <p:spPr>
              <a:xfrm>
                <a:off x="5985373" y="4143873"/>
                <a:ext cx="99623" cy="24233"/>
              </a:xfrm>
              <a:custGeom>
                <a:avLst/>
                <a:gdLst>
                  <a:gd name="connsiteX0" fmla="*/ 91696 w 99623"/>
                  <a:gd name="connsiteY0" fmla="*/ 5325 h 24232"/>
                  <a:gd name="connsiteX1" fmla="*/ 11998 w 99623"/>
                  <a:gd name="connsiteY1" fmla="*/ 75 h 24232"/>
                  <a:gd name="connsiteX2" fmla="*/ 70 w 99623"/>
                  <a:gd name="connsiteY2" fmla="*/ 9580 h 24232"/>
                  <a:gd name="connsiteX3" fmla="*/ 9574 w 99623"/>
                  <a:gd name="connsiteY3" fmla="*/ 21508 h 24232"/>
                  <a:gd name="connsiteX4" fmla="*/ 91239 w 99623"/>
                  <a:gd name="connsiteY4" fmla="*/ 26893 h 24232"/>
                  <a:gd name="connsiteX5" fmla="*/ 91454 w 99623"/>
                  <a:gd name="connsiteY5" fmla="*/ 26893 h 24232"/>
                  <a:gd name="connsiteX6" fmla="*/ 102224 w 99623"/>
                  <a:gd name="connsiteY6" fmla="*/ 16311 h 24232"/>
                  <a:gd name="connsiteX7" fmla="*/ 91696 w 99623"/>
                  <a:gd name="connsiteY7" fmla="*/ 5325 h 24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4232">
                    <a:moveTo>
                      <a:pt x="91696" y="5325"/>
                    </a:moveTo>
                    <a:cubicBezTo>
                      <a:pt x="65094" y="4787"/>
                      <a:pt x="38277" y="3037"/>
                      <a:pt x="11998" y="75"/>
                    </a:cubicBezTo>
                    <a:cubicBezTo>
                      <a:pt x="6101" y="-625"/>
                      <a:pt x="743" y="3656"/>
                      <a:pt x="70" y="9580"/>
                    </a:cubicBezTo>
                    <a:cubicBezTo>
                      <a:pt x="-603" y="15503"/>
                      <a:pt x="3678" y="20834"/>
                      <a:pt x="9574" y="21508"/>
                    </a:cubicBezTo>
                    <a:cubicBezTo>
                      <a:pt x="36526" y="24523"/>
                      <a:pt x="64017" y="26354"/>
                      <a:pt x="91239" y="26893"/>
                    </a:cubicBezTo>
                    <a:cubicBezTo>
                      <a:pt x="91319" y="26893"/>
                      <a:pt x="91373" y="26893"/>
                      <a:pt x="91454" y="26893"/>
                    </a:cubicBezTo>
                    <a:cubicBezTo>
                      <a:pt x="97324" y="26893"/>
                      <a:pt x="102116" y="22208"/>
                      <a:pt x="102224" y="16311"/>
                    </a:cubicBezTo>
                    <a:cubicBezTo>
                      <a:pt x="102385" y="10360"/>
                      <a:pt x="97673" y="5433"/>
                      <a:pt x="91696" y="532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6528CA4A-9717-4B63-8BFF-2FD872B18E44}"/>
                  </a:ext>
                </a:extLst>
              </p:cNvPr>
              <p:cNvSpPr/>
              <p:nvPr/>
            </p:nvSpPr>
            <p:spPr>
              <a:xfrm>
                <a:off x="6146939" y="4137657"/>
                <a:ext cx="99623" cy="29618"/>
              </a:xfrm>
              <a:custGeom>
                <a:avLst/>
                <a:gdLst>
                  <a:gd name="connsiteX0" fmla="*/ 89339 w 99623"/>
                  <a:gd name="connsiteY0" fmla="*/ 152 h 29617"/>
                  <a:gd name="connsiteX1" fmla="*/ 10018 w 99623"/>
                  <a:gd name="connsiteY1" fmla="*/ 9495 h 29617"/>
                  <a:gd name="connsiteX2" fmla="*/ 29 w 99623"/>
                  <a:gd name="connsiteY2" fmla="*/ 21019 h 29617"/>
                  <a:gd name="connsiteX3" fmla="*/ 10772 w 99623"/>
                  <a:gd name="connsiteY3" fmla="*/ 31035 h 29617"/>
                  <a:gd name="connsiteX4" fmla="*/ 11552 w 99623"/>
                  <a:gd name="connsiteY4" fmla="*/ 31008 h 29617"/>
                  <a:gd name="connsiteX5" fmla="*/ 92867 w 99623"/>
                  <a:gd name="connsiteY5" fmla="*/ 21423 h 29617"/>
                  <a:gd name="connsiteX6" fmla="*/ 101752 w 99623"/>
                  <a:gd name="connsiteY6" fmla="*/ 9010 h 29617"/>
                  <a:gd name="connsiteX7" fmla="*/ 89339 w 99623"/>
                  <a:gd name="connsiteY7" fmla="*/ 152 h 29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9617">
                    <a:moveTo>
                      <a:pt x="89339" y="152"/>
                    </a:moveTo>
                    <a:cubicBezTo>
                      <a:pt x="63195" y="4460"/>
                      <a:pt x="36512" y="7610"/>
                      <a:pt x="10018" y="9495"/>
                    </a:cubicBezTo>
                    <a:cubicBezTo>
                      <a:pt x="4067" y="9926"/>
                      <a:pt x="-402" y="15095"/>
                      <a:pt x="29" y="21019"/>
                    </a:cubicBezTo>
                    <a:cubicBezTo>
                      <a:pt x="432" y="26700"/>
                      <a:pt x="5171" y="31035"/>
                      <a:pt x="10772" y="31035"/>
                    </a:cubicBezTo>
                    <a:cubicBezTo>
                      <a:pt x="11041" y="31035"/>
                      <a:pt x="11283" y="31035"/>
                      <a:pt x="11552" y="31008"/>
                    </a:cubicBezTo>
                    <a:cubicBezTo>
                      <a:pt x="38720" y="29070"/>
                      <a:pt x="66076" y="25838"/>
                      <a:pt x="92867" y="21423"/>
                    </a:cubicBezTo>
                    <a:cubicBezTo>
                      <a:pt x="98736" y="20453"/>
                      <a:pt x="102721" y="14907"/>
                      <a:pt x="101752" y="9010"/>
                    </a:cubicBezTo>
                    <a:cubicBezTo>
                      <a:pt x="100756" y="3168"/>
                      <a:pt x="95236" y="-844"/>
                      <a:pt x="89339" y="15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F7366AB3-36F0-4706-8E14-9D7C21E045CE}"/>
                  </a:ext>
                </a:extLst>
              </p:cNvPr>
              <p:cNvSpPr/>
              <p:nvPr/>
            </p:nvSpPr>
            <p:spPr>
              <a:xfrm>
                <a:off x="5542273" y="3961332"/>
                <a:ext cx="86161" cy="67313"/>
              </a:xfrm>
              <a:custGeom>
                <a:avLst/>
                <a:gdLst>
                  <a:gd name="connsiteX0" fmla="*/ 82373 w 86160"/>
                  <a:gd name="connsiteY0" fmla="*/ 48932 h 67312"/>
                  <a:gd name="connsiteX1" fmla="*/ 17483 w 86160"/>
                  <a:gd name="connsiteY1" fmla="*/ 2325 h 67312"/>
                  <a:gd name="connsiteX2" fmla="*/ 2325 w 86160"/>
                  <a:gd name="connsiteY2" fmla="*/ 4102 h 67312"/>
                  <a:gd name="connsiteX3" fmla="*/ 4102 w 86160"/>
                  <a:gd name="connsiteY3" fmla="*/ 19261 h 67312"/>
                  <a:gd name="connsiteX4" fmla="*/ 70607 w 86160"/>
                  <a:gd name="connsiteY4" fmla="*/ 67026 h 67312"/>
                  <a:gd name="connsiteX5" fmla="*/ 76477 w 86160"/>
                  <a:gd name="connsiteY5" fmla="*/ 68776 h 67312"/>
                  <a:gd name="connsiteX6" fmla="*/ 85523 w 86160"/>
                  <a:gd name="connsiteY6" fmla="*/ 63876 h 67312"/>
                  <a:gd name="connsiteX7" fmla="*/ 82373 w 86160"/>
                  <a:gd name="connsiteY7" fmla="*/ 48932 h 6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6160" h="67312">
                    <a:moveTo>
                      <a:pt x="82373" y="48932"/>
                    </a:moveTo>
                    <a:cubicBezTo>
                      <a:pt x="60160" y="34473"/>
                      <a:pt x="38324" y="18803"/>
                      <a:pt x="17483" y="2325"/>
                    </a:cubicBezTo>
                    <a:cubicBezTo>
                      <a:pt x="12799" y="-1364"/>
                      <a:pt x="6013" y="-583"/>
                      <a:pt x="2325" y="4102"/>
                    </a:cubicBezTo>
                    <a:cubicBezTo>
                      <a:pt x="-1364" y="8787"/>
                      <a:pt x="-583" y="15572"/>
                      <a:pt x="4102" y="19261"/>
                    </a:cubicBezTo>
                    <a:cubicBezTo>
                      <a:pt x="25454" y="36143"/>
                      <a:pt x="47828" y="52217"/>
                      <a:pt x="70607" y="67026"/>
                    </a:cubicBezTo>
                    <a:cubicBezTo>
                      <a:pt x="72411" y="68211"/>
                      <a:pt x="74457" y="68776"/>
                      <a:pt x="76477" y="68776"/>
                    </a:cubicBezTo>
                    <a:cubicBezTo>
                      <a:pt x="80004" y="68776"/>
                      <a:pt x="83477" y="67053"/>
                      <a:pt x="85523" y="63876"/>
                    </a:cubicBezTo>
                    <a:cubicBezTo>
                      <a:pt x="88781" y="58868"/>
                      <a:pt x="87355" y="52190"/>
                      <a:pt x="82373" y="4893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3C002A92-FDF0-4FB3-97EB-B312E7B9FB18}"/>
                  </a:ext>
                </a:extLst>
              </p:cNvPr>
              <p:cNvSpPr/>
              <p:nvPr/>
            </p:nvSpPr>
            <p:spPr>
              <a:xfrm>
                <a:off x="5677710" y="4049462"/>
                <a:ext cx="94238" cy="53850"/>
              </a:xfrm>
              <a:custGeom>
                <a:avLst/>
                <a:gdLst>
                  <a:gd name="connsiteX0" fmla="*/ 88185 w 94238"/>
                  <a:gd name="connsiteY0" fmla="*/ 35089 h 53850"/>
                  <a:gd name="connsiteX1" fmla="*/ 15810 w 94238"/>
                  <a:gd name="connsiteY1" fmla="*/ 1244 h 53850"/>
                  <a:gd name="connsiteX2" fmla="*/ 1244 w 94238"/>
                  <a:gd name="connsiteY2" fmla="*/ 5767 h 53850"/>
                  <a:gd name="connsiteX3" fmla="*/ 5767 w 94238"/>
                  <a:gd name="connsiteY3" fmla="*/ 20334 h 53850"/>
                  <a:gd name="connsiteX4" fmla="*/ 79946 w 94238"/>
                  <a:gd name="connsiteY4" fmla="*/ 55040 h 53850"/>
                  <a:gd name="connsiteX5" fmla="*/ 84066 w 94238"/>
                  <a:gd name="connsiteY5" fmla="*/ 55848 h 53850"/>
                  <a:gd name="connsiteX6" fmla="*/ 94055 w 94238"/>
                  <a:gd name="connsiteY6" fmla="*/ 49170 h 53850"/>
                  <a:gd name="connsiteX7" fmla="*/ 88185 w 94238"/>
                  <a:gd name="connsiteY7" fmla="*/ 35089 h 5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238" h="53850">
                    <a:moveTo>
                      <a:pt x="88185" y="35089"/>
                    </a:moveTo>
                    <a:cubicBezTo>
                      <a:pt x="63683" y="24992"/>
                      <a:pt x="39316" y="13602"/>
                      <a:pt x="15810" y="1244"/>
                    </a:cubicBezTo>
                    <a:cubicBezTo>
                      <a:pt x="10533" y="-1530"/>
                      <a:pt x="4017" y="490"/>
                      <a:pt x="1244" y="5767"/>
                    </a:cubicBezTo>
                    <a:cubicBezTo>
                      <a:pt x="-1530" y="11044"/>
                      <a:pt x="490" y="17560"/>
                      <a:pt x="5767" y="20334"/>
                    </a:cubicBezTo>
                    <a:cubicBezTo>
                      <a:pt x="29865" y="33015"/>
                      <a:pt x="54825" y="44674"/>
                      <a:pt x="79946" y="55040"/>
                    </a:cubicBezTo>
                    <a:cubicBezTo>
                      <a:pt x="81292" y="55606"/>
                      <a:pt x="82692" y="55848"/>
                      <a:pt x="84066" y="55848"/>
                    </a:cubicBezTo>
                    <a:cubicBezTo>
                      <a:pt x="88293" y="55848"/>
                      <a:pt x="92331" y="53344"/>
                      <a:pt x="94055" y="49170"/>
                    </a:cubicBezTo>
                    <a:cubicBezTo>
                      <a:pt x="96344" y="43651"/>
                      <a:pt x="93705" y="37350"/>
                      <a:pt x="88185" y="35089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EB9CA447-D2EE-46B8-BA71-6D77D3813708}"/>
                  </a:ext>
                </a:extLst>
              </p:cNvPr>
              <p:cNvSpPr/>
              <p:nvPr/>
            </p:nvSpPr>
            <p:spPr>
              <a:xfrm>
                <a:off x="5261887" y="3572772"/>
                <a:ext cx="51158" cy="94238"/>
              </a:xfrm>
              <a:custGeom>
                <a:avLst/>
                <a:gdLst>
                  <a:gd name="connsiteX0" fmla="*/ 20943 w 51157"/>
                  <a:gd name="connsiteY0" fmla="*/ 7120 h 94238"/>
                  <a:gd name="connsiteX1" fmla="*/ 7130 w 51157"/>
                  <a:gd name="connsiteY1" fmla="*/ 631 h 94238"/>
                  <a:gd name="connsiteX2" fmla="*/ 641 w 51157"/>
                  <a:gd name="connsiteY2" fmla="*/ 14443 h 94238"/>
                  <a:gd name="connsiteX3" fmla="*/ 32036 w 51157"/>
                  <a:gd name="connsiteY3" fmla="*/ 90022 h 94238"/>
                  <a:gd name="connsiteX4" fmla="*/ 41810 w 51157"/>
                  <a:gd name="connsiteY4" fmla="*/ 96215 h 94238"/>
                  <a:gd name="connsiteX5" fmla="*/ 46387 w 51157"/>
                  <a:gd name="connsiteY5" fmla="*/ 95192 h 94238"/>
                  <a:gd name="connsiteX6" fmla="*/ 51557 w 51157"/>
                  <a:gd name="connsiteY6" fmla="*/ 80841 h 94238"/>
                  <a:gd name="connsiteX7" fmla="*/ 20943 w 51157"/>
                  <a:gd name="connsiteY7" fmla="*/ 7120 h 94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7" h="94238">
                    <a:moveTo>
                      <a:pt x="20943" y="7120"/>
                    </a:moveTo>
                    <a:cubicBezTo>
                      <a:pt x="18924" y="1519"/>
                      <a:pt x="12731" y="-1362"/>
                      <a:pt x="7130" y="631"/>
                    </a:cubicBezTo>
                    <a:cubicBezTo>
                      <a:pt x="1530" y="2650"/>
                      <a:pt x="-1378" y="8843"/>
                      <a:pt x="641" y="14443"/>
                    </a:cubicBezTo>
                    <a:cubicBezTo>
                      <a:pt x="9877" y="39995"/>
                      <a:pt x="20459" y="65440"/>
                      <a:pt x="32036" y="90022"/>
                    </a:cubicBezTo>
                    <a:cubicBezTo>
                      <a:pt x="33867" y="93926"/>
                      <a:pt x="37744" y="96215"/>
                      <a:pt x="41810" y="96215"/>
                    </a:cubicBezTo>
                    <a:cubicBezTo>
                      <a:pt x="43345" y="96215"/>
                      <a:pt x="44907" y="95892"/>
                      <a:pt x="46387" y="95192"/>
                    </a:cubicBezTo>
                    <a:cubicBezTo>
                      <a:pt x="51772" y="92661"/>
                      <a:pt x="54088" y="86226"/>
                      <a:pt x="51557" y="80841"/>
                    </a:cubicBezTo>
                    <a:cubicBezTo>
                      <a:pt x="40276" y="56851"/>
                      <a:pt x="29963" y="32052"/>
                      <a:pt x="20943" y="712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07098E9B-0DF3-4FBE-9A9D-A1647CB2D5E5}"/>
                  </a:ext>
                </a:extLst>
              </p:cNvPr>
              <p:cNvSpPr/>
              <p:nvPr/>
            </p:nvSpPr>
            <p:spPr>
              <a:xfrm>
                <a:off x="5330692" y="3718896"/>
                <a:ext cx="64620" cy="88853"/>
              </a:xfrm>
              <a:custGeom>
                <a:avLst/>
                <a:gdLst>
                  <a:gd name="connsiteX0" fmla="*/ 20097 w 64620"/>
                  <a:gd name="connsiteY0" fmla="*/ 5315 h 88853"/>
                  <a:gd name="connsiteX1" fmla="*/ 5315 w 64620"/>
                  <a:gd name="connsiteY1" fmla="*/ 1492 h 88853"/>
                  <a:gd name="connsiteX2" fmla="*/ 1492 w 64620"/>
                  <a:gd name="connsiteY2" fmla="*/ 16274 h 88853"/>
                  <a:gd name="connsiteX3" fmla="*/ 46295 w 64620"/>
                  <a:gd name="connsiteY3" fmla="*/ 84771 h 88853"/>
                  <a:gd name="connsiteX4" fmla="*/ 55046 w 64620"/>
                  <a:gd name="connsiteY4" fmla="*/ 89241 h 88853"/>
                  <a:gd name="connsiteX5" fmla="*/ 61347 w 64620"/>
                  <a:gd name="connsiteY5" fmla="*/ 87195 h 88853"/>
                  <a:gd name="connsiteX6" fmla="*/ 63770 w 64620"/>
                  <a:gd name="connsiteY6" fmla="*/ 72144 h 88853"/>
                  <a:gd name="connsiteX7" fmla="*/ 20097 w 64620"/>
                  <a:gd name="connsiteY7" fmla="*/ 5315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620" h="88853">
                    <a:moveTo>
                      <a:pt x="20097" y="5315"/>
                    </a:moveTo>
                    <a:cubicBezTo>
                      <a:pt x="17082" y="173"/>
                      <a:pt x="10458" y="-1524"/>
                      <a:pt x="5315" y="1492"/>
                    </a:cubicBezTo>
                    <a:cubicBezTo>
                      <a:pt x="173" y="4507"/>
                      <a:pt x="-1524" y="11131"/>
                      <a:pt x="1492" y="16274"/>
                    </a:cubicBezTo>
                    <a:cubicBezTo>
                      <a:pt x="15305" y="39672"/>
                      <a:pt x="30383" y="62720"/>
                      <a:pt x="46295" y="84771"/>
                    </a:cubicBezTo>
                    <a:cubicBezTo>
                      <a:pt x="48396" y="87679"/>
                      <a:pt x="51707" y="89241"/>
                      <a:pt x="55046" y="89241"/>
                    </a:cubicBezTo>
                    <a:cubicBezTo>
                      <a:pt x="57227" y="89241"/>
                      <a:pt x="59435" y="88568"/>
                      <a:pt x="61347" y="87195"/>
                    </a:cubicBezTo>
                    <a:cubicBezTo>
                      <a:pt x="66166" y="83695"/>
                      <a:pt x="67270" y="76963"/>
                      <a:pt x="63770" y="72144"/>
                    </a:cubicBezTo>
                    <a:cubicBezTo>
                      <a:pt x="48288" y="50630"/>
                      <a:pt x="33587" y="28148"/>
                      <a:pt x="20097" y="531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DCA5580D-45F7-4BBA-81FF-BDBBA1D73F85}"/>
                  </a:ext>
                </a:extLst>
              </p:cNvPr>
              <p:cNvSpPr/>
              <p:nvPr/>
            </p:nvSpPr>
            <p:spPr>
              <a:xfrm>
                <a:off x="5425284" y="3849863"/>
                <a:ext cx="75391" cy="78083"/>
              </a:xfrm>
              <a:custGeom>
                <a:avLst/>
                <a:gdLst>
                  <a:gd name="connsiteX0" fmla="*/ 18909 w 75390"/>
                  <a:gd name="connsiteY0" fmla="*/ 3696 h 78083"/>
                  <a:gd name="connsiteX1" fmla="*/ 3696 w 75390"/>
                  <a:gd name="connsiteY1" fmla="*/ 2673 h 78083"/>
                  <a:gd name="connsiteX2" fmla="*/ 2673 w 75390"/>
                  <a:gd name="connsiteY2" fmla="*/ 17886 h 78083"/>
                  <a:gd name="connsiteX3" fmla="*/ 59297 w 75390"/>
                  <a:gd name="connsiteY3" fmla="*/ 77014 h 78083"/>
                  <a:gd name="connsiteX4" fmla="*/ 66728 w 75390"/>
                  <a:gd name="connsiteY4" fmla="*/ 80002 h 78083"/>
                  <a:gd name="connsiteX5" fmla="*/ 74536 w 75390"/>
                  <a:gd name="connsiteY5" fmla="*/ 76664 h 78083"/>
                  <a:gd name="connsiteX6" fmla="*/ 74159 w 75390"/>
                  <a:gd name="connsiteY6" fmla="*/ 61397 h 78083"/>
                  <a:gd name="connsiteX7" fmla="*/ 18909 w 75390"/>
                  <a:gd name="connsiteY7" fmla="*/ 3696 h 78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390" h="78083">
                    <a:moveTo>
                      <a:pt x="18909" y="3696"/>
                    </a:moveTo>
                    <a:cubicBezTo>
                      <a:pt x="15005" y="-800"/>
                      <a:pt x="8166" y="-1258"/>
                      <a:pt x="3696" y="2673"/>
                    </a:cubicBezTo>
                    <a:cubicBezTo>
                      <a:pt x="-800" y="6577"/>
                      <a:pt x="-1258" y="13416"/>
                      <a:pt x="2673" y="17886"/>
                    </a:cubicBezTo>
                    <a:cubicBezTo>
                      <a:pt x="20525" y="38349"/>
                      <a:pt x="39587" y="58247"/>
                      <a:pt x="59297" y="77014"/>
                    </a:cubicBezTo>
                    <a:cubicBezTo>
                      <a:pt x="61397" y="79006"/>
                      <a:pt x="64062" y="80002"/>
                      <a:pt x="66728" y="80002"/>
                    </a:cubicBezTo>
                    <a:cubicBezTo>
                      <a:pt x="69582" y="80002"/>
                      <a:pt x="72436" y="78871"/>
                      <a:pt x="74536" y="76664"/>
                    </a:cubicBezTo>
                    <a:cubicBezTo>
                      <a:pt x="78656" y="72356"/>
                      <a:pt x="78495" y="65516"/>
                      <a:pt x="74159" y="61397"/>
                    </a:cubicBezTo>
                    <a:cubicBezTo>
                      <a:pt x="54935" y="43088"/>
                      <a:pt x="36357" y="23675"/>
                      <a:pt x="18909" y="3696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6165F709-E5EB-4A28-8815-E0B034CEC919}"/>
                  </a:ext>
                </a:extLst>
              </p:cNvPr>
              <p:cNvSpPr/>
              <p:nvPr/>
            </p:nvSpPr>
            <p:spPr>
              <a:xfrm>
                <a:off x="5827157" y="4111052"/>
                <a:ext cx="99623" cy="40388"/>
              </a:xfrm>
              <a:custGeom>
                <a:avLst/>
                <a:gdLst>
                  <a:gd name="connsiteX0" fmla="*/ 91351 w 99623"/>
                  <a:gd name="connsiteY0" fmla="*/ 20322 h 40387"/>
                  <a:gd name="connsiteX1" fmla="*/ 13968 w 99623"/>
                  <a:gd name="connsiteY1" fmla="*/ 478 h 40387"/>
                  <a:gd name="connsiteX2" fmla="*/ 478 w 99623"/>
                  <a:gd name="connsiteY2" fmla="*/ 7613 h 40387"/>
                  <a:gd name="connsiteX3" fmla="*/ 7640 w 99623"/>
                  <a:gd name="connsiteY3" fmla="*/ 21103 h 40387"/>
                  <a:gd name="connsiteX4" fmla="*/ 86989 w 99623"/>
                  <a:gd name="connsiteY4" fmla="*/ 41458 h 40387"/>
                  <a:gd name="connsiteX5" fmla="*/ 89197 w 99623"/>
                  <a:gd name="connsiteY5" fmla="*/ 41674 h 40387"/>
                  <a:gd name="connsiteX6" fmla="*/ 99751 w 99623"/>
                  <a:gd name="connsiteY6" fmla="*/ 33085 h 40387"/>
                  <a:gd name="connsiteX7" fmla="*/ 91351 w 99623"/>
                  <a:gd name="connsiteY7" fmla="*/ 20322 h 40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40387">
                    <a:moveTo>
                      <a:pt x="91351" y="20322"/>
                    </a:moveTo>
                    <a:cubicBezTo>
                      <a:pt x="65368" y="14937"/>
                      <a:pt x="39331" y="8260"/>
                      <a:pt x="13968" y="478"/>
                    </a:cubicBezTo>
                    <a:cubicBezTo>
                      <a:pt x="8259" y="-1272"/>
                      <a:pt x="2228" y="1932"/>
                      <a:pt x="478" y="7613"/>
                    </a:cubicBezTo>
                    <a:cubicBezTo>
                      <a:pt x="-1272" y="13322"/>
                      <a:pt x="1932" y="19353"/>
                      <a:pt x="7640" y="21103"/>
                    </a:cubicBezTo>
                    <a:cubicBezTo>
                      <a:pt x="33650" y="29073"/>
                      <a:pt x="60333" y="35939"/>
                      <a:pt x="86989" y="41458"/>
                    </a:cubicBezTo>
                    <a:cubicBezTo>
                      <a:pt x="87716" y="41620"/>
                      <a:pt x="88470" y="41674"/>
                      <a:pt x="89197" y="41674"/>
                    </a:cubicBezTo>
                    <a:cubicBezTo>
                      <a:pt x="94205" y="41674"/>
                      <a:pt x="98701" y="38174"/>
                      <a:pt x="99751" y="33085"/>
                    </a:cubicBezTo>
                    <a:cubicBezTo>
                      <a:pt x="100936" y="27242"/>
                      <a:pt x="97193" y="21534"/>
                      <a:pt x="91351" y="2032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BC4A58E1-0A62-4E09-984E-A3C72C84B605}"/>
                  </a:ext>
                </a:extLst>
              </p:cNvPr>
              <p:cNvSpPr/>
              <p:nvPr/>
            </p:nvSpPr>
            <p:spPr>
              <a:xfrm>
                <a:off x="6893362" y="3530048"/>
                <a:ext cx="48465" cy="96931"/>
              </a:xfrm>
              <a:custGeom>
                <a:avLst/>
                <a:gdLst>
                  <a:gd name="connsiteX0" fmla="*/ 40952 w 48465"/>
                  <a:gd name="connsiteY0" fmla="*/ 464 h 96930"/>
                  <a:gd name="connsiteX1" fmla="*/ 27489 w 48465"/>
                  <a:gd name="connsiteY1" fmla="*/ 7679 h 96930"/>
                  <a:gd name="connsiteX2" fmla="*/ 806 w 48465"/>
                  <a:gd name="connsiteY2" fmla="*/ 82989 h 96930"/>
                  <a:gd name="connsiteX3" fmla="*/ 6729 w 48465"/>
                  <a:gd name="connsiteY3" fmla="*/ 97044 h 96930"/>
                  <a:gd name="connsiteX4" fmla="*/ 10795 w 48465"/>
                  <a:gd name="connsiteY4" fmla="*/ 97852 h 96930"/>
                  <a:gd name="connsiteX5" fmla="*/ 20784 w 48465"/>
                  <a:gd name="connsiteY5" fmla="*/ 91121 h 96930"/>
                  <a:gd name="connsiteX6" fmla="*/ 48140 w 48465"/>
                  <a:gd name="connsiteY6" fmla="*/ 13926 h 96930"/>
                  <a:gd name="connsiteX7" fmla="*/ 40952 w 48465"/>
                  <a:gd name="connsiteY7" fmla="*/ 464 h 96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465" h="96930">
                    <a:moveTo>
                      <a:pt x="40952" y="464"/>
                    </a:moveTo>
                    <a:cubicBezTo>
                      <a:pt x="35243" y="-1260"/>
                      <a:pt x="29239" y="1971"/>
                      <a:pt x="27489" y="7679"/>
                    </a:cubicBezTo>
                    <a:cubicBezTo>
                      <a:pt x="19815" y="33070"/>
                      <a:pt x="10849" y="58406"/>
                      <a:pt x="806" y="82989"/>
                    </a:cubicBezTo>
                    <a:cubicBezTo>
                      <a:pt x="-1456" y="88509"/>
                      <a:pt x="1210" y="94809"/>
                      <a:pt x="6729" y="97044"/>
                    </a:cubicBezTo>
                    <a:cubicBezTo>
                      <a:pt x="8049" y="97583"/>
                      <a:pt x="9449" y="97852"/>
                      <a:pt x="10795" y="97852"/>
                    </a:cubicBezTo>
                    <a:cubicBezTo>
                      <a:pt x="15049" y="97852"/>
                      <a:pt x="19088" y="95321"/>
                      <a:pt x="20784" y="91121"/>
                    </a:cubicBezTo>
                    <a:cubicBezTo>
                      <a:pt x="31070" y="65919"/>
                      <a:pt x="40251" y="39936"/>
                      <a:pt x="48140" y="13926"/>
                    </a:cubicBezTo>
                    <a:cubicBezTo>
                      <a:pt x="49863" y="8218"/>
                      <a:pt x="46632" y="2187"/>
                      <a:pt x="40952" y="46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781CC7F9-AE0C-4CAB-9B72-3E62F641B953}"/>
                  </a:ext>
                </a:extLst>
              </p:cNvPr>
              <p:cNvSpPr/>
              <p:nvPr/>
            </p:nvSpPr>
            <p:spPr>
              <a:xfrm>
                <a:off x="6818207" y="3679695"/>
                <a:ext cx="61928" cy="88853"/>
              </a:xfrm>
              <a:custGeom>
                <a:avLst/>
                <a:gdLst>
                  <a:gd name="connsiteX0" fmla="*/ 56952 w 61927"/>
                  <a:gd name="connsiteY0" fmla="*/ 1220 h 88853"/>
                  <a:gd name="connsiteX1" fmla="*/ 42386 w 61927"/>
                  <a:gd name="connsiteY1" fmla="*/ 5797 h 88853"/>
                  <a:gd name="connsiteX2" fmla="*/ 30296 w 61927"/>
                  <a:gd name="connsiteY2" fmla="*/ 28199 h 88853"/>
                  <a:gd name="connsiteX3" fmla="*/ 20576 w 61927"/>
                  <a:gd name="connsiteY3" fmla="*/ 44031 h 88853"/>
                  <a:gd name="connsiteX4" fmla="*/ 1729 w 61927"/>
                  <a:gd name="connsiteY4" fmla="*/ 74537 h 88853"/>
                  <a:gd name="connsiteX5" fmla="*/ 4933 w 61927"/>
                  <a:gd name="connsiteY5" fmla="*/ 89454 h 88853"/>
                  <a:gd name="connsiteX6" fmla="*/ 10776 w 61927"/>
                  <a:gd name="connsiteY6" fmla="*/ 91177 h 88853"/>
                  <a:gd name="connsiteX7" fmla="*/ 19849 w 61927"/>
                  <a:gd name="connsiteY7" fmla="*/ 86250 h 88853"/>
                  <a:gd name="connsiteX8" fmla="*/ 39047 w 61927"/>
                  <a:gd name="connsiteY8" fmla="*/ 55151 h 88853"/>
                  <a:gd name="connsiteX9" fmla="*/ 48794 w 61927"/>
                  <a:gd name="connsiteY9" fmla="*/ 39292 h 88853"/>
                  <a:gd name="connsiteX10" fmla="*/ 49009 w 61927"/>
                  <a:gd name="connsiteY10" fmla="*/ 38915 h 88853"/>
                  <a:gd name="connsiteX11" fmla="*/ 61529 w 61927"/>
                  <a:gd name="connsiteY11" fmla="*/ 15760 h 88853"/>
                  <a:gd name="connsiteX12" fmla="*/ 56952 w 61927"/>
                  <a:gd name="connsiteY12" fmla="*/ 1220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1927" h="88853">
                    <a:moveTo>
                      <a:pt x="56952" y="1220"/>
                    </a:moveTo>
                    <a:cubicBezTo>
                      <a:pt x="51675" y="-1526"/>
                      <a:pt x="45159" y="520"/>
                      <a:pt x="42386" y="5797"/>
                    </a:cubicBezTo>
                    <a:cubicBezTo>
                      <a:pt x="38482" y="13282"/>
                      <a:pt x="34416" y="20821"/>
                      <a:pt x="30296" y="28199"/>
                    </a:cubicBezTo>
                    <a:lnTo>
                      <a:pt x="20576" y="44031"/>
                    </a:lnTo>
                    <a:cubicBezTo>
                      <a:pt x="14545" y="54263"/>
                      <a:pt x="8218" y="64521"/>
                      <a:pt x="1729" y="74537"/>
                    </a:cubicBezTo>
                    <a:cubicBezTo>
                      <a:pt x="-1502" y="79545"/>
                      <a:pt x="-75" y="86223"/>
                      <a:pt x="4933" y="89454"/>
                    </a:cubicBezTo>
                    <a:cubicBezTo>
                      <a:pt x="6737" y="90611"/>
                      <a:pt x="8783" y="91177"/>
                      <a:pt x="10776" y="91177"/>
                    </a:cubicBezTo>
                    <a:cubicBezTo>
                      <a:pt x="14303" y="91177"/>
                      <a:pt x="17776" y="89427"/>
                      <a:pt x="19849" y="86250"/>
                    </a:cubicBezTo>
                    <a:cubicBezTo>
                      <a:pt x="26500" y="75991"/>
                      <a:pt x="32989" y="65463"/>
                      <a:pt x="39047" y="55151"/>
                    </a:cubicBezTo>
                    <a:lnTo>
                      <a:pt x="48794" y="39292"/>
                    </a:lnTo>
                    <a:lnTo>
                      <a:pt x="49009" y="38915"/>
                    </a:lnTo>
                    <a:cubicBezTo>
                      <a:pt x="53291" y="31268"/>
                      <a:pt x="57491" y="23487"/>
                      <a:pt x="61529" y="15760"/>
                    </a:cubicBezTo>
                    <a:cubicBezTo>
                      <a:pt x="64303" y="10482"/>
                      <a:pt x="62256" y="3966"/>
                      <a:pt x="56952" y="122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DF58174E-A796-4D45-A3D7-FED3B2C7D4E2}"/>
                  </a:ext>
                </a:extLst>
              </p:cNvPr>
              <p:cNvSpPr/>
              <p:nvPr/>
            </p:nvSpPr>
            <p:spPr>
              <a:xfrm>
                <a:off x="6940208" y="3371674"/>
                <a:ext cx="32310" cy="99623"/>
              </a:xfrm>
              <a:custGeom>
                <a:avLst/>
                <a:gdLst>
                  <a:gd name="connsiteX0" fmla="*/ 24343 w 32310"/>
                  <a:gd name="connsiteY0" fmla="*/ 60 h 99623"/>
                  <a:gd name="connsiteX1" fmla="*/ 12468 w 32310"/>
                  <a:gd name="connsiteY1" fmla="*/ 9618 h 99623"/>
                  <a:gd name="connsiteX2" fmla="*/ 218 w 32310"/>
                  <a:gd name="connsiteY2" fmla="*/ 88563 h 99623"/>
                  <a:gd name="connsiteX3" fmla="*/ 8645 w 32310"/>
                  <a:gd name="connsiteY3" fmla="*/ 101299 h 99623"/>
                  <a:gd name="connsiteX4" fmla="*/ 10799 w 32310"/>
                  <a:gd name="connsiteY4" fmla="*/ 101514 h 99623"/>
                  <a:gd name="connsiteX5" fmla="*/ 21354 w 32310"/>
                  <a:gd name="connsiteY5" fmla="*/ 92871 h 99623"/>
                  <a:gd name="connsiteX6" fmla="*/ 33928 w 32310"/>
                  <a:gd name="connsiteY6" fmla="*/ 11934 h 99623"/>
                  <a:gd name="connsiteX7" fmla="*/ 24343 w 32310"/>
                  <a:gd name="connsiteY7" fmla="*/ 60 h 99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10" h="99623">
                    <a:moveTo>
                      <a:pt x="24343" y="60"/>
                    </a:moveTo>
                    <a:cubicBezTo>
                      <a:pt x="18446" y="-559"/>
                      <a:pt x="13087" y="3695"/>
                      <a:pt x="12468" y="9618"/>
                    </a:cubicBezTo>
                    <a:cubicBezTo>
                      <a:pt x="9615" y="36032"/>
                      <a:pt x="5495" y="62607"/>
                      <a:pt x="218" y="88563"/>
                    </a:cubicBezTo>
                    <a:cubicBezTo>
                      <a:pt x="-967" y="94406"/>
                      <a:pt x="2803" y="100087"/>
                      <a:pt x="8645" y="101299"/>
                    </a:cubicBezTo>
                    <a:cubicBezTo>
                      <a:pt x="9372" y="101433"/>
                      <a:pt x="10099" y="101514"/>
                      <a:pt x="10799" y="101514"/>
                    </a:cubicBezTo>
                    <a:cubicBezTo>
                      <a:pt x="15834" y="101514"/>
                      <a:pt x="20331" y="97987"/>
                      <a:pt x="21354" y="92871"/>
                    </a:cubicBezTo>
                    <a:cubicBezTo>
                      <a:pt x="26766" y="66242"/>
                      <a:pt x="30993" y="39021"/>
                      <a:pt x="33928" y="11934"/>
                    </a:cubicBezTo>
                    <a:cubicBezTo>
                      <a:pt x="34547" y="6037"/>
                      <a:pt x="30266" y="706"/>
                      <a:pt x="24343" y="6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AA08F974-6CBD-47C6-BC61-0571CB8A50F4}"/>
                  </a:ext>
                </a:extLst>
              </p:cNvPr>
              <p:cNvSpPr/>
              <p:nvPr/>
            </p:nvSpPr>
            <p:spPr>
              <a:xfrm>
                <a:off x="6306333" y="4096654"/>
                <a:ext cx="96931" cy="43080"/>
              </a:xfrm>
              <a:custGeom>
                <a:avLst/>
                <a:gdLst>
                  <a:gd name="connsiteX0" fmla="*/ 84226 w 96930"/>
                  <a:gd name="connsiteY0" fmla="*/ 659 h 43080"/>
                  <a:gd name="connsiteX1" fmla="*/ 8055 w 96930"/>
                  <a:gd name="connsiteY1" fmla="*/ 24488 h 43080"/>
                  <a:gd name="connsiteX2" fmla="*/ 354 w 96930"/>
                  <a:gd name="connsiteY2" fmla="*/ 37654 h 43080"/>
                  <a:gd name="connsiteX3" fmla="*/ 10774 w 96930"/>
                  <a:gd name="connsiteY3" fmla="*/ 45705 h 43080"/>
                  <a:gd name="connsiteX4" fmla="*/ 13521 w 96930"/>
                  <a:gd name="connsiteY4" fmla="*/ 45355 h 43080"/>
                  <a:gd name="connsiteX5" fmla="*/ 91604 w 96930"/>
                  <a:gd name="connsiteY5" fmla="*/ 20907 h 43080"/>
                  <a:gd name="connsiteX6" fmla="*/ 98039 w 96930"/>
                  <a:gd name="connsiteY6" fmla="*/ 7067 h 43080"/>
                  <a:gd name="connsiteX7" fmla="*/ 84226 w 96930"/>
                  <a:gd name="connsiteY7" fmla="*/ 659 h 4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930" h="43080">
                    <a:moveTo>
                      <a:pt x="84226" y="659"/>
                    </a:moveTo>
                    <a:cubicBezTo>
                      <a:pt x="59347" y="9733"/>
                      <a:pt x="33714" y="17757"/>
                      <a:pt x="8055" y="24488"/>
                    </a:cubicBezTo>
                    <a:cubicBezTo>
                      <a:pt x="2293" y="25996"/>
                      <a:pt x="-1154" y="31892"/>
                      <a:pt x="354" y="37654"/>
                    </a:cubicBezTo>
                    <a:cubicBezTo>
                      <a:pt x="1620" y="42501"/>
                      <a:pt x="6008" y="45705"/>
                      <a:pt x="10774" y="45705"/>
                    </a:cubicBezTo>
                    <a:cubicBezTo>
                      <a:pt x="11690" y="45705"/>
                      <a:pt x="12605" y="45597"/>
                      <a:pt x="13521" y="45355"/>
                    </a:cubicBezTo>
                    <a:cubicBezTo>
                      <a:pt x="39827" y="38462"/>
                      <a:pt x="66106" y="30223"/>
                      <a:pt x="91604" y="20907"/>
                    </a:cubicBezTo>
                    <a:cubicBezTo>
                      <a:pt x="97204" y="18860"/>
                      <a:pt x="100085" y="12668"/>
                      <a:pt x="98039" y="7067"/>
                    </a:cubicBezTo>
                    <a:cubicBezTo>
                      <a:pt x="96019" y="1494"/>
                      <a:pt x="89800" y="-1387"/>
                      <a:pt x="84226" y="659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BD0CCE6-AB63-4991-93FC-89B84C476290}"/>
                  </a:ext>
                </a:extLst>
              </p:cNvPr>
              <p:cNvSpPr/>
              <p:nvPr/>
            </p:nvSpPr>
            <p:spPr>
              <a:xfrm>
                <a:off x="6718356" y="3815166"/>
                <a:ext cx="72698" cy="80776"/>
              </a:xfrm>
              <a:custGeom>
                <a:avLst/>
                <a:gdLst>
                  <a:gd name="connsiteX0" fmla="*/ 70319 w 72697"/>
                  <a:gd name="connsiteY0" fmla="*/ 2314 h 80775"/>
                  <a:gd name="connsiteX1" fmla="*/ 55160 w 72697"/>
                  <a:gd name="connsiteY1" fmla="*/ 4118 h 80775"/>
                  <a:gd name="connsiteX2" fmla="*/ 2952 w 72697"/>
                  <a:gd name="connsiteY2" fmla="*/ 64592 h 80775"/>
                  <a:gd name="connsiteX3" fmla="*/ 3356 w 72697"/>
                  <a:gd name="connsiteY3" fmla="*/ 79859 h 80775"/>
                  <a:gd name="connsiteX4" fmla="*/ 10761 w 72697"/>
                  <a:gd name="connsiteY4" fmla="*/ 82821 h 80775"/>
                  <a:gd name="connsiteX5" fmla="*/ 18596 w 72697"/>
                  <a:gd name="connsiteY5" fmla="*/ 79455 h 80775"/>
                  <a:gd name="connsiteX6" fmla="*/ 72096 w 72697"/>
                  <a:gd name="connsiteY6" fmla="*/ 17473 h 80775"/>
                  <a:gd name="connsiteX7" fmla="*/ 70319 w 72697"/>
                  <a:gd name="connsiteY7" fmla="*/ 2314 h 8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697" h="80775">
                    <a:moveTo>
                      <a:pt x="70319" y="2314"/>
                    </a:moveTo>
                    <a:cubicBezTo>
                      <a:pt x="65634" y="-1375"/>
                      <a:pt x="58849" y="-567"/>
                      <a:pt x="55160" y="4118"/>
                    </a:cubicBezTo>
                    <a:cubicBezTo>
                      <a:pt x="38763" y="24958"/>
                      <a:pt x="21208" y="45314"/>
                      <a:pt x="2952" y="64592"/>
                    </a:cubicBezTo>
                    <a:cubicBezTo>
                      <a:pt x="-1140" y="68927"/>
                      <a:pt x="-952" y="75739"/>
                      <a:pt x="3356" y="79859"/>
                    </a:cubicBezTo>
                    <a:cubicBezTo>
                      <a:pt x="5429" y="81824"/>
                      <a:pt x="8122" y="82821"/>
                      <a:pt x="10761" y="82821"/>
                    </a:cubicBezTo>
                    <a:cubicBezTo>
                      <a:pt x="13614" y="82821"/>
                      <a:pt x="16469" y="81690"/>
                      <a:pt x="18596" y="79455"/>
                    </a:cubicBezTo>
                    <a:cubicBezTo>
                      <a:pt x="37309" y="59719"/>
                      <a:pt x="55295" y="38852"/>
                      <a:pt x="72096" y="17473"/>
                    </a:cubicBezTo>
                    <a:cubicBezTo>
                      <a:pt x="75812" y="12761"/>
                      <a:pt x="75004" y="6003"/>
                      <a:pt x="70319" y="231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D302BA8B-5C5B-4916-8137-74518538C0A5}"/>
                  </a:ext>
                </a:extLst>
              </p:cNvPr>
              <p:cNvSpPr/>
              <p:nvPr/>
            </p:nvSpPr>
            <p:spPr>
              <a:xfrm>
                <a:off x="6458037" y="4027423"/>
                <a:ext cx="91546" cy="59235"/>
              </a:xfrm>
              <a:custGeom>
                <a:avLst/>
                <a:gdLst>
                  <a:gd name="connsiteX0" fmla="*/ 76626 w 91545"/>
                  <a:gd name="connsiteY0" fmla="*/ 1500 h 59235"/>
                  <a:gd name="connsiteX1" fmla="*/ 6163 w 91545"/>
                  <a:gd name="connsiteY1" fmla="*/ 39034 h 59235"/>
                  <a:gd name="connsiteX2" fmla="*/ 1047 w 91545"/>
                  <a:gd name="connsiteY2" fmla="*/ 53412 h 59235"/>
                  <a:gd name="connsiteX3" fmla="*/ 10794 w 91545"/>
                  <a:gd name="connsiteY3" fmla="*/ 59578 h 59235"/>
                  <a:gd name="connsiteX4" fmla="*/ 15398 w 91545"/>
                  <a:gd name="connsiteY4" fmla="*/ 58528 h 59235"/>
                  <a:gd name="connsiteX5" fmla="*/ 87639 w 91545"/>
                  <a:gd name="connsiteY5" fmla="*/ 20051 h 59235"/>
                  <a:gd name="connsiteX6" fmla="*/ 91408 w 91545"/>
                  <a:gd name="connsiteY6" fmla="*/ 5269 h 59235"/>
                  <a:gd name="connsiteX7" fmla="*/ 76626 w 91545"/>
                  <a:gd name="connsiteY7" fmla="*/ 1500 h 5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545" h="59235">
                    <a:moveTo>
                      <a:pt x="76626" y="1500"/>
                    </a:moveTo>
                    <a:cubicBezTo>
                      <a:pt x="53820" y="15043"/>
                      <a:pt x="30100" y="27671"/>
                      <a:pt x="6163" y="39034"/>
                    </a:cubicBezTo>
                    <a:cubicBezTo>
                      <a:pt x="778" y="41591"/>
                      <a:pt x="-1511" y="48027"/>
                      <a:pt x="1047" y="53412"/>
                    </a:cubicBezTo>
                    <a:cubicBezTo>
                      <a:pt x="2905" y="57289"/>
                      <a:pt x="6755" y="59578"/>
                      <a:pt x="10794" y="59578"/>
                    </a:cubicBezTo>
                    <a:cubicBezTo>
                      <a:pt x="12356" y="59578"/>
                      <a:pt x="13917" y="59254"/>
                      <a:pt x="15398" y="58528"/>
                    </a:cubicBezTo>
                    <a:cubicBezTo>
                      <a:pt x="39954" y="46869"/>
                      <a:pt x="64267" y="33918"/>
                      <a:pt x="87639" y="20051"/>
                    </a:cubicBezTo>
                    <a:cubicBezTo>
                      <a:pt x="92754" y="17009"/>
                      <a:pt x="94451" y="10385"/>
                      <a:pt x="91408" y="5269"/>
                    </a:cubicBezTo>
                    <a:cubicBezTo>
                      <a:pt x="88366" y="154"/>
                      <a:pt x="81742" y="-1516"/>
                      <a:pt x="76626" y="150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57DDE94-E2BC-4944-BAE4-23DE776C8409}"/>
                  </a:ext>
                </a:extLst>
              </p:cNvPr>
              <p:cNvSpPr/>
              <p:nvPr/>
            </p:nvSpPr>
            <p:spPr>
              <a:xfrm>
                <a:off x="6596904" y="3932474"/>
                <a:ext cx="83468" cy="70005"/>
              </a:xfrm>
              <a:custGeom>
                <a:avLst/>
                <a:gdLst>
                  <a:gd name="connsiteX0" fmla="*/ 66839 w 83468"/>
                  <a:gd name="connsiteY0" fmla="*/ 2696 h 70005"/>
                  <a:gd name="connsiteX1" fmla="*/ 4453 w 83468"/>
                  <a:gd name="connsiteY1" fmla="*/ 52561 h 70005"/>
                  <a:gd name="connsiteX2" fmla="*/ 2057 w 83468"/>
                  <a:gd name="connsiteY2" fmla="*/ 67639 h 70005"/>
                  <a:gd name="connsiteX3" fmla="*/ 10781 w 83468"/>
                  <a:gd name="connsiteY3" fmla="*/ 72082 h 70005"/>
                  <a:gd name="connsiteX4" fmla="*/ 17108 w 83468"/>
                  <a:gd name="connsiteY4" fmla="*/ 70009 h 70005"/>
                  <a:gd name="connsiteX5" fmla="*/ 81055 w 83468"/>
                  <a:gd name="connsiteY5" fmla="*/ 18905 h 70005"/>
                  <a:gd name="connsiteX6" fmla="*/ 82051 w 83468"/>
                  <a:gd name="connsiteY6" fmla="*/ 3692 h 70005"/>
                  <a:gd name="connsiteX7" fmla="*/ 66839 w 83468"/>
                  <a:gd name="connsiteY7" fmla="*/ 2696 h 7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468" h="70005">
                    <a:moveTo>
                      <a:pt x="66839" y="2696"/>
                    </a:moveTo>
                    <a:cubicBezTo>
                      <a:pt x="46914" y="20197"/>
                      <a:pt x="25913" y="36971"/>
                      <a:pt x="4453" y="52561"/>
                    </a:cubicBezTo>
                    <a:cubicBezTo>
                      <a:pt x="-366" y="56062"/>
                      <a:pt x="-1444" y="62820"/>
                      <a:pt x="2057" y="67639"/>
                    </a:cubicBezTo>
                    <a:cubicBezTo>
                      <a:pt x="4157" y="70547"/>
                      <a:pt x="7469" y="72082"/>
                      <a:pt x="10781" y="72082"/>
                    </a:cubicBezTo>
                    <a:cubicBezTo>
                      <a:pt x="12988" y="72082"/>
                      <a:pt x="15196" y="71409"/>
                      <a:pt x="17108" y="70009"/>
                    </a:cubicBezTo>
                    <a:cubicBezTo>
                      <a:pt x="39106" y="54015"/>
                      <a:pt x="60619" y="36837"/>
                      <a:pt x="81055" y="18905"/>
                    </a:cubicBezTo>
                    <a:cubicBezTo>
                      <a:pt x="85525" y="14974"/>
                      <a:pt x="85982" y="8161"/>
                      <a:pt x="82051" y="3692"/>
                    </a:cubicBezTo>
                    <a:cubicBezTo>
                      <a:pt x="78147" y="-804"/>
                      <a:pt x="71335" y="-1262"/>
                      <a:pt x="66839" y="2696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FD18AB1-2EEB-4D81-A869-47DF080F03D5}"/>
                </a:ext>
              </a:extLst>
            </p:cNvPr>
            <p:cNvSpPr/>
            <p:nvPr/>
          </p:nvSpPr>
          <p:spPr>
            <a:xfrm>
              <a:off x="5320601" y="2392276"/>
              <a:ext cx="2022081" cy="1112010"/>
            </a:xfrm>
            <a:custGeom>
              <a:avLst/>
              <a:gdLst>
                <a:gd name="connsiteX0" fmla="*/ 2023122 w 2022081"/>
                <a:gd name="connsiteY0" fmla="*/ 895397 h 1112010"/>
                <a:gd name="connsiteX1" fmla="*/ 1820833 w 2022081"/>
                <a:gd name="connsiteY1" fmla="*/ 697147 h 1112010"/>
                <a:gd name="connsiteX2" fmla="*/ 1820833 w 2022081"/>
                <a:gd name="connsiteY2" fmla="*/ 874934 h 1112010"/>
                <a:gd name="connsiteX3" fmla="*/ 1765205 w 2022081"/>
                <a:gd name="connsiteY3" fmla="*/ 874934 h 1112010"/>
                <a:gd name="connsiteX4" fmla="*/ 1648000 w 2022081"/>
                <a:gd name="connsiteY4" fmla="*/ 451482 h 1112010"/>
                <a:gd name="connsiteX5" fmla="*/ 1646465 w 2022081"/>
                <a:gd name="connsiteY5" fmla="*/ 448143 h 1112010"/>
                <a:gd name="connsiteX6" fmla="*/ 1325302 w 2022081"/>
                <a:gd name="connsiteY6" fmla="*/ 123640 h 1112010"/>
                <a:gd name="connsiteX7" fmla="*/ 871370 w 2022081"/>
                <a:gd name="connsiteY7" fmla="*/ 0 h 1112010"/>
                <a:gd name="connsiteX8" fmla="*/ 569862 w 2022081"/>
                <a:gd name="connsiteY8" fmla="*/ 52127 h 1112010"/>
                <a:gd name="connsiteX9" fmla="*/ 312215 w 2022081"/>
                <a:gd name="connsiteY9" fmla="*/ 196392 h 1112010"/>
                <a:gd name="connsiteX10" fmla="*/ 987 w 2022081"/>
                <a:gd name="connsiteY10" fmla="*/ 688989 h 1112010"/>
                <a:gd name="connsiteX11" fmla="*/ 6480 w 2022081"/>
                <a:gd name="connsiteY11" fmla="*/ 708025 h 1112010"/>
                <a:gd name="connsiteX12" fmla="*/ 194310 w 2022081"/>
                <a:gd name="connsiteY12" fmla="*/ 892947 h 1112010"/>
                <a:gd name="connsiteX13" fmla="*/ 6049 w 2022081"/>
                <a:gd name="connsiteY13" fmla="*/ 1078219 h 1112010"/>
                <a:gd name="connsiteX14" fmla="*/ 5807 w 2022081"/>
                <a:gd name="connsiteY14" fmla="*/ 1106841 h 1112010"/>
                <a:gd name="connsiteX15" fmla="*/ 20238 w 2022081"/>
                <a:gd name="connsiteY15" fmla="*/ 1112872 h 1112010"/>
                <a:gd name="connsiteX16" fmla="*/ 34428 w 2022081"/>
                <a:gd name="connsiteY16" fmla="*/ 1107056 h 1112010"/>
                <a:gd name="connsiteX17" fmla="*/ 237336 w 2022081"/>
                <a:gd name="connsiteY17" fmla="*/ 907352 h 1112010"/>
                <a:gd name="connsiteX18" fmla="*/ 243367 w 2022081"/>
                <a:gd name="connsiteY18" fmla="*/ 892947 h 1112010"/>
                <a:gd name="connsiteX19" fmla="*/ 237336 w 2022081"/>
                <a:gd name="connsiteY19" fmla="*/ 878542 h 1112010"/>
                <a:gd name="connsiteX20" fmla="*/ 43017 w 2022081"/>
                <a:gd name="connsiteY20" fmla="*/ 687239 h 1112010"/>
                <a:gd name="connsiteX21" fmla="*/ 864962 w 2022081"/>
                <a:gd name="connsiteY21" fmla="*/ 40549 h 1112010"/>
                <a:gd name="connsiteX22" fmla="*/ 871370 w 2022081"/>
                <a:gd name="connsiteY22" fmla="*/ 41599 h 1112010"/>
                <a:gd name="connsiteX23" fmla="*/ 1724979 w 2022081"/>
                <a:gd name="connsiteY23" fmla="*/ 895209 h 1112010"/>
                <a:gd name="connsiteX24" fmla="*/ 1745200 w 2022081"/>
                <a:gd name="connsiteY24" fmla="*/ 915430 h 1112010"/>
                <a:gd name="connsiteX25" fmla="*/ 1820833 w 2022081"/>
                <a:gd name="connsiteY25" fmla="*/ 915430 h 1112010"/>
                <a:gd name="connsiteX26" fmla="*/ 1820833 w 2022081"/>
                <a:gd name="connsiteY26" fmla="*/ 1093674 h 1112010"/>
                <a:gd name="connsiteX27" fmla="*/ 2023122 w 2022081"/>
                <a:gd name="connsiteY27" fmla="*/ 895397 h 111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22081" h="1112010">
                  <a:moveTo>
                    <a:pt x="2023122" y="895397"/>
                  </a:moveTo>
                  <a:lnTo>
                    <a:pt x="1820833" y="697147"/>
                  </a:lnTo>
                  <a:lnTo>
                    <a:pt x="1820833" y="874934"/>
                  </a:lnTo>
                  <a:lnTo>
                    <a:pt x="1765205" y="874934"/>
                  </a:lnTo>
                  <a:cubicBezTo>
                    <a:pt x="1761894" y="724045"/>
                    <a:pt x="1721344" y="579403"/>
                    <a:pt x="1648000" y="451482"/>
                  </a:cubicBezTo>
                  <a:cubicBezTo>
                    <a:pt x="1647596" y="450351"/>
                    <a:pt x="1647112" y="449220"/>
                    <a:pt x="1646465" y="448143"/>
                  </a:cubicBezTo>
                  <a:cubicBezTo>
                    <a:pt x="1569352" y="314379"/>
                    <a:pt x="1458285" y="202154"/>
                    <a:pt x="1325302" y="123640"/>
                  </a:cubicBezTo>
                  <a:cubicBezTo>
                    <a:pt x="1188306" y="42757"/>
                    <a:pt x="1031333" y="0"/>
                    <a:pt x="871370" y="0"/>
                  </a:cubicBezTo>
                  <a:cubicBezTo>
                    <a:pt x="767870" y="0"/>
                    <a:pt x="666416" y="17528"/>
                    <a:pt x="569862" y="52127"/>
                  </a:cubicBezTo>
                  <a:cubicBezTo>
                    <a:pt x="476539" y="85541"/>
                    <a:pt x="389840" y="134087"/>
                    <a:pt x="312215" y="196392"/>
                  </a:cubicBezTo>
                  <a:cubicBezTo>
                    <a:pt x="156776" y="321137"/>
                    <a:pt x="46248" y="496070"/>
                    <a:pt x="987" y="688989"/>
                  </a:cubicBezTo>
                  <a:cubicBezTo>
                    <a:pt x="-629" y="695855"/>
                    <a:pt x="1472" y="703071"/>
                    <a:pt x="6480" y="708025"/>
                  </a:cubicBezTo>
                  <a:lnTo>
                    <a:pt x="194310" y="892947"/>
                  </a:lnTo>
                  <a:lnTo>
                    <a:pt x="6049" y="1078219"/>
                  </a:lnTo>
                  <a:cubicBezTo>
                    <a:pt x="-1921" y="1086054"/>
                    <a:pt x="-2029" y="1098871"/>
                    <a:pt x="5807" y="1106841"/>
                  </a:cubicBezTo>
                  <a:cubicBezTo>
                    <a:pt x="9764" y="1110853"/>
                    <a:pt x="14988" y="1112872"/>
                    <a:pt x="20238" y="1112872"/>
                  </a:cubicBezTo>
                  <a:cubicBezTo>
                    <a:pt x="25354" y="1112872"/>
                    <a:pt x="30497" y="1110933"/>
                    <a:pt x="34428" y="1107056"/>
                  </a:cubicBezTo>
                  <a:lnTo>
                    <a:pt x="237336" y="907352"/>
                  </a:lnTo>
                  <a:cubicBezTo>
                    <a:pt x="241213" y="903555"/>
                    <a:pt x="243367" y="898359"/>
                    <a:pt x="243367" y="892947"/>
                  </a:cubicBezTo>
                  <a:cubicBezTo>
                    <a:pt x="243367" y="887535"/>
                    <a:pt x="241186" y="882338"/>
                    <a:pt x="237336" y="878542"/>
                  </a:cubicBezTo>
                  <a:lnTo>
                    <a:pt x="43017" y="687239"/>
                  </a:lnTo>
                  <a:cubicBezTo>
                    <a:pt x="137228" y="307916"/>
                    <a:pt x="473093" y="43403"/>
                    <a:pt x="864962" y="40549"/>
                  </a:cubicBezTo>
                  <a:cubicBezTo>
                    <a:pt x="866981" y="41222"/>
                    <a:pt x="869136" y="41599"/>
                    <a:pt x="871370" y="41599"/>
                  </a:cubicBezTo>
                  <a:cubicBezTo>
                    <a:pt x="1342050" y="41599"/>
                    <a:pt x="1724979" y="424529"/>
                    <a:pt x="1724979" y="895209"/>
                  </a:cubicBezTo>
                  <a:cubicBezTo>
                    <a:pt x="1724979" y="906383"/>
                    <a:pt x="1734026" y="915430"/>
                    <a:pt x="1745200" y="915430"/>
                  </a:cubicBezTo>
                  <a:lnTo>
                    <a:pt x="1820833" y="915430"/>
                  </a:lnTo>
                  <a:lnTo>
                    <a:pt x="1820833" y="1093674"/>
                  </a:lnTo>
                  <a:lnTo>
                    <a:pt x="2023122" y="895397"/>
                  </a:lnTo>
                  <a:close/>
                </a:path>
              </a:pathLst>
            </a:custGeom>
            <a:solidFill>
              <a:schemeClr val="bg1"/>
            </a:solidFill>
            <a:ln w="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D105577C-0EDC-40CA-AB58-3909E73E8165}"/>
              </a:ext>
            </a:extLst>
          </p:cNvPr>
          <p:cNvGrpSpPr/>
          <p:nvPr/>
        </p:nvGrpSpPr>
        <p:grpSpPr>
          <a:xfrm>
            <a:off x="7217784" y="2400784"/>
            <a:ext cx="2020226" cy="1778405"/>
            <a:chOff x="7217784" y="2400784"/>
            <a:chExt cx="2020226" cy="1778405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F2C21DD-128E-47EF-8813-AB6B023399CE}"/>
                </a:ext>
              </a:extLst>
            </p:cNvPr>
            <p:cNvGrpSpPr/>
            <p:nvPr/>
          </p:nvGrpSpPr>
          <p:grpSpPr>
            <a:xfrm>
              <a:off x="7242395" y="2400784"/>
              <a:ext cx="1719808" cy="754129"/>
              <a:chOff x="7145076" y="2400784"/>
              <a:chExt cx="1719808" cy="754129"/>
            </a:xfrm>
            <a:solidFill>
              <a:schemeClr val="bg1"/>
            </a:solidFill>
          </p:grpSpPr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88192B23-D519-4089-81EE-CF756AC7B1F2}"/>
                  </a:ext>
                </a:extLst>
              </p:cNvPr>
              <p:cNvSpPr/>
              <p:nvPr/>
            </p:nvSpPr>
            <p:spPr>
              <a:xfrm>
                <a:off x="8457652" y="2541866"/>
                <a:ext cx="86161" cy="67313"/>
              </a:xfrm>
              <a:custGeom>
                <a:avLst/>
                <a:gdLst>
                  <a:gd name="connsiteX0" fmla="*/ 4881 w 86160"/>
                  <a:gd name="connsiteY0" fmla="*/ 19851 h 67312"/>
                  <a:gd name="connsiteX1" fmla="*/ 69717 w 86160"/>
                  <a:gd name="connsiteY1" fmla="*/ 66512 h 67312"/>
                  <a:gd name="connsiteX2" fmla="*/ 76422 w 86160"/>
                  <a:gd name="connsiteY2" fmla="*/ 68854 h 67312"/>
                  <a:gd name="connsiteX3" fmla="*/ 84876 w 86160"/>
                  <a:gd name="connsiteY3" fmla="*/ 64762 h 67312"/>
                  <a:gd name="connsiteX4" fmla="*/ 83126 w 86160"/>
                  <a:gd name="connsiteY4" fmla="*/ 49603 h 67312"/>
                  <a:gd name="connsiteX5" fmla="*/ 16675 w 86160"/>
                  <a:gd name="connsiteY5" fmla="*/ 1757 h 67312"/>
                  <a:gd name="connsiteX6" fmla="*/ 1758 w 86160"/>
                  <a:gd name="connsiteY6" fmla="*/ 4907 h 67312"/>
                  <a:gd name="connsiteX7" fmla="*/ 4881 w 86160"/>
                  <a:gd name="connsiteY7" fmla="*/ 19851 h 67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6160" h="67312">
                    <a:moveTo>
                      <a:pt x="4881" y="19851"/>
                    </a:moveTo>
                    <a:cubicBezTo>
                      <a:pt x="27094" y="34336"/>
                      <a:pt x="48904" y="50034"/>
                      <a:pt x="69717" y="66512"/>
                    </a:cubicBezTo>
                    <a:cubicBezTo>
                      <a:pt x="71710" y="68074"/>
                      <a:pt x="74052" y="68854"/>
                      <a:pt x="76422" y="68854"/>
                    </a:cubicBezTo>
                    <a:cubicBezTo>
                      <a:pt x="79599" y="68854"/>
                      <a:pt x="82749" y="67454"/>
                      <a:pt x="84876" y="64762"/>
                    </a:cubicBezTo>
                    <a:cubicBezTo>
                      <a:pt x="88565" y="60104"/>
                      <a:pt x="87784" y="53292"/>
                      <a:pt x="83126" y="49603"/>
                    </a:cubicBezTo>
                    <a:cubicBezTo>
                      <a:pt x="61801" y="32694"/>
                      <a:pt x="39453" y="16620"/>
                      <a:pt x="16675" y="1757"/>
                    </a:cubicBezTo>
                    <a:cubicBezTo>
                      <a:pt x="11693" y="-1501"/>
                      <a:pt x="4989" y="-101"/>
                      <a:pt x="1758" y="4907"/>
                    </a:cubicBezTo>
                    <a:cubicBezTo>
                      <a:pt x="-1500" y="9888"/>
                      <a:pt x="-100" y="16593"/>
                      <a:pt x="4881" y="19851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7FE8ADA6-36A3-43F2-89C5-26E1D1EC92B4}"/>
                  </a:ext>
                </a:extLst>
              </p:cNvPr>
              <p:cNvSpPr/>
              <p:nvPr/>
            </p:nvSpPr>
            <p:spPr>
              <a:xfrm>
                <a:off x="8160303" y="2418973"/>
                <a:ext cx="99623" cy="40388"/>
              </a:xfrm>
              <a:custGeom>
                <a:avLst/>
                <a:gdLst>
                  <a:gd name="connsiteX0" fmla="*/ 8584 w 99623"/>
                  <a:gd name="connsiteY0" fmla="*/ 21364 h 40387"/>
                  <a:gd name="connsiteX1" fmla="*/ 85913 w 99623"/>
                  <a:gd name="connsiteY1" fmla="*/ 41289 h 40387"/>
                  <a:gd name="connsiteX2" fmla="*/ 89090 w 99623"/>
                  <a:gd name="connsiteY2" fmla="*/ 41773 h 40387"/>
                  <a:gd name="connsiteX3" fmla="*/ 99402 w 99623"/>
                  <a:gd name="connsiteY3" fmla="*/ 34154 h 40387"/>
                  <a:gd name="connsiteX4" fmla="*/ 92267 w 99623"/>
                  <a:gd name="connsiteY4" fmla="*/ 20664 h 40387"/>
                  <a:gd name="connsiteX5" fmla="*/ 12999 w 99623"/>
                  <a:gd name="connsiteY5" fmla="*/ 228 h 40387"/>
                  <a:gd name="connsiteX6" fmla="*/ 237 w 99623"/>
                  <a:gd name="connsiteY6" fmla="*/ 8575 h 40387"/>
                  <a:gd name="connsiteX7" fmla="*/ 8584 w 99623"/>
                  <a:gd name="connsiteY7" fmla="*/ 21364 h 40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40387">
                    <a:moveTo>
                      <a:pt x="8584" y="21364"/>
                    </a:moveTo>
                    <a:cubicBezTo>
                      <a:pt x="34539" y="26776"/>
                      <a:pt x="60576" y="33480"/>
                      <a:pt x="85913" y="41289"/>
                    </a:cubicBezTo>
                    <a:cubicBezTo>
                      <a:pt x="86963" y="41612"/>
                      <a:pt x="88039" y="41773"/>
                      <a:pt x="89090" y="41773"/>
                    </a:cubicBezTo>
                    <a:cubicBezTo>
                      <a:pt x="93694" y="41773"/>
                      <a:pt x="97975" y="38785"/>
                      <a:pt x="99402" y="34154"/>
                    </a:cubicBezTo>
                    <a:cubicBezTo>
                      <a:pt x="101152" y="28472"/>
                      <a:pt x="97948" y="22414"/>
                      <a:pt x="92267" y="20664"/>
                    </a:cubicBezTo>
                    <a:cubicBezTo>
                      <a:pt x="66284" y="12667"/>
                      <a:pt x="39601" y="5801"/>
                      <a:pt x="12999" y="228"/>
                    </a:cubicBezTo>
                    <a:cubicBezTo>
                      <a:pt x="7157" y="-984"/>
                      <a:pt x="1448" y="2759"/>
                      <a:pt x="237" y="8575"/>
                    </a:cubicBezTo>
                    <a:cubicBezTo>
                      <a:pt x="-1002" y="14444"/>
                      <a:pt x="2741" y="20152"/>
                      <a:pt x="8584" y="21364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068AD4FB-62F7-4B96-8EF2-914564722F41}"/>
                  </a:ext>
                </a:extLst>
              </p:cNvPr>
              <p:cNvSpPr/>
              <p:nvPr/>
            </p:nvSpPr>
            <p:spPr>
              <a:xfrm>
                <a:off x="7999820" y="2400784"/>
                <a:ext cx="99623" cy="26925"/>
              </a:xfrm>
              <a:custGeom>
                <a:avLst/>
                <a:gdLst>
                  <a:gd name="connsiteX0" fmla="*/ 10532 w 99623"/>
                  <a:gd name="connsiteY0" fmla="*/ 21567 h 26925"/>
                  <a:gd name="connsiteX1" fmla="*/ 90230 w 99623"/>
                  <a:gd name="connsiteY1" fmla="*/ 26898 h 26925"/>
                  <a:gd name="connsiteX2" fmla="*/ 91469 w 99623"/>
                  <a:gd name="connsiteY2" fmla="*/ 26979 h 26925"/>
                  <a:gd name="connsiteX3" fmla="*/ 102185 w 99623"/>
                  <a:gd name="connsiteY3" fmla="*/ 17394 h 26925"/>
                  <a:gd name="connsiteX4" fmla="*/ 92680 w 99623"/>
                  <a:gd name="connsiteY4" fmla="*/ 5466 h 26925"/>
                  <a:gd name="connsiteX5" fmla="*/ 11016 w 99623"/>
                  <a:gd name="connsiteY5" fmla="*/ 0 h 26925"/>
                  <a:gd name="connsiteX6" fmla="*/ 10774 w 99623"/>
                  <a:gd name="connsiteY6" fmla="*/ 0 h 26925"/>
                  <a:gd name="connsiteX7" fmla="*/ 4 w 99623"/>
                  <a:gd name="connsiteY7" fmla="*/ 10555 h 26925"/>
                  <a:gd name="connsiteX8" fmla="*/ 10532 w 99623"/>
                  <a:gd name="connsiteY8" fmla="*/ 21567 h 2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9623" h="26925">
                    <a:moveTo>
                      <a:pt x="10532" y="21567"/>
                    </a:moveTo>
                    <a:cubicBezTo>
                      <a:pt x="37107" y="22133"/>
                      <a:pt x="63924" y="23910"/>
                      <a:pt x="90230" y="26898"/>
                    </a:cubicBezTo>
                    <a:cubicBezTo>
                      <a:pt x="90634" y="26952"/>
                      <a:pt x="91065" y="26979"/>
                      <a:pt x="91469" y="26979"/>
                    </a:cubicBezTo>
                    <a:cubicBezTo>
                      <a:pt x="96881" y="26979"/>
                      <a:pt x="101539" y="22913"/>
                      <a:pt x="102185" y="17394"/>
                    </a:cubicBezTo>
                    <a:cubicBezTo>
                      <a:pt x="102858" y="11470"/>
                      <a:pt x="98604" y="6139"/>
                      <a:pt x="92680" y="5466"/>
                    </a:cubicBezTo>
                    <a:cubicBezTo>
                      <a:pt x="65728" y="2423"/>
                      <a:pt x="38238" y="565"/>
                      <a:pt x="11016" y="0"/>
                    </a:cubicBezTo>
                    <a:cubicBezTo>
                      <a:pt x="10935" y="0"/>
                      <a:pt x="10855" y="0"/>
                      <a:pt x="10774" y="0"/>
                    </a:cubicBezTo>
                    <a:cubicBezTo>
                      <a:pt x="4931" y="0"/>
                      <a:pt x="112" y="4685"/>
                      <a:pt x="4" y="10555"/>
                    </a:cubicBezTo>
                    <a:cubicBezTo>
                      <a:pt x="-158" y="16532"/>
                      <a:pt x="4581" y="21459"/>
                      <a:pt x="10532" y="21567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D0380D4-E3EC-411C-8333-2EC73D1BF23D}"/>
                  </a:ext>
                </a:extLst>
              </p:cNvPr>
              <p:cNvSpPr/>
              <p:nvPr/>
            </p:nvSpPr>
            <p:spPr>
              <a:xfrm>
                <a:off x="8584262" y="2642223"/>
                <a:ext cx="75391" cy="78083"/>
              </a:xfrm>
              <a:custGeom>
                <a:avLst/>
                <a:gdLst>
                  <a:gd name="connsiteX0" fmla="*/ 58562 w 75390"/>
                  <a:gd name="connsiteY0" fmla="*/ 76332 h 78083"/>
                  <a:gd name="connsiteX1" fmla="*/ 66693 w 75390"/>
                  <a:gd name="connsiteY1" fmla="*/ 80048 h 78083"/>
                  <a:gd name="connsiteX2" fmla="*/ 73775 w 75390"/>
                  <a:gd name="connsiteY2" fmla="*/ 77383 h 78083"/>
                  <a:gd name="connsiteX3" fmla="*/ 74824 w 75390"/>
                  <a:gd name="connsiteY3" fmla="*/ 62170 h 78083"/>
                  <a:gd name="connsiteX4" fmla="*/ 18255 w 75390"/>
                  <a:gd name="connsiteY4" fmla="*/ 2988 h 78083"/>
                  <a:gd name="connsiteX5" fmla="*/ 2988 w 75390"/>
                  <a:gd name="connsiteY5" fmla="*/ 3338 h 78083"/>
                  <a:gd name="connsiteX6" fmla="*/ 3338 w 75390"/>
                  <a:gd name="connsiteY6" fmla="*/ 18605 h 78083"/>
                  <a:gd name="connsiteX7" fmla="*/ 58562 w 75390"/>
                  <a:gd name="connsiteY7" fmla="*/ 76332 h 78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390" h="78083">
                    <a:moveTo>
                      <a:pt x="58562" y="76332"/>
                    </a:moveTo>
                    <a:cubicBezTo>
                      <a:pt x="60689" y="78783"/>
                      <a:pt x="63678" y="80048"/>
                      <a:pt x="66693" y="80048"/>
                    </a:cubicBezTo>
                    <a:cubicBezTo>
                      <a:pt x="69198" y="80048"/>
                      <a:pt x="71728" y="79187"/>
                      <a:pt x="73775" y="77383"/>
                    </a:cubicBezTo>
                    <a:cubicBezTo>
                      <a:pt x="78271" y="73478"/>
                      <a:pt x="78728" y="66666"/>
                      <a:pt x="74824" y="62170"/>
                    </a:cubicBezTo>
                    <a:cubicBezTo>
                      <a:pt x="56973" y="41680"/>
                      <a:pt x="37937" y="21755"/>
                      <a:pt x="18255" y="2988"/>
                    </a:cubicBezTo>
                    <a:cubicBezTo>
                      <a:pt x="13947" y="-1131"/>
                      <a:pt x="7108" y="-970"/>
                      <a:pt x="2988" y="3338"/>
                    </a:cubicBezTo>
                    <a:cubicBezTo>
                      <a:pt x="-1131" y="7646"/>
                      <a:pt x="-970" y="14485"/>
                      <a:pt x="3338" y="18605"/>
                    </a:cubicBezTo>
                    <a:cubicBezTo>
                      <a:pt x="22563" y="36914"/>
                      <a:pt x="41141" y="56354"/>
                      <a:pt x="58562" y="7633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12CEBD09-869E-4ABE-AB6A-6702B0829D49}"/>
                  </a:ext>
                </a:extLst>
              </p:cNvPr>
              <p:cNvSpPr/>
              <p:nvPr/>
            </p:nvSpPr>
            <p:spPr>
              <a:xfrm>
                <a:off x="8827189" y="3055290"/>
                <a:ext cx="37695" cy="99623"/>
              </a:xfrm>
              <a:custGeom>
                <a:avLst/>
                <a:gdLst>
                  <a:gd name="connsiteX0" fmla="*/ 16685 w 37695"/>
                  <a:gd name="connsiteY0" fmla="*/ 91645 h 99623"/>
                  <a:gd name="connsiteX1" fmla="*/ 27321 w 37695"/>
                  <a:gd name="connsiteY1" fmla="*/ 100719 h 99623"/>
                  <a:gd name="connsiteX2" fmla="*/ 29044 w 37695"/>
                  <a:gd name="connsiteY2" fmla="*/ 100584 h 99623"/>
                  <a:gd name="connsiteX3" fmla="*/ 37983 w 37695"/>
                  <a:gd name="connsiteY3" fmla="*/ 88225 h 99623"/>
                  <a:gd name="connsiteX4" fmla="*/ 21235 w 37695"/>
                  <a:gd name="connsiteY4" fmla="*/ 8096 h 99623"/>
                  <a:gd name="connsiteX5" fmla="*/ 8096 w 37695"/>
                  <a:gd name="connsiteY5" fmla="*/ 341 h 99623"/>
                  <a:gd name="connsiteX6" fmla="*/ 342 w 37695"/>
                  <a:gd name="connsiteY6" fmla="*/ 13481 h 99623"/>
                  <a:gd name="connsiteX7" fmla="*/ 16685 w 37695"/>
                  <a:gd name="connsiteY7" fmla="*/ 91645 h 99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695" h="99623">
                    <a:moveTo>
                      <a:pt x="16685" y="91645"/>
                    </a:moveTo>
                    <a:cubicBezTo>
                      <a:pt x="17546" y="96949"/>
                      <a:pt x="22124" y="100719"/>
                      <a:pt x="27321" y="100719"/>
                    </a:cubicBezTo>
                    <a:cubicBezTo>
                      <a:pt x="27886" y="100719"/>
                      <a:pt x="28478" y="100665"/>
                      <a:pt x="29044" y="100584"/>
                    </a:cubicBezTo>
                    <a:cubicBezTo>
                      <a:pt x="34914" y="99642"/>
                      <a:pt x="38926" y="94095"/>
                      <a:pt x="37983" y="88225"/>
                    </a:cubicBezTo>
                    <a:cubicBezTo>
                      <a:pt x="33648" y="61354"/>
                      <a:pt x="28021" y="34375"/>
                      <a:pt x="21235" y="8096"/>
                    </a:cubicBezTo>
                    <a:cubicBezTo>
                      <a:pt x="19754" y="2334"/>
                      <a:pt x="13858" y="-1139"/>
                      <a:pt x="8096" y="341"/>
                    </a:cubicBezTo>
                    <a:cubicBezTo>
                      <a:pt x="2334" y="1822"/>
                      <a:pt x="-1139" y="7719"/>
                      <a:pt x="342" y="13481"/>
                    </a:cubicBezTo>
                    <a:cubicBezTo>
                      <a:pt x="6965" y="39114"/>
                      <a:pt x="12458" y="65420"/>
                      <a:pt x="16685" y="91645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06D93F0B-98FB-4A4D-AFBB-14F9C56BD995}"/>
                  </a:ext>
                </a:extLst>
              </p:cNvPr>
              <p:cNvSpPr/>
              <p:nvPr/>
            </p:nvSpPr>
            <p:spPr>
              <a:xfrm>
                <a:off x="7838592" y="2402748"/>
                <a:ext cx="99623" cy="29618"/>
              </a:xfrm>
              <a:custGeom>
                <a:avLst/>
                <a:gdLst>
                  <a:gd name="connsiteX0" fmla="*/ 10800 w 99623"/>
                  <a:gd name="connsiteY0" fmla="*/ 30966 h 29617"/>
                  <a:gd name="connsiteX1" fmla="*/ 12551 w 99623"/>
                  <a:gd name="connsiteY1" fmla="*/ 30831 h 29617"/>
                  <a:gd name="connsiteX2" fmla="*/ 91872 w 99623"/>
                  <a:gd name="connsiteY2" fmla="*/ 21569 h 29617"/>
                  <a:gd name="connsiteX3" fmla="*/ 101888 w 99623"/>
                  <a:gd name="connsiteY3" fmla="*/ 10045 h 29617"/>
                  <a:gd name="connsiteX4" fmla="*/ 90364 w 99623"/>
                  <a:gd name="connsiteY4" fmla="*/ 29 h 29617"/>
                  <a:gd name="connsiteX5" fmla="*/ 9050 w 99623"/>
                  <a:gd name="connsiteY5" fmla="*/ 9533 h 29617"/>
                  <a:gd name="connsiteX6" fmla="*/ 138 w 99623"/>
                  <a:gd name="connsiteY6" fmla="*/ 21919 h 29617"/>
                  <a:gd name="connsiteX7" fmla="*/ 10800 w 99623"/>
                  <a:gd name="connsiteY7" fmla="*/ 30966 h 29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23" h="29617">
                    <a:moveTo>
                      <a:pt x="10800" y="30966"/>
                    </a:moveTo>
                    <a:cubicBezTo>
                      <a:pt x="11393" y="30966"/>
                      <a:pt x="11958" y="30912"/>
                      <a:pt x="12551" y="30831"/>
                    </a:cubicBezTo>
                    <a:cubicBezTo>
                      <a:pt x="38695" y="26550"/>
                      <a:pt x="65378" y="23427"/>
                      <a:pt x="91872" y="21569"/>
                    </a:cubicBezTo>
                    <a:cubicBezTo>
                      <a:pt x="97823" y="21165"/>
                      <a:pt x="102292" y="15995"/>
                      <a:pt x="101888" y="10045"/>
                    </a:cubicBezTo>
                    <a:cubicBezTo>
                      <a:pt x="101457" y="4094"/>
                      <a:pt x="96342" y="-402"/>
                      <a:pt x="90364" y="29"/>
                    </a:cubicBezTo>
                    <a:cubicBezTo>
                      <a:pt x="63197" y="1940"/>
                      <a:pt x="35841" y="5117"/>
                      <a:pt x="9050" y="9533"/>
                    </a:cubicBezTo>
                    <a:cubicBezTo>
                      <a:pt x="3180" y="10502"/>
                      <a:pt x="-805" y="16049"/>
                      <a:pt x="138" y="21919"/>
                    </a:cubicBezTo>
                    <a:cubicBezTo>
                      <a:pt x="1027" y="27223"/>
                      <a:pt x="5604" y="30966"/>
                      <a:pt x="10800" y="30966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D8BFF54-D3E1-40A8-86B6-5AB5087E82F5}"/>
                  </a:ext>
                </a:extLst>
              </p:cNvPr>
              <p:cNvSpPr/>
              <p:nvPr/>
            </p:nvSpPr>
            <p:spPr>
              <a:xfrm>
                <a:off x="8772412" y="2903275"/>
                <a:ext cx="51158" cy="94238"/>
              </a:xfrm>
              <a:custGeom>
                <a:avLst/>
                <a:gdLst>
                  <a:gd name="connsiteX0" fmla="*/ 31559 w 51157"/>
                  <a:gd name="connsiteY0" fmla="*/ 89163 h 94238"/>
                  <a:gd name="connsiteX1" fmla="*/ 41710 w 51157"/>
                  <a:gd name="connsiteY1" fmla="*/ 96298 h 94238"/>
                  <a:gd name="connsiteX2" fmla="*/ 45372 w 51157"/>
                  <a:gd name="connsiteY2" fmla="*/ 95652 h 94238"/>
                  <a:gd name="connsiteX3" fmla="*/ 51860 w 51157"/>
                  <a:gd name="connsiteY3" fmla="*/ 81840 h 94238"/>
                  <a:gd name="connsiteX4" fmla="*/ 20546 w 51157"/>
                  <a:gd name="connsiteY4" fmla="*/ 6207 h 94238"/>
                  <a:gd name="connsiteX5" fmla="*/ 6195 w 51157"/>
                  <a:gd name="connsiteY5" fmla="*/ 1037 h 94238"/>
                  <a:gd name="connsiteX6" fmla="*/ 1025 w 51157"/>
                  <a:gd name="connsiteY6" fmla="*/ 15388 h 94238"/>
                  <a:gd name="connsiteX7" fmla="*/ 31559 w 51157"/>
                  <a:gd name="connsiteY7" fmla="*/ 89163 h 94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7" h="94238">
                    <a:moveTo>
                      <a:pt x="31559" y="89163"/>
                    </a:moveTo>
                    <a:cubicBezTo>
                      <a:pt x="33148" y="93552"/>
                      <a:pt x="37294" y="96298"/>
                      <a:pt x="41710" y="96298"/>
                    </a:cubicBezTo>
                    <a:cubicBezTo>
                      <a:pt x="42921" y="96298"/>
                      <a:pt x="44159" y="96083"/>
                      <a:pt x="45372" y="95652"/>
                    </a:cubicBezTo>
                    <a:cubicBezTo>
                      <a:pt x="50972" y="93633"/>
                      <a:pt x="53880" y="87440"/>
                      <a:pt x="51860" y="81840"/>
                    </a:cubicBezTo>
                    <a:cubicBezTo>
                      <a:pt x="42652" y="56288"/>
                      <a:pt x="32124" y="30843"/>
                      <a:pt x="20546" y="6207"/>
                    </a:cubicBezTo>
                    <a:cubicBezTo>
                      <a:pt x="18015" y="822"/>
                      <a:pt x="11580" y="-1521"/>
                      <a:pt x="6195" y="1037"/>
                    </a:cubicBezTo>
                    <a:cubicBezTo>
                      <a:pt x="810" y="3568"/>
                      <a:pt x="-1506" y="10003"/>
                      <a:pt x="1025" y="15388"/>
                    </a:cubicBezTo>
                    <a:cubicBezTo>
                      <a:pt x="12280" y="39406"/>
                      <a:pt x="22565" y="64231"/>
                      <a:pt x="31559" y="8916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E21D5BCA-DE92-4091-91A6-E00DDEAA7C0D}"/>
                  </a:ext>
                </a:extLst>
              </p:cNvPr>
              <p:cNvSpPr/>
              <p:nvPr/>
            </p:nvSpPr>
            <p:spPr>
              <a:xfrm>
                <a:off x="8690440" y="2764079"/>
                <a:ext cx="64620" cy="88853"/>
              </a:xfrm>
              <a:custGeom>
                <a:avLst/>
                <a:gdLst>
                  <a:gd name="connsiteX0" fmla="*/ 45680 w 64620"/>
                  <a:gd name="connsiteY0" fmla="*/ 83960 h 88853"/>
                  <a:gd name="connsiteX1" fmla="*/ 54996 w 64620"/>
                  <a:gd name="connsiteY1" fmla="*/ 89291 h 88853"/>
                  <a:gd name="connsiteX2" fmla="*/ 60462 w 64620"/>
                  <a:gd name="connsiteY2" fmla="*/ 87810 h 88853"/>
                  <a:gd name="connsiteX3" fmla="*/ 64285 w 64620"/>
                  <a:gd name="connsiteY3" fmla="*/ 73028 h 88853"/>
                  <a:gd name="connsiteX4" fmla="*/ 19536 w 64620"/>
                  <a:gd name="connsiteY4" fmla="*/ 4477 h 88853"/>
                  <a:gd name="connsiteX5" fmla="*/ 4484 w 64620"/>
                  <a:gd name="connsiteY5" fmla="*/ 2027 h 88853"/>
                  <a:gd name="connsiteX6" fmla="*/ 2034 w 64620"/>
                  <a:gd name="connsiteY6" fmla="*/ 17078 h 88853"/>
                  <a:gd name="connsiteX7" fmla="*/ 45680 w 64620"/>
                  <a:gd name="connsiteY7" fmla="*/ 83960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620" h="88853">
                    <a:moveTo>
                      <a:pt x="45680" y="83960"/>
                    </a:moveTo>
                    <a:cubicBezTo>
                      <a:pt x="47699" y="87379"/>
                      <a:pt x="51281" y="89291"/>
                      <a:pt x="54996" y="89291"/>
                    </a:cubicBezTo>
                    <a:cubicBezTo>
                      <a:pt x="56854" y="89291"/>
                      <a:pt x="58738" y="88806"/>
                      <a:pt x="60462" y="87810"/>
                    </a:cubicBezTo>
                    <a:cubicBezTo>
                      <a:pt x="65604" y="84795"/>
                      <a:pt x="67301" y="78171"/>
                      <a:pt x="64285" y="73028"/>
                    </a:cubicBezTo>
                    <a:cubicBezTo>
                      <a:pt x="50500" y="49603"/>
                      <a:pt x="35448" y="26555"/>
                      <a:pt x="19536" y="4477"/>
                    </a:cubicBezTo>
                    <a:cubicBezTo>
                      <a:pt x="16062" y="-343"/>
                      <a:pt x="9304" y="-1447"/>
                      <a:pt x="4484" y="2027"/>
                    </a:cubicBezTo>
                    <a:cubicBezTo>
                      <a:pt x="-362" y="5500"/>
                      <a:pt x="-1439" y="12258"/>
                      <a:pt x="2034" y="17078"/>
                    </a:cubicBezTo>
                    <a:cubicBezTo>
                      <a:pt x="17543" y="38591"/>
                      <a:pt x="32244" y="61100"/>
                      <a:pt x="45680" y="8396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AC59449F-2841-4B9E-A019-1E03B5BF6CC2}"/>
                  </a:ext>
                </a:extLst>
              </p:cNvPr>
              <p:cNvSpPr/>
              <p:nvPr/>
            </p:nvSpPr>
            <p:spPr>
              <a:xfrm>
                <a:off x="8314708" y="2466518"/>
                <a:ext cx="94238" cy="53850"/>
              </a:xfrm>
              <a:custGeom>
                <a:avLst/>
                <a:gdLst>
                  <a:gd name="connsiteX0" fmla="*/ 6657 w 94238"/>
                  <a:gd name="connsiteY0" fmla="*/ 20777 h 53850"/>
                  <a:gd name="connsiteX1" fmla="*/ 78978 w 94238"/>
                  <a:gd name="connsiteY1" fmla="*/ 54703 h 53850"/>
                  <a:gd name="connsiteX2" fmla="*/ 84012 w 94238"/>
                  <a:gd name="connsiteY2" fmla="*/ 55941 h 53850"/>
                  <a:gd name="connsiteX3" fmla="*/ 93571 w 94238"/>
                  <a:gd name="connsiteY3" fmla="*/ 50179 h 53850"/>
                  <a:gd name="connsiteX4" fmla="*/ 89048 w 94238"/>
                  <a:gd name="connsiteY4" fmla="*/ 35613 h 53850"/>
                  <a:gd name="connsiteX5" fmla="*/ 14923 w 94238"/>
                  <a:gd name="connsiteY5" fmla="*/ 825 h 53850"/>
                  <a:gd name="connsiteX6" fmla="*/ 841 w 94238"/>
                  <a:gd name="connsiteY6" fmla="*/ 6668 h 53850"/>
                  <a:gd name="connsiteX7" fmla="*/ 6657 w 94238"/>
                  <a:gd name="connsiteY7" fmla="*/ 20777 h 5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238" h="53850">
                    <a:moveTo>
                      <a:pt x="6657" y="20777"/>
                    </a:moveTo>
                    <a:cubicBezTo>
                      <a:pt x="31159" y="30901"/>
                      <a:pt x="55498" y="42317"/>
                      <a:pt x="78978" y="54703"/>
                    </a:cubicBezTo>
                    <a:cubicBezTo>
                      <a:pt x="80593" y="55564"/>
                      <a:pt x="82290" y="55941"/>
                      <a:pt x="84012" y="55941"/>
                    </a:cubicBezTo>
                    <a:cubicBezTo>
                      <a:pt x="87890" y="55941"/>
                      <a:pt x="91633" y="53841"/>
                      <a:pt x="93571" y="50179"/>
                    </a:cubicBezTo>
                    <a:cubicBezTo>
                      <a:pt x="96344" y="44902"/>
                      <a:pt x="94325" y="38386"/>
                      <a:pt x="89048" y="35613"/>
                    </a:cubicBezTo>
                    <a:cubicBezTo>
                      <a:pt x="65003" y="22931"/>
                      <a:pt x="40043" y="11218"/>
                      <a:pt x="14923" y="825"/>
                    </a:cubicBezTo>
                    <a:cubicBezTo>
                      <a:pt x="9403" y="-1463"/>
                      <a:pt x="3102" y="1175"/>
                      <a:pt x="841" y="6668"/>
                    </a:cubicBezTo>
                    <a:cubicBezTo>
                      <a:pt x="-1475" y="12215"/>
                      <a:pt x="1164" y="18515"/>
                      <a:pt x="6657" y="20777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A533558-EB0D-4AF4-8D81-42972117FA2E}"/>
                  </a:ext>
                </a:extLst>
              </p:cNvPr>
              <p:cNvSpPr/>
              <p:nvPr/>
            </p:nvSpPr>
            <p:spPr>
              <a:xfrm>
                <a:off x="7145076" y="2943056"/>
                <a:ext cx="48465" cy="96931"/>
              </a:xfrm>
              <a:custGeom>
                <a:avLst/>
                <a:gdLst>
                  <a:gd name="connsiteX0" fmla="*/ 7655 w 48465"/>
                  <a:gd name="connsiteY0" fmla="*/ 97310 h 96930"/>
                  <a:gd name="connsiteX1" fmla="*/ 10805 w 48465"/>
                  <a:gd name="connsiteY1" fmla="*/ 97794 h 96930"/>
                  <a:gd name="connsiteX2" fmla="*/ 21117 w 48465"/>
                  <a:gd name="connsiteY2" fmla="*/ 90147 h 96930"/>
                  <a:gd name="connsiteX3" fmla="*/ 47962 w 48465"/>
                  <a:gd name="connsiteY3" fmla="*/ 14892 h 96930"/>
                  <a:gd name="connsiteX4" fmla="*/ 42065 w 48465"/>
                  <a:gd name="connsiteY4" fmla="*/ 810 h 96930"/>
                  <a:gd name="connsiteX5" fmla="*/ 27983 w 48465"/>
                  <a:gd name="connsiteY5" fmla="*/ 6706 h 96930"/>
                  <a:gd name="connsiteX6" fmla="*/ 466 w 48465"/>
                  <a:gd name="connsiteY6" fmla="*/ 83847 h 96930"/>
                  <a:gd name="connsiteX7" fmla="*/ 7655 w 48465"/>
                  <a:gd name="connsiteY7" fmla="*/ 97310 h 96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465" h="96930">
                    <a:moveTo>
                      <a:pt x="7655" y="97310"/>
                    </a:moveTo>
                    <a:cubicBezTo>
                      <a:pt x="8705" y="97633"/>
                      <a:pt x="9755" y="97794"/>
                      <a:pt x="10805" y="97794"/>
                    </a:cubicBezTo>
                    <a:cubicBezTo>
                      <a:pt x="15437" y="97794"/>
                      <a:pt x="19717" y="94806"/>
                      <a:pt x="21117" y="90147"/>
                    </a:cubicBezTo>
                    <a:cubicBezTo>
                      <a:pt x="28845" y="64784"/>
                      <a:pt x="37892" y="39447"/>
                      <a:pt x="47962" y="14892"/>
                    </a:cubicBezTo>
                    <a:cubicBezTo>
                      <a:pt x="50224" y="9372"/>
                      <a:pt x="47585" y="3071"/>
                      <a:pt x="42065" y="810"/>
                    </a:cubicBezTo>
                    <a:cubicBezTo>
                      <a:pt x="36545" y="-1452"/>
                      <a:pt x="30245" y="1187"/>
                      <a:pt x="27983" y="6706"/>
                    </a:cubicBezTo>
                    <a:cubicBezTo>
                      <a:pt x="17644" y="31881"/>
                      <a:pt x="8409" y="57837"/>
                      <a:pt x="466" y="83847"/>
                    </a:cubicBezTo>
                    <a:cubicBezTo>
                      <a:pt x="-1258" y="89528"/>
                      <a:pt x="1947" y="95559"/>
                      <a:pt x="7655" y="97310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CF409A13-685E-486E-8C37-9E3E176B6FCE}"/>
                  </a:ext>
                </a:extLst>
              </p:cNvPr>
              <p:cNvSpPr/>
              <p:nvPr/>
            </p:nvSpPr>
            <p:spPr>
              <a:xfrm>
                <a:off x="7206396" y="2799863"/>
                <a:ext cx="61928" cy="88853"/>
              </a:xfrm>
              <a:custGeom>
                <a:avLst/>
                <a:gdLst>
                  <a:gd name="connsiteX0" fmla="*/ 5785 w 61927"/>
                  <a:gd name="connsiteY0" fmla="*/ 90179 h 88853"/>
                  <a:gd name="connsiteX1" fmla="*/ 10766 w 61927"/>
                  <a:gd name="connsiteY1" fmla="*/ 91418 h 88853"/>
                  <a:gd name="connsiteX2" fmla="*/ 20325 w 61927"/>
                  <a:gd name="connsiteY2" fmla="*/ 85629 h 88853"/>
                  <a:gd name="connsiteX3" fmla="*/ 60604 w 61927"/>
                  <a:gd name="connsiteY3" fmla="*/ 16647 h 88853"/>
                  <a:gd name="connsiteX4" fmla="*/ 57427 w 61927"/>
                  <a:gd name="connsiteY4" fmla="*/ 1730 h 88853"/>
                  <a:gd name="connsiteX5" fmla="*/ 42511 w 61927"/>
                  <a:gd name="connsiteY5" fmla="*/ 4907 h 88853"/>
                  <a:gd name="connsiteX6" fmla="*/ 1208 w 61927"/>
                  <a:gd name="connsiteY6" fmla="*/ 75613 h 88853"/>
                  <a:gd name="connsiteX7" fmla="*/ 5785 w 61927"/>
                  <a:gd name="connsiteY7" fmla="*/ 90179 h 8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927" h="88853">
                    <a:moveTo>
                      <a:pt x="5785" y="90179"/>
                    </a:moveTo>
                    <a:cubicBezTo>
                      <a:pt x="7373" y="91014"/>
                      <a:pt x="9097" y="91418"/>
                      <a:pt x="10766" y="91418"/>
                    </a:cubicBezTo>
                    <a:cubicBezTo>
                      <a:pt x="14644" y="91418"/>
                      <a:pt x="18413" y="89318"/>
                      <a:pt x="20325" y="85629"/>
                    </a:cubicBezTo>
                    <a:cubicBezTo>
                      <a:pt x="32630" y="62123"/>
                      <a:pt x="46173" y="38914"/>
                      <a:pt x="60604" y="16647"/>
                    </a:cubicBezTo>
                    <a:cubicBezTo>
                      <a:pt x="63836" y="11638"/>
                      <a:pt x="62409" y="4961"/>
                      <a:pt x="57427" y="1730"/>
                    </a:cubicBezTo>
                    <a:cubicBezTo>
                      <a:pt x="52420" y="-1501"/>
                      <a:pt x="45742" y="-74"/>
                      <a:pt x="42511" y="4907"/>
                    </a:cubicBezTo>
                    <a:cubicBezTo>
                      <a:pt x="27702" y="27740"/>
                      <a:pt x="13809" y="51542"/>
                      <a:pt x="1208" y="75613"/>
                    </a:cubicBezTo>
                    <a:cubicBezTo>
                      <a:pt x="-1511" y="80917"/>
                      <a:pt x="508" y="87433"/>
                      <a:pt x="5785" y="90179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7C9AE64E-F9D4-4A97-911C-3734379A9975}"/>
                  </a:ext>
                </a:extLst>
              </p:cNvPr>
              <p:cNvSpPr/>
              <p:nvPr/>
            </p:nvSpPr>
            <p:spPr>
              <a:xfrm>
                <a:off x="7536330" y="2484099"/>
                <a:ext cx="91546" cy="59235"/>
              </a:xfrm>
              <a:custGeom>
                <a:avLst/>
                <a:gdLst>
                  <a:gd name="connsiteX0" fmla="*/ 10774 w 91545"/>
                  <a:gd name="connsiteY0" fmla="*/ 59551 h 59235"/>
                  <a:gd name="connsiteX1" fmla="*/ 16267 w 91545"/>
                  <a:gd name="connsiteY1" fmla="*/ 58043 h 59235"/>
                  <a:gd name="connsiteX2" fmla="*/ 86784 w 91545"/>
                  <a:gd name="connsiteY2" fmla="*/ 20563 h 59235"/>
                  <a:gd name="connsiteX3" fmla="*/ 91927 w 91545"/>
                  <a:gd name="connsiteY3" fmla="*/ 6185 h 59235"/>
                  <a:gd name="connsiteX4" fmla="*/ 77549 w 91545"/>
                  <a:gd name="connsiteY4" fmla="*/ 1042 h 59235"/>
                  <a:gd name="connsiteX5" fmla="*/ 5281 w 91545"/>
                  <a:gd name="connsiteY5" fmla="*/ 39437 h 59235"/>
                  <a:gd name="connsiteX6" fmla="*/ 1512 w 91545"/>
                  <a:gd name="connsiteY6" fmla="*/ 54219 h 59235"/>
                  <a:gd name="connsiteX7" fmla="*/ 10774 w 91545"/>
                  <a:gd name="connsiteY7" fmla="*/ 59551 h 5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545" h="59235">
                    <a:moveTo>
                      <a:pt x="10774" y="59551"/>
                    </a:moveTo>
                    <a:cubicBezTo>
                      <a:pt x="12632" y="59551"/>
                      <a:pt x="14544" y="59066"/>
                      <a:pt x="16267" y="58043"/>
                    </a:cubicBezTo>
                    <a:cubicBezTo>
                      <a:pt x="39072" y="44526"/>
                      <a:pt x="62821" y="31925"/>
                      <a:pt x="86784" y="20563"/>
                    </a:cubicBezTo>
                    <a:cubicBezTo>
                      <a:pt x="92169" y="18005"/>
                      <a:pt x="94458" y="11570"/>
                      <a:pt x="91927" y="6185"/>
                    </a:cubicBezTo>
                    <a:cubicBezTo>
                      <a:pt x="89368" y="800"/>
                      <a:pt x="82934" y="-1516"/>
                      <a:pt x="77549" y="1042"/>
                    </a:cubicBezTo>
                    <a:cubicBezTo>
                      <a:pt x="52993" y="12674"/>
                      <a:pt x="28653" y="25598"/>
                      <a:pt x="5281" y="39437"/>
                    </a:cubicBezTo>
                    <a:cubicBezTo>
                      <a:pt x="166" y="42480"/>
                      <a:pt x="-1530" y="49104"/>
                      <a:pt x="1512" y="54219"/>
                    </a:cubicBezTo>
                    <a:cubicBezTo>
                      <a:pt x="3504" y="57666"/>
                      <a:pt x="7086" y="59551"/>
                      <a:pt x="10774" y="59551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F3F31307-AEA7-423F-A87E-CA1F7AC5A24C}"/>
                  </a:ext>
                </a:extLst>
              </p:cNvPr>
              <p:cNvSpPr/>
              <p:nvPr/>
            </p:nvSpPr>
            <p:spPr>
              <a:xfrm>
                <a:off x="7682296" y="2428917"/>
                <a:ext cx="96931" cy="43080"/>
              </a:xfrm>
              <a:custGeom>
                <a:avLst/>
                <a:gdLst>
                  <a:gd name="connsiteX0" fmla="*/ 10795 w 96930"/>
                  <a:gd name="connsiteY0" fmla="*/ 45642 h 43080"/>
                  <a:gd name="connsiteX1" fmla="*/ 14485 w 96930"/>
                  <a:gd name="connsiteY1" fmla="*/ 44996 h 43080"/>
                  <a:gd name="connsiteX2" fmla="*/ 90737 w 96930"/>
                  <a:gd name="connsiteY2" fmla="*/ 21221 h 43080"/>
                  <a:gd name="connsiteX3" fmla="*/ 98437 w 96930"/>
                  <a:gd name="connsiteY3" fmla="*/ 8055 h 43080"/>
                  <a:gd name="connsiteX4" fmla="*/ 85271 w 96930"/>
                  <a:gd name="connsiteY4" fmla="*/ 354 h 43080"/>
                  <a:gd name="connsiteX5" fmla="*/ 7107 w 96930"/>
                  <a:gd name="connsiteY5" fmla="*/ 24721 h 43080"/>
                  <a:gd name="connsiteX6" fmla="*/ 645 w 96930"/>
                  <a:gd name="connsiteY6" fmla="*/ 38534 h 43080"/>
                  <a:gd name="connsiteX7" fmla="*/ 10795 w 96930"/>
                  <a:gd name="connsiteY7" fmla="*/ 45642 h 43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6930" h="43080">
                    <a:moveTo>
                      <a:pt x="10795" y="45642"/>
                    </a:moveTo>
                    <a:cubicBezTo>
                      <a:pt x="12008" y="45642"/>
                      <a:pt x="13273" y="45427"/>
                      <a:pt x="14485" y="44996"/>
                    </a:cubicBezTo>
                    <a:cubicBezTo>
                      <a:pt x="39417" y="35922"/>
                      <a:pt x="65077" y="27925"/>
                      <a:pt x="90737" y="21221"/>
                    </a:cubicBezTo>
                    <a:cubicBezTo>
                      <a:pt x="96499" y="19713"/>
                      <a:pt x="99945" y="13817"/>
                      <a:pt x="98437" y="8055"/>
                    </a:cubicBezTo>
                    <a:cubicBezTo>
                      <a:pt x="96929" y="2293"/>
                      <a:pt x="91033" y="-1154"/>
                      <a:pt x="85271" y="354"/>
                    </a:cubicBezTo>
                    <a:cubicBezTo>
                      <a:pt x="58965" y="7220"/>
                      <a:pt x="32659" y="15432"/>
                      <a:pt x="7107" y="24721"/>
                    </a:cubicBezTo>
                    <a:cubicBezTo>
                      <a:pt x="1506" y="26768"/>
                      <a:pt x="-1375" y="32960"/>
                      <a:pt x="645" y="38534"/>
                    </a:cubicBezTo>
                    <a:cubicBezTo>
                      <a:pt x="2233" y="42923"/>
                      <a:pt x="6380" y="45642"/>
                      <a:pt x="10795" y="45642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22EED339-E40C-41BF-A488-21E7947A995E}"/>
                  </a:ext>
                </a:extLst>
              </p:cNvPr>
              <p:cNvSpPr/>
              <p:nvPr/>
            </p:nvSpPr>
            <p:spPr>
              <a:xfrm>
                <a:off x="7294272" y="2672890"/>
                <a:ext cx="72698" cy="80776"/>
              </a:xfrm>
              <a:custGeom>
                <a:avLst/>
                <a:gdLst>
                  <a:gd name="connsiteX0" fmla="*/ 4124 w 72697"/>
                  <a:gd name="connsiteY0" fmla="*/ 80453 h 80775"/>
                  <a:gd name="connsiteX1" fmla="*/ 10801 w 72697"/>
                  <a:gd name="connsiteY1" fmla="*/ 82768 h 80775"/>
                  <a:gd name="connsiteX2" fmla="*/ 19282 w 72697"/>
                  <a:gd name="connsiteY2" fmla="*/ 78649 h 80775"/>
                  <a:gd name="connsiteX3" fmla="*/ 71544 w 72697"/>
                  <a:gd name="connsiteY3" fmla="*/ 18229 h 80775"/>
                  <a:gd name="connsiteX4" fmla="*/ 71140 w 72697"/>
                  <a:gd name="connsiteY4" fmla="*/ 2962 h 80775"/>
                  <a:gd name="connsiteX5" fmla="*/ 55874 w 72697"/>
                  <a:gd name="connsiteY5" fmla="*/ 3366 h 80775"/>
                  <a:gd name="connsiteX6" fmla="*/ 2292 w 72697"/>
                  <a:gd name="connsiteY6" fmla="*/ 65267 h 80775"/>
                  <a:gd name="connsiteX7" fmla="*/ 4124 w 72697"/>
                  <a:gd name="connsiteY7" fmla="*/ 80453 h 8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697" h="80775">
                    <a:moveTo>
                      <a:pt x="4124" y="80453"/>
                    </a:moveTo>
                    <a:cubicBezTo>
                      <a:pt x="6089" y="82014"/>
                      <a:pt x="8458" y="82768"/>
                      <a:pt x="10801" y="82768"/>
                    </a:cubicBezTo>
                    <a:cubicBezTo>
                      <a:pt x="14005" y="82768"/>
                      <a:pt x="17155" y="81368"/>
                      <a:pt x="19282" y="78649"/>
                    </a:cubicBezTo>
                    <a:cubicBezTo>
                      <a:pt x="35680" y="57809"/>
                      <a:pt x="53289" y="37480"/>
                      <a:pt x="71544" y="18229"/>
                    </a:cubicBezTo>
                    <a:cubicBezTo>
                      <a:pt x="75636" y="13894"/>
                      <a:pt x="75475" y="7082"/>
                      <a:pt x="71140" y="2962"/>
                    </a:cubicBezTo>
                    <a:cubicBezTo>
                      <a:pt x="66805" y="-1131"/>
                      <a:pt x="59993" y="-969"/>
                      <a:pt x="55874" y="3366"/>
                    </a:cubicBezTo>
                    <a:cubicBezTo>
                      <a:pt x="37134" y="23102"/>
                      <a:pt x="19120" y="43942"/>
                      <a:pt x="2292" y="65267"/>
                    </a:cubicBezTo>
                    <a:cubicBezTo>
                      <a:pt x="-1369" y="69979"/>
                      <a:pt x="-561" y="76764"/>
                      <a:pt x="4124" y="80453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ECBF72ED-A8A3-434F-A97A-5100FF2FCCFF}"/>
                  </a:ext>
                </a:extLst>
              </p:cNvPr>
              <p:cNvSpPr/>
              <p:nvPr/>
            </p:nvSpPr>
            <p:spPr>
              <a:xfrm>
                <a:off x="7405485" y="2566444"/>
                <a:ext cx="83468" cy="70005"/>
              </a:xfrm>
              <a:custGeom>
                <a:avLst/>
                <a:gdLst>
                  <a:gd name="connsiteX0" fmla="*/ 10817 w 83468"/>
                  <a:gd name="connsiteY0" fmla="*/ 72008 h 70005"/>
                  <a:gd name="connsiteX1" fmla="*/ 17925 w 83468"/>
                  <a:gd name="connsiteY1" fmla="*/ 69343 h 70005"/>
                  <a:gd name="connsiteX2" fmla="*/ 80364 w 83468"/>
                  <a:gd name="connsiteY2" fmla="*/ 19531 h 70005"/>
                  <a:gd name="connsiteX3" fmla="*/ 82761 w 83468"/>
                  <a:gd name="connsiteY3" fmla="*/ 4453 h 70005"/>
                  <a:gd name="connsiteX4" fmla="*/ 67682 w 83468"/>
                  <a:gd name="connsiteY4" fmla="*/ 2057 h 70005"/>
                  <a:gd name="connsiteX5" fmla="*/ 3681 w 83468"/>
                  <a:gd name="connsiteY5" fmla="*/ 53107 h 70005"/>
                  <a:gd name="connsiteX6" fmla="*/ 2685 w 83468"/>
                  <a:gd name="connsiteY6" fmla="*/ 68320 h 70005"/>
                  <a:gd name="connsiteX7" fmla="*/ 10817 w 83468"/>
                  <a:gd name="connsiteY7" fmla="*/ 72008 h 70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468" h="70005">
                    <a:moveTo>
                      <a:pt x="10817" y="72008"/>
                    </a:moveTo>
                    <a:cubicBezTo>
                      <a:pt x="13347" y="72008"/>
                      <a:pt x="15878" y="71120"/>
                      <a:pt x="17925" y="69343"/>
                    </a:cubicBezTo>
                    <a:cubicBezTo>
                      <a:pt x="37903" y="51841"/>
                      <a:pt x="58905" y="35094"/>
                      <a:pt x="80364" y="19531"/>
                    </a:cubicBezTo>
                    <a:cubicBezTo>
                      <a:pt x="85184" y="16031"/>
                      <a:pt x="86260" y="9300"/>
                      <a:pt x="82761" y="4453"/>
                    </a:cubicBezTo>
                    <a:cubicBezTo>
                      <a:pt x="79260" y="-366"/>
                      <a:pt x="72502" y="-1443"/>
                      <a:pt x="67682" y="2057"/>
                    </a:cubicBezTo>
                    <a:cubicBezTo>
                      <a:pt x="45685" y="17997"/>
                      <a:pt x="24144" y="35175"/>
                      <a:pt x="3681" y="53107"/>
                    </a:cubicBezTo>
                    <a:cubicBezTo>
                      <a:pt x="-815" y="57038"/>
                      <a:pt x="-1246" y="63850"/>
                      <a:pt x="2685" y="68320"/>
                    </a:cubicBezTo>
                    <a:cubicBezTo>
                      <a:pt x="4839" y="70770"/>
                      <a:pt x="7828" y="72008"/>
                      <a:pt x="10817" y="72008"/>
                    </a:cubicBezTo>
                    <a:close/>
                  </a:path>
                </a:pathLst>
              </a:custGeom>
              <a:grpFill/>
              <a:ln w="2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3E10628-B927-4C69-8D76-4FF0FEAE942E}"/>
                </a:ext>
              </a:extLst>
            </p:cNvPr>
            <p:cNvSpPr/>
            <p:nvPr/>
          </p:nvSpPr>
          <p:spPr>
            <a:xfrm>
              <a:off x="7217784" y="3064486"/>
              <a:ext cx="1758214" cy="1114703"/>
            </a:xfrm>
            <a:custGeom>
              <a:avLst/>
              <a:gdLst>
                <a:gd name="connsiteX0" fmla="*/ 1742284 w 1758214"/>
                <a:gd name="connsiteY0" fmla="*/ 296746 h 1114702"/>
                <a:gd name="connsiteX1" fmla="*/ 1719990 w 1758214"/>
                <a:gd name="connsiteY1" fmla="*/ 314679 h 1114702"/>
                <a:gd name="connsiteX2" fmla="*/ 1693954 w 1758214"/>
                <a:gd name="connsiteY2" fmla="*/ 451162 h 1114702"/>
                <a:gd name="connsiteX3" fmla="*/ 1692419 w 1758214"/>
                <a:gd name="connsiteY3" fmla="*/ 455013 h 1114702"/>
                <a:gd name="connsiteX4" fmla="*/ 871363 w 1758214"/>
                <a:gd name="connsiteY4" fmla="*/ 1074292 h 1114702"/>
                <a:gd name="connsiteX5" fmla="*/ 42551 w 1758214"/>
                <a:gd name="connsiteY5" fmla="*/ 425691 h 1114702"/>
                <a:gd name="connsiteX6" fmla="*/ 237328 w 1758214"/>
                <a:gd name="connsiteY6" fmla="*/ 234011 h 1114702"/>
                <a:gd name="connsiteX7" fmla="*/ 243360 w 1758214"/>
                <a:gd name="connsiteY7" fmla="*/ 219606 h 1114702"/>
                <a:gd name="connsiteX8" fmla="*/ 237328 w 1758214"/>
                <a:gd name="connsiteY8" fmla="*/ 205174 h 1114702"/>
                <a:gd name="connsiteX9" fmla="*/ 34851 w 1758214"/>
                <a:gd name="connsiteY9" fmla="*/ 5820 h 1114702"/>
                <a:gd name="connsiteX10" fmla="*/ 6256 w 1758214"/>
                <a:gd name="connsiteY10" fmla="*/ 6035 h 1114702"/>
                <a:gd name="connsiteX11" fmla="*/ 6471 w 1758214"/>
                <a:gd name="connsiteY11" fmla="*/ 34657 h 1114702"/>
                <a:gd name="connsiteX12" fmla="*/ 194301 w 1758214"/>
                <a:gd name="connsiteY12" fmla="*/ 219579 h 1114702"/>
                <a:gd name="connsiteX13" fmla="*/ 6041 w 1758214"/>
                <a:gd name="connsiteY13" fmla="*/ 404851 h 1114702"/>
                <a:gd name="connsiteX14" fmla="*/ 521 w 1758214"/>
                <a:gd name="connsiteY14" fmla="*/ 423860 h 1114702"/>
                <a:gd name="connsiteX15" fmla="*/ 311480 w 1758214"/>
                <a:gd name="connsiteY15" fmla="*/ 917776 h 1114702"/>
                <a:gd name="connsiteX16" fmla="*/ 569423 w 1758214"/>
                <a:gd name="connsiteY16" fmla="*/ 1062472 h 1114702"/>
                <a:gd name="connsiteX17" fmla="*/ 864604 w 1758214"/>
                <a:gd name="connsiteY17" fmla="*/ 1114680 h 1114702"/>
                <a:gd name="connsiteX18" fmla="*/ 871390 w 1758214"/>
                <a:gd name="connsiteY18" fmla="*/ 1115865 h 1114702"/>
                <a:gd name="connsiteX19" fmla="*/ 1470475 w 1758214"/>
                <a:gd name="connsiteY19" fmla="*/ 885466 h 1114702"/>
                <a:gd name="connsiteX20" fmla="*/ 1760216 w 1758214"/>
                <a:gd name="connsiteY20" fmla="*/ 319014 h 1114702"/>
                <a:gd name="connsiteX21" fmla="*/ 1742284 w 1758214"/>
                <a:gd name="connsiteY21" fmla="*/ 296746 h 1114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58214" h="1114702">
                  <a:moveTo>
                    <a:pt x="1742284" y="296746"/>
                  </a:moveTo>
                  <a:cubicBezTo>
                    <a:pt x="1731164" y="295508"/>
                    <a:pt x="1721202" y="303585"/>
                    <a:pt x="1719990" y="314679"/>
                  </a:cubicBezTo>
                  <a:cubicBezTo>
                    <a:pt x="1714928" y="361501"/>
                    <a:pt x="1706123" y="407086"/>
                    <a:pt x="1693954" y="451162"/>
                  </a:cubicBezTo>
                  <a:cubicBezTo>
                    <a:pt x="1693334" y="452374"/>
                    <a:pt x="1692796" y="453666"/>
                    <a:pt x="1692419" y="455013"/>
                  </a:cubicBezTo>
                  <a:cubicBezTo>
                    <a:pt x="1588568" y="819634"/>
                    <a:pt x="1250927" y="1074292"/>
                    <a:pt x="871363" y="1074292"/>
                  </a:cubicBezTo>
                  <a:cubicBezTo>
                    <a:pt x="475831" y="1074292"/>
                    <a:pt x="136628" y="808163"/>
                    <a:pt x="42551" y="425691"/>
                  </a:cubicBezTo>
                  <a:lnTo>
                    <a:pt x="237328" y="234011"/>
                  </a:lnTo>
                  <a:cubicBezTo>
                    <a:pt x="241206" y="230214"/>
                    <a:pt x="243360" y="225018"/>
                    <a:pt x="243360" y="219606"/>
                  </a:cubicBezTo>
                  <a:cubicBezTo>
                    <a:pt x="243360" y="214194"/>
                    <a:pt x="241179" y="208997"/>
                    <a:pt x="237328" y="205174"/>
                  </a:cubicBezTo>
                  <a:lnTo>
                    <a:pt x="34851" y="5820"/>
                  </a:lnTo>
                  <a:cubicBezTo>
                    <a:pt x="26881" y="-2016"/>
                    <a:pt x="14091" y="-1935"/>
                    <a:pt x="6256" y="6035"/>
                  </a:cubicBezTo>
                  <a:cubicBezTo>
                    <a:pt x="-1579" y="14005"/>
                    <a:pt x="-1471" y="26794"/>
                    <a:pt x="6471" y="34657"/>
                  </a:cubicBezTo>
                  <a:lnTo>
                    <a:pt x="194301" y="219579"/>
                  </a:lnTo>
                  <a:lnTo>
                    <a:pt x="6041" y="404851"/>
                  </a:lnTo>
                  <a:cubicBezTo>
                    <a:pt x="1033" y="409805"/>
                    <a:pt x="-1067" y="416994"/>
                    <a:pt x="521" y="423860"/>
                  </a:cubicBezTo>
                  <a:cubicBezTo>
                    <a:pt x="45460" y="617237"/>
                    <a:pt x="155879" y="792628"/>
                    <a:pt x="311480" y="917776"/>
                  </a:cubicBezTo>
                  <a:cubicBezTo>
                    <a:pt x="389186" y="980269"/>
                    <a:pt x="475966" y="1028950"/>
                    <a:pt x="569423" y="1062472"/>
                  </a:cubicBezTo>
                  <a:cubicBezTo>
                    <a:pt x="664012" y="1096398"/>
                    <a:pt x="763285" y="1113926"/>
                    <a:pt x="864604" y="1114680"/>
                  </a:cubicBezTo>
                  <a:cubicBezTo>
                    <a:pt x="866731" y="1115434"/>
                    <a:pt x="868993" y="1115865"/>
                    <a:pt x="871390" y="1115865"/>
                  </a:cubicBezTo>
                  <a:cubicBezTo>
                    <a:pt x="1093226" y="1115865"/>
                    <a:pt x="1305989" y="1034039"/>
                    <a:pt x="1470475" y="885466"/>
                  </a:cubicBezTo>
                  <a:cubicBezTo>
                    <a:pt x="1633776" y="737969"/>
                    <a:pt x="1736657" y="536811"/>
                    <a:pt x="1760216" y="319014"/>
                  </a:cubicBezTo>
                  <a:cubicBezTo>
                    <a:pt x="1761401" y="307947"/>
                    <a:pt x="1753377" y="297958"/>
                    <a:pt x="1742284" y="296746"/>
                  </a:cubicBezTo>
                  <a:close/>
                </a:path>
              </a:pathLst>
            </a:custGeom>
            <a:solidFill>
              <a:schemeClr val="bg1"/>
            </a:solidFill>
            <a:ln w="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3A661DC-AD40-44B3-AC2B-3A8932DA2DE4}"/>
                </a:ext>
              </a:extLst>
            </p:cNvPr>
            <p:cNvSpPr/>
            <p:nvPr/>
          </p:nvSpPr>
          <p:spPr>
            <a:xfrm>
              <a:off x="8949911" y="3089423"/>
              <a:ext cx="288099" cy="395800"/>
            </a:xfrm>
            <a:custGeom>
              <a:avLst/>
              <a:gdLst>
                <a:gd name="connsiteX0" fmla="*/ 289936 w 288099"/>
                <a:gd name="connsiteY0" fmla="*/ 198250 h 395800"/>
                <a:gd name="connsiteX1" fmla="*/ 87647 w 288099"/>
                <a:gd name="connsiteY1" fmla="*/ 0 h 395800"/>
                <a:gd name="connsiteX2" fmla="*/ 87647 w 288099"/>
                <a:gd name="connsiteY2" fmla="*/ 186107 h 395800"/>
                <a:gd name="connsiteX3" fmla="*/ 23807 w 288099"/>
                <a:gd name="connsiteY3" fmla="*/ 186107 h 395800"/>
                <a:gd name="connsiteX4" fmla="*/ 22515 w 288099"/>
                <a:gd name="connsiteY4" fmla="*/ 147577 h 395800"/>
                <a:gd name="connsiteX5" fmla="*/ 21546 w 288099"/>
                <a:gd name="connsiteY5" fmla="*/ 135326 h 395800"/>
                <a:gd name="connsiteX6" fmla="*/ 9941 w 288099"/>
                <a:gd name="connsiteY6" fmla="*/ 125418 h 395800"/>
                <a:gd name="connsiteX7" fmla="*/ 33 w 288099"/>
                <a:gd name="connsiteY7" fmla="*/ 137022 h 395800"/>
                <a:gd name="connsiteX8" fmla="*/ 975 w 288099"/>
                <a:gd name="connsiteY8" fmla="*/ 149004 h 395800"/>
                <a:gd name="connsiteX9" fmla="*/ 2294 w 288099"/>
                <a:gd name="connsiteY9" fmla="*/ 196877 h 395800"/>
                <a:gd name="connsiteX10" fmla="*/ 2294 w 288099"/>
                <a:gd name="connsiteY10" fmla="*/ 207674 h 395800"/>
                <a:gd name="connsiteX11" fmla="*/ 87647 w 288099"/>
                <a:gd name="connsiteY11" fmla="*/ 207674 h 395800"/>
                <a:gd name="connsiteX12" fmla="*/ 87647 w 288099"/>
                <a:gd name="connsiteY12" fmla="*/ 396473 h 395800"/>
                <a:gd name="connsiteX13" fmla="*/ 289936 w 288099"/>
                <a:gd name="connsiteY13" fmla="*/ 198250 h 39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8099" h="395800">
                  <a:moveTo>
                    <a:pt x="289936" y="198250"/>
                  </a:moveTo>
                  <a:lnTo>
                    <a:pt x="87647" y="0"/>
                  </a:lnTo>
                  <a:lnTo>
                    <a:pt x="87647" y="186107"/>
                  </a:lnTo>
                  <a:lnTo>
                    <a:pt x="23807" y="186107"/>
                  </a:lnTo>
                  <a:cubicBezTo>
                    <a:pt x="23646" y="173317"/>
                    <a:pt x="23215" y="160447"/>
                    <a:pt x="22515" y="147577"/>
                  </a:cubicBezTo>
                  <a:lnTo>
                    <a:pt x="21546" y="135326"/>
                  </a:lnTo>
                  <a:cubicBezTo>
                    <a:pt x="21061" y="129376"/>
                    <a:pt x="15891" y="124960"/>
                    <a:pt x="9941" y="125418"/>
                  </a:cubicBezTo>
                  <a:cubicBezTo>
                    <a:pt x="3991" y="125902"/>
                    <a:pt x="-426" y="131099"/>
                    <a:pt x="33" y="137022"/>
                  </a:cubicBezTo>
                  <a:lnTo>
                    <a:pt x="975" y="149004"/>
                  </a:lnTo>
                  <a:cubicBezTo>
                    <a:pt x="1836" y="164863"/>
                    <a:pt x="2294" y="180964"/>
                    <a:pt x="2294" y="196877"/>
                  </a:cubicBezTo>
                  <a:lnTo>
                    <a:pt x="2294" y="207674"/>
                  </a:lnTo>
                  <a:lnTo>
                    <a:pt x="87647" y="207674"/>
                  </a:lnTo>
                  <a:lnTo>
                    <a:pt x="87647" y="396473"/>
                  </a:lnTo>
                  <a:lnTo>
                    <a:pt x="289936" y="198250"/>
                  </a:lnTo>
                  <a:close/>
                </a:path>
              </a:pathLst>
            </a:custGeom>
            <a:solidFill>
              <a:schemeClr val="bg1"/>
            </a:solidFill>
            <a:ln w="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086A6AD-97B7-4F0E-B0AD-99737F860CE9}"/>
              </a:ext>
            </a:extLst>
          </p:cNvPr>
          <p:cNvGrpSpPr/>
          <p:nvPr/>
        </p:nvGrpSpPr>
        <p:grpSpPr>
          <a:xfrm>
            <a:off x="1521062" y="4328281"/>
            <a:ext cx="1692783" cy="883894"/>
            <a:chOff x="1521062" y="4328281"/>
            <a:chExt cx="1692783" cy="883894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F365DDC-B881-4571-A6CD-454E1AAF903F}"/>
                </a:ext>
              </a:extLst>
            </p:cNvPr>
            <p:cNvSpPr/>
            <p:nvPr/>
          </p:nvSpPr>
          <p:spPr>
            <a:xfrm>
              <a:off x="1752765" y="432828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E368A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1750113A-54EB-418F-9CB8-8FDEEC2405B1}"/>
                </a:ext>
              </a:extLst>
            </p:cNvPr>
            <p:cNvSpPr/>
            <p:nvPr/>
          </p:nvSpPr>
          <p:spPr>
            <a:xfrm>
              <a:off x="1521062" y="4612011"/>
              <a:ext cx="169278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D5B35C80-A36B-461E-A9A7-3212CD127BA1}"/>
              </a:ext>
            </a:extLst>
          </p:cNvPr>
          <p:cNvGrpSpPr/>
          <p:nvPr/>
        </p:nvGrpSpPr>
        <p:grpSpPr>
          <a:xfrm>
            <a:off x="3423110" y="4328281"/>
            <a:ext cx="1692783" cy="883894"/>
            <a:chOff x="3423110" y="4328281"/>
            <a:chExt cx="1692783" cy="883894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577C454B-6190-460E-A3B1-CFB9785375BD}"/>
                </a:ext>
              </a:extLst>
            </p:cNvPr>
            <p:cNvSpPr/>
            <p:nvPr/>
          </p:nvSpPr>
          <p:spPr>
            <a:xfrm>
              <a:off x="3654813" y="432828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903D85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49641AFC-3D70-450B-B838-974787280F3C}"/>
                </a:ext>
              </a:extLst>
            </p:cNvPr>
            <p:cNvSpPr/>
            <p:nvPr/>
          </p:nvSpPr>
          <p:spPr>
            <a:xfrm>
              <a:off x="3423110" y="4612011"/>
              <a:ext cx="169278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ED4BFFD3-31B7-46AB-B64D-F9B3B70F2309}"/>
              </a:ext>
            </a:extLst>
          </p:cNvPr>
          <p:cNvGrpSpPr/>
          <p:nvPr/>
        </p:nvGrpSpPr>
        <p:grpSpPr>
          <a:xfrm>
            <a:off x="5359206" y="4328281"/>
            <a:ext cx="1692783" cy="883894"/>
            <a:chOff x="5359206" y="4328281"/>
            <a:chExt cx="1692783" cy="883894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6E51EDC-0F84-4EA5-857E-58D6A0F1E2CC}"/>
                </a:ext>
              </a:extLst>
            </p:cNvPr>
            <p:cNvSpPr/>
            <p:nvPr/>
          </p:nvSpPr>
          <p:spPr>
            <a:xfrm>
              <a:off x="5590909" y="432828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69B7D5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6F99F2F-2AD1-42C7-8902-C1CC49C067EF}"/>
                </a:ext>
              </a:extLst>
            </p:cNvPr>
            <p:cNvSpPr/>
            <p:nvPr/>
          </p:nvSpPr>
          <p:spPr>
            <a:xfrm>
              <a:off x="5359206" y="4612011"/>
              <a:ext cx="169278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54E9AC7-6B78-41C1-B919-8EC67E4B50C5}"/>
              </a:ext>
            </a:extLst>
          </p:cNvPr>
          <p:cNvGrpSpPr/>
          <p:nvPr/>
        </p:nvGrpSpPr>
        <p:grpSpPr>
          <a:xfrm>
            <a:off x="7266050" y="4328281"/>
            <a:ext cx="1692783" cy="883894"/>
            <a:chOff x="7266050" y="4328281"/>
            <a:chExt cx="1692783" cy="883894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FFBECE82-1916-4F8E-95C4-3B5ED017DB34}"/>
                </a:ext>
              </a:extLst>
            </p:cNvPr>
            <p:cNvSpPr/>
            <p:nvPr/>
          </p:nvSpPr>
          <p:spPr>
            <a:xfrm>
              <a:off x="7497753" y="432828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C93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7A3C776F-646A-4487-B791-BC5DA54FF5FB}"/>
                </a:ext>
              </a:extLst>
            </p:cNvPr>
            <p:cNvSpPr/>
            <p:nvPr/>
          </p:nvSpPr>
          <p:spPr>
            <a:xfrm>
              <a:off x="7266050" y="4612011"/>
              <a:ext cx="169278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BC1C336-AB9C-4300-8311-8CCA545BE780}"/>
              </a:ext>
            </a:extLst>
          </p:cNvPr>
          <p:cNvGrpSpPr/>
          <p:nvPr/>
        </p:nvGrpSpPr>
        <p:grpSpPr>
          <a:xfrm>
            <a:off x="9172793" y="4328281"/>
            <a:ext cx="1692783" cy="883894"/>
            <a:chOff x="9172793" y="4328281"/>
            <a:chExt cx="1692783" cy="883894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06AA1C3-6964-4C44-AA5B-0FA030EFCC0D}"/>
                </a:ext>
              </a:extLst>
            </p:cNvPr>
            <p:cNvSpPr/>
            <p:nvPr/>
          </p:nvSpPr>
          <p:spPr>
            <a:xfrm>
              <a:off x="9404496" y="432828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7974E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7AB28FAA-636C-4006-B583-13A1FC942009}"/>
                </a:ext>
              </a:extLst>
            </p:cNvPr>
            <p:cNvSpPr/>
            <p:nvPr/>
          </p:nvSpPr>
          <p:spPr>
            <a:xfrm>
              <a:off x="9172793" y="4612011"/>
              <a:ext cx="169278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pic>
        <p:nvPicPr>
          <p:cNvPr id="209" name="Graphic 208" descr="Circles with arrows">
            <a:extLst>
              <a:ext uri="{FF2B5EF4-FFF2-40B4-BE49-F238E27FC236}">
                <a16:creationId xmlns:a16="http://schemas.microsoft.com/office/drawing/2014/main" id="{1C0320DC-B1B3-4BC3-9E49-883514236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2885" y="2867776"/>
            <a:ext cx="831274" cy="831274"/>
          </a:xfrm>
          <a:prstGeom prst="rect">
            <a:avLst/>
          </a:prstGeom>
        </p:spPr>
      </p:pic>
      <p:pic>
        <p:nvPicPr>
          <p:cNvPr id="210" name="Graphic 209" descr="Lock">
            <a:extLst>
              <a:ext uri="{FF2B5EF4-FFF2-40B4-BE49-F238E27FC236}">
                <a16:creationId xmlns:a16="http://schemas.microsoft.com/office/drawing/2014/main" id="{E8F5B6A5-8A95-48DC-B3C7-EF9387D79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7745" y="2899712"/>
            <a:ext cx="755704" cy="755704"/>
          </a:xfrm>
          <a:prstGeom prst="rect">
            <a:avLst/>
          </a:prstGeom>
        </p:spPr>
      </p:pic>
      <p:pic>
        <p:nvPicPr>
          <p:cNvPr id="211" name="Graphic 210" descr="Cloud Computing">
            <a:extLst>
              <a:ext uri="{FF2B5EF4-FFF2-40B4-BE49-F238E27FC236}">
                <a16:creationId xmlns:a16="http://schemas.microsoft.com/office/drawing/2014/main" id="{F821B630-DEC4-447D-8380-9414357624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9457" y="2906259"/>
            <a:ext cx="755704" cy="755704"/>
          </a:xfrm>
          <a:prstGeom prst="rect">
            <a:avLst/>
          </a:prstGeom>
        </p:spPr>
      </p:pic>
      <p:pic>
        <p:nvPicPr>
          <p:cNvPr id="212" name="Graphic 211" descr="Internet">
            <a:extLst>
              <a:ext uri="{FF2B5EF4-FFF2-40B4-BE49-F238E27FC236}">
                <a16:creationId xmlns:a16="http://schemas.microsoft.com/office/drawing/2014/main" id="{E8948EFA-A22B-48CA-BCE9-388EF8A163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7986" y="2939444"/>
            <a:ext cx="755704" cy="755704"/>
          </a:xfrm>
          <a:prstGeom prst="rect">
            <a:avLst/>
          </a:prstGeom>
        </p:spPr>
      </p:pic>
      <p:pic>
        <p:nvPicPr>
          <p:cNvPr id="213" name="Graphic 212" descr="Tools">
            <a:extLst>
              <a:ext uri="{FF2B5EF4-FFF2-40B4-BE49-F238E27FC236}">
                <a16:creationId xmlns:a16="http://schemas.microsoft.com/office/drawing/2014/main" id="{B0830551-0983-45E2-B898-D343E51D63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0782" y="2983555"/>
            <a:ext cx="567772" cy="56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17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19CB24F-9C9E-4C7B-A2BA-C55DB225D1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B7623A-4EC3-4C0F-B90B-47440F700068}"/>
              </a:ext>
            </a:extLst>
          </p:cNvPr>
          <p:cNvGrpSpPr/>
          <p:nvPr/>
        </p:nvGrpSpPr>
        <p:grpSpPr>
          <a:xfrm>
            <a:off x="1516168" y="3312941"/>
            <a:ext cx="2117309" cy="1695065"/>
            <a:chOff x="1516168" y="3312941"/>
            <a:chExt cx="2117309" cy="1695065"/>
          </a:xfrm>
        </p:grpSpPr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04085EC-DA7A-4F05-9803-4BBC2501B7EC}"/>
                </a:ext>
              </a:extLst>
            </p:cNvPr>
            <p:cNvSpPr/>
            <p:nvPr/>
          </p:nvSpPr>
          <p:spPr>
            <a:xfrm>
              <a:off x="1516168" y="3427045"/>
              <a:ext cx="2117309" cy="1580961"/>
            </a:xfrm>
            <a:custGeom>
              <a:avLst/>
              <a:gdLst>
                <a:gd name="connsiteX0" fmla="*/ 2117611 w 2117309"/>
                <a:gd name="connsiteY0" fmla="*/ 872281 h 1580961"/>
                <a:gd name="connsiteX1" fmla="*/ 2036906 w 2117309"/>
                <a:gd name="connsiteY1" fmla="*/ 952986 h 1580961"/>
                <a:gd name="connsiteX2" fmla="*/ 1714003 w 2117309"/>
                <a:gd name="connsiteY2" fmla="*/ 952986 h 1580961"/>
                <a:gd name="connsiteX3" fmla="*/ 1389049 w 2117309"/>
                <a:gd name="connsiteY3" fmla="*/ 1515785 h 1580961"/>
                <a:gd name="connsiteX4" fmla="*/ 1272400 w 2117309"/>
                <a:gd name="connsiteY4" fmla="*/ 1583124 h 1580961"/>
                <a:gd name="connsiteX5" fmla="*/ 513932 w 2117309"/>
                <a:gd name="connsiteY5" fmla="*/ 1583124 h 1580961"/>
                <a:gd name="connsiteX6" fmla="*/ 397283 w 2117309"/>
                <a:gd name="connsiteY6" fmla="*/ 1515785 h 1580961"/>
                <a:gd name="connsiteX7" fmla="*/ 18049 w 2117309"/>
                <a:gd name="connsiteY7" fmla="*/ 858914 h 1580961"/>
                <a:gd name="connsiteX8" fmla="*/ 18049 w 2117309"/>
                <a:gd name="connsiteY8" fmla="*/ 724210 h 1580961"/>
                <a:gd name="connsiteX9" fmla="*/ 397283 w 2117309"/>
                <a:gd name="connsiteY9" fmla="*/ 67338 h 1580961"/>
                <a:gd name="connsiteX10" fmla="*/ 513932 w 2117309"/>
                <a:gd name="connsiteY10" fmla="*/ 0 h 1580961"/>
                <a:gd name="connsiteX11" fmla="*/ 731785 w 2117309"/>
                <a:gd name="connsiteY11" fmla="*/ 0 h 1580961"/>
                <a:gd name="connsiteX12" fmla="*/ 893194 w 2117309"/>
                <a:gd name="connsiteY12" fmla="*/ 161382 h 1580961"/>
                <a:gd name="connsiteX13" fmla="*/ 1054604 w 2117309"/>
                <a:gd name="connsiteY13" fmla="*/ 0 h 1580961"/>
                <a:gd name="connsiteX14" fmla="*/ 1272428 w 2117309"/>
                <a:gd name="connsiteY14" fmla="*/ 0 h 1580961"/>
                <a:gd name="connsiteX15" fmla="*/ 1389077 w 2117309"/>
                <a:gd name="connsiteY15" fmla="*/ 67338 h 1580961"/>
                <a:gd name="connsiteX16" fmla="*/ 1620830 w 2117309"/>
                <a:gd name="connsiteY16" fmla="*/ 468756 h 1580961"/>
                <a:gd name="connsiteX17" fmla="*/ 1857525 w 2117309"/>
                <a:gd name="connsiteY17" fmla="*/ 468756 h 1580961"/>
                <a:gd name="connsiteX18" fmla="*/ 1905740 w 2117309"/>
                <a:gd name="connsiteY18" fmla="*/ 484847 h 1580961"/>
                <a:gd name="connsiteX19" fmla="*/ 1910289 w 2117309"/>
                <a:gd name="connsiteY19" fmla="*/ 488497 h 1580961"/>
                <a:gd name="connsiteX20" fmla="*/ 1914557 w 2117309"/>
                <a:gd name="connsiteY20" fmla="*/ 492457 h 1580961"/>
                <a:gd name="connsiteX21" fmla="*/ 1922195 w 2117309"/>
                <a:gd name="connsiteY21" fmla="*/ 501246 h 1580961"/>
                <a:gd name="connsiteX22" fmla="*/ 1924442 w 2117309"/>
                <a:gd name="connsiteY22" fmla="*/ 504419 h 1580961"/>
                <a:gd name="connsiteX23" fmla="*/ 1926548 w 2117309"/>
                <a:gd name="connsiteY23" fmla="*/ 507677 h 1580961"/>
                <a:gd name="connsiteX24" fmla="*/ 1928485 w 2117309"/>
                <a:gd name="connsiteY24" fmla="*/ 511075 h 1580961"/>
                <a:gd name="connsiteX25" fmla="*/ 1930283 w 2117309"/>
                <a:gd name="connsiteY25" fmla="*/ 514557 h 1580961"/>
                <a:gd name="connsiteX26" fmla="*/ 1933372 w 2117309"/>
                <a:gd name="connsiteY26" fmla="*/ 521801 h 1580961"/>
                <a:gd name="connsiteX27" fmla="*/ 1934635 w 2117309"/>
                <a:gd name="connsiteY27" fmla="*/ 525536 h 1580961"/>
                <a:gd name="connsiteX28" fmla="*/ 1938286 w 2117309"/>
                <a:gd name="connsiteY28" fmla="*/ 549461 h 1580961"/>
                <a:gd name="connsiteX29" fmla="*/ 1857581 w 2117309"/>
                <a:gd name="connsiteY29" fmla="*/ 630166 h 1580961"/>
                <a:gd name="connsiteX30" fmla="*/ 1714087 w 2117309"/>
                <a:gd name="connsiteY30" fmla="*/ 630166 h 1580961"/>
                <a:gd name="connsiteX31" fmla="*/ 1768396 w 2117309"/>
                <a:gd name="connsiteY31" fmla="*/ 724210 h 1580961"/>
                <a:gd name="connsiteX32" fmla="*/ 1786423 w 2117309"/>
                <a:gd name="connsiteY32" fmla="*/ 791548 h 1580961"/>
                <a:gd name="connsiteX33" fmla="*/ 2036991 w 2117309"/>
                <a:gd name="connsiteY33" fmla="*/ 791548 h 1580961"/>
                <a:gd name="connsiteX34" fmla="*/ 2093995 w 2117309"/>
                <a:gd name="connsiteY34" fmla="*/ 815248 h 1580961"/>
                <a:gd name="connsiteX35" fmla="*/ 2117611 w 2117309"/>
                <a:gd name="connsiteY35" fmla="*/ 872281 h 158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17309" h="1580961">
                  <a:moveTo>
                    <a:pt x="2117611" y="872281"/>
                  </a:moveTo>
                  <a:cubicBezTo>
                    <a:pt x="2117611" y="916677"/>
                    <a:pt x="2081274" y="952986"/>
                    <a:pt x="2036906" y="952986"/>
                  </a:cubicBezTo>
                  <a:lnTo>
                    <a:pt x="1714003" y="952986"/>
                  </a:lnTo>
                  <a:lnTo>
                    <a:pt x="1389049" y="1515785"/>
                  </a:lnTo>
                  <a:cubicBezTo>
                    <a:pt x="1365012" y="1557458"/>
                    <a:pt x="1320531" y="1583124"/>
                    <a:pt x="1272400" y="1583124"/>
                  </a:cubicBezTo>
                  <a:lnTo>
                    <a:pt x="513932" y="1583124"/>
                  </a:lnTo>
                  <a:cubicBezTo>
                    <a:pt x="465829" y="1583124"/>
                    <a:pt x="421349" y="1557458"/>
                    <a:pt x="397283" y="1515785"/>
                  </a:cubicBezTo>
                  <a:lnTo>
                    <a:pt x="18049" y="858914"/>
                  </a:lnTo>
                  <a:cubicBezTo>
                    <a:pt x="-6016" y="817242"/>
                    <a:pt x="-6016" y="765882"/>
                    <a:pt x="18049" y="724210"/>
                  </a:cubicBezTo>
                  <a:lnTo>
                    <a:pt x="397283" y="67338"/>
                  </a:lnTo>
                  <a:cubicBezTo>
                    <a:pt x="421349" y="25666"/>
                    <a:pt x="465801" y="0"/>
                    <a:pt x="513932" y="0"/>
                  </a:cubicBezTo>
                  <a:lnTo>
                    <a:pt x="731785" y="0"/>
                  </a:lnTo>
                  <a:cubicBezTo>
                    <a:pt x="731785" y="89129"/>
                    <a:pt x="804065" y="161382"/>
                    <a:pt x="893194" y="161382"/>
                  </a:cubicBezTo>
                  <a:cubicBezTo>
                    <a:pt x="982323" y="161382"/>
                    <a:pt x="1054604" y="89129"/>
                    <a:pt x="1054604" y="0"/>
                  </a:cubicBezTo>
                  <a:lnTo>
                    <a:pt x="1272428" y="0"/>
                  </a:lnTo>
                  <a:cubicBezTo>
                    <a:pt x="1320531" y="0"/>
                    <a:pt x="1365012" y="25666"/>
                    <a:pt x="1389077" y="67338"/>
                  </a:cubicBezTo>
                  <a:lnTo>
                    <a:pt x="1620830" y="468756"/>
                  </a:lnTo>
                  <a:lnTo>
                    <a:pt x="1857525" y="468756"/>
                  </a:lnTo>
                  <a:cubicBezTo>
                    <a:pt x="1875553" y="468756"/>
                    <a:pt x="1892261" y="474738"/>
                    <a:pt x="1905740" y="484847"/>
                  </a:cubicBezTo>
                  <a:cubicBezTo>
                    <a:pt x="1907312" y="485998"/>
                    <a:pt x="1908829" y="487206"/>
                    <a:pt x="1910289" y="488497"/>
                  </a:cubicBezTo>
                  <a:cubicBezTo>
                    <a:pt x="1911749" y="489761"/>
                    <a:pt x="1913181" y="491081"/>
                    <a:pt x="1914557" y="492457"/>
                  </a:cubicBezTo>
                  <a:cubicBezTo>
                    <a:pt x="1917309" y="495181"/>
                    <a:pt x="1919836" y="498129"/>
                    <a:pt x="1922195" y="501246"/>
                  </a:cubicBezTo>
                  <a:cubicBezTo>
                    <a:pt x="1922982" y="502285"/>
                    <a:pt x="1923712" y="503352"/>
                    <a:pt x="1924442" y="504419"/>
                  </a:cubicBezTo>
                  <a:cubicBezTo>
                    <a:pt x="1925172" y="505486"/>
                    <a:pt x="1925874" y="506582"/>
                    <a:pt x="1926548" y="507677"/>
                  </a:cubicBezTo>
                  <a:cubicBezTo>
                    <a:pt x="1927222" y="508800"/>
                    <a:pt x="1927868" y="509923"/>
                    <a:pt x="1928485" y="511075"/>
                  </a:cubicBezTo>
                  <a:cubicBezTo>
                    <a:pt x="1929103" y="512226"/>
                    <a:pt x="1929693" y="513377"/>
                    <a:pt x="1930283" y="514557"/>
                  </a:cubicBezTo>
                  <a:cubicBezTo>
                    <a:pt x="1931406" y="516915"/>
                    <a:pt x="1932445" y="519302"/>
                    <a:pt x="1933372" y="521801"/>
                  </a:cubicBezTo>
                  <a:cubicBezTo>
                    <a:pt x="1933821" y="523037"/>
                    <a:pt x="1934242" y="524273"/>
                    <a:pt x="1934635" y="525536"/>
                  </a:cubicBezTo>
                  <a:cubicBezTo>
                    <a:pt x="1936994" y="533090"/>
                    <a:pt x="1938286" y="541121"/>
                    <a:pt x="1938286" y="549461"/>
                  </a:cubicBezTo>
                  <a:cubicBezTo>
                    <a:pt x="1938286" y="593857"/>
                    <a:pt x="1901977" y="630166"/>
                    <a:pt x="1857581" y="630166"/>
                  </a:cubicBezTo>
                  <a:lnTo>
                    <a:pt x="1714087" y="630166"/>
                  </a:lnTo>
                  <a:lnTo>
                    <a:pt x="1768396" y="724210"/>
                  </a:lnTo>
                  <a:cubicBezTo>
                    <a:pt x="1780414" y="745046"/>
                    <a:pt x="1786423" y="768297"/>
                    <a:pt x="1786423" y="791548"/>
                  </a:cubicBezTo>
                  <a:lnTo>
                    <a:pt x="2036991" y="791548"/>
                  </a:lnTo>
                  <a:cubicBezTo>
                    <a:pt x="2059174" y="791548"/>
                    <a:pt x="2079365" y="800646"/>
                    <a:pt x="2093995" y="815248"/>
                  </a:cubicBezTo>
                  <a:cubicBezTo>
                    <a:pt x="2108513" y="829907"/>
                    <a:pt x="2117611" y="850069"/>
                    <a:pt x="2117611" y="872281"/>
                  </a:cubicBezTo>
                  <a:close/>
                </a:path>
              </a:pathLst>
            </a:custGeom>
            <a:solidFill>
              <a:srgbClr val="E368A1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B101007-C04C-4865-8F14-A9051031C710}"/>
                </a:ext>
              </a:extLst>
            </p:cNvPr>
            <p:cNvSpPr/>
            <p:nvPr/>
          </p:nvSpPr>
          <p:spPr>
            <a:xfrm>
              <a:off x="2295195" y="3312941"/>
              <a:ext cx="227456" cy="227456"/>
            </a:xfrm>
            <a:custGeom>
              <a:avLst/>
              <a:gdLst>
                <a:gd name="connsiteX0" fmla="*/ 171199 w 227456"/>
                <a:gd name="connsiteY0" fmla="*/ 57066 h 227456"/>
                <a:gd name="connsiteX1" fmla="*/ 171199 w 227456"/>
                <a:gd name="connsiteY1" fmla="*/ 171199 h 227456"/>
                <a:gd name="connsiteX2" fmla="*/ 57066 w 227456"/>
                <a:gd name="connsiteY2" fmla="*/ 171199 h 227456"/>
                <a:gd name="connsiteX3" fmla="*/ 57066 w 227456"/>
                <a:gd name="connsiteY3" fmla="*/ 57066 h 227456"/>
                <a:gd name="connsiteX4" fmla="*/ 171199 w 227456"/>
                <a:gd name="connsiteY4" fmla="*/ 57066 h 22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456" h="227456">
                  <a:moveTo>
                    <a:pt x="171199" y="57066"/>
                  </a:moveTo>
                  <a:cubicBezTo>
                    <a:pt x="202716" y="88583"/>
                    <a:pt x="202716" y="139682"/>
                    <a:pt x="171199" y="171199"/>
                  </a:cubicBezTo>
                  <a:cubicBezTo>
                    <a:pt x="139682" y="202716"/>
                    <a:pt x="88583" y="202716"/>
                    <a:pt x="57066" y="171199"/>
                  </a:cubicBezTo>
                  <a:cubicBezTo>
                    <a:pt x="25550" y="139682"/>
                    <a:pt x="25550" y="88583"/>
                    <a:pt x="57066" y="57066"/>
                  </a:cubicBezTo>
                  <a:cubicBezTo>
                    <a:pt x="88583" y="25550"/>
                    <a:pt x="139682" y="25550"/>
                    <a:pt x="171199" y="57066"/>
                  </a:cubicBezTo>
                  <a:close/>
                </a:path>
              </a:pathLst>
            </a:custGeom>
            <a:solidFill>
              <a:srgbClr val="E368A1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FE9D82A-DCB0-44EF-8E4A-8E5192871CF0}"/>
              </a:ext>
            </a:extLst>
          </p:cNvPr>
          <p:cNvGrpSpPr/>
          <p:nvPr/>
        </p:nvGrpSpPr>
        <p:grpSpPr>
          <a:xfrm>
            <a:off x="2986259" y="2635526"/>
            <a:ext cx="2089228" cy="1743157"/>
            <a:chOff x="2986259" y="2635526"/>
            <a:chExt cx="2089228" cy="1743157"/>
          </a:xfrm>
        </p:grpSpPr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38B0FE7-290C-4703-AB1F-DE97240D9F6F}"/>
                </a:ext>
              </a:extLst>
            </p:cNvPr>
            <p:cNvSpPr/>
            <p:nvPr/>
          </p:nvSpPr>
          <p:spPr>
            <a:xfrm>
              <a:off x="3795105" y="4218621"/>
              <a:ext cx="160062" cy="160062"/>
            </a:xfrm>
            <a:custGeom>
              <a:avLst/>
              <a:gdLst>
                <a:gd name="connsiteX0" fmla="*/ 161410 w 160061"/>
                <a:gd name="connsiteY0" fmla="*/ 80705 h 160061"/>
                <a:gd name="connsiteX1" fmla="*/ 80705 w 160061"/>
                <a:gd name="connsiteY1" fmla="*/ 161410 h 160061"/>
                <a:gd name="connsiteX2" fmla="*/ 0 w 160061"/>
                <a:gd name="connsiteY2" fmla="*/ 80705 h 160061"/>
                <a:gd name="connsiteX3" fmla="*/ 80705 w 160061"/>
                <a:gd name="connsiteY3" fmla="*/ 0 h 160061"/>
                <a:gd name="connsiteX4" fmla="*/ 161410 w 160061"/>
                <a:gd name="connsiteY4" fmla="*/ 80705 h 16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61" h="160061">
                  <a:moveTo>
                    <a:pt x="161410" y="80705"/>
                  </a:moveTo>
                  <a:cubicBezTo>
                    <a:pt x="161410" y="125277"/>
                    <a:pt x="125277" y="161410"/>
                    <a:pt x="80705" y="161410"/>
                  </a:cubicBezTo>
                  <a:cubicBezTo>
                    <a:pt x="36133" y="161410"/>
                    <a:pt x="0" y="125277"/>
                    <a:pt x="0" y="80705"/>
                  </a:cubicBezTo>
                  <a:cubicBezTo>
                    <a:pt x="0" y="36133"/>
                    <a:pt x="36133" y="0"/>
                    <a:pt x="80705" y="0"/>
                  </a:cubicBezTo>
                  <a:cubicBezTo>
                    <a:pt x="125277" y="0"/>
                    <a:pt x="161410" y="36133"/>
                    <a:pt x="161410" y="80705"/>
                  </a:cubicBezTo>
                  <a:close/>
                </a:path>
              </a:pathLst>
            </a:custGeom>
            <a:solidFill>
              <a:srgbClr val="903D85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D488CB89-61B8-4BB4-BAE4-81DDC31C435F}"/>
                </a:ext>
              </a:extLst>
            </p:cNvPr>
            <p:cNvSpPr/>
            <p:nvPr/>
          </p:nvSpPr>
          <p:spPr>
            <a:xfrm>
              <a:off x="2986259" y="2635526"/>
              <a:ext cx="2089228" cy="1580961"/>
            </a:xfrm>
            <a:custGeom>
              <a:avLst/>
              <a:gdLst>
                <a:gd name="connsiteX0" fmla="*/ 2091166 w 2089228"/>
                <a:gd name="connsiteY0" fmla="*/ 710843 h 1580961"/>
                <a:gd name="connsiteX1" fmla="*/ 2010461 w 2089228"/>
                <a:gd name="connsiteY1" fmla="*/ 791548 h 1580961"/>
                <a:gd name="connsiteX2" fmla="*/ 1786318 w 2089228"/>
                <a:gd name="connsiteY2" fmla="*/ 791548 h 1580961"/>
                <a:gd name="connsiteX3" fmla="*/ 1768290 w 2089228"/>
                <a:gd name="connsiteY3" fmla="*/ 858886 h 1580961"/>
                <a:gd name="connsiteX4" fmla="*/ 1713982 w 2089228"/>
                <a:gd name="connsiteY4" fmla="*/ 952929 h 1580961"/>
                <a:gd name="connsiteX5" fmla="*/ 1864861 w 2089228"/>
                <a:gd name="connsiteY5" fmla="*/ 952929 h 1580961"/>
                <a:gd name="connsiteX6" fmla="*/ 1921865 w 2089228"/>
                <a:gd name="connsiteY6" fmla="*/ 976630 h 1580961"/>
                <a:gd name="connsiteX7" fmla="*/ 1945566 w 2089228"/>
                <a:gd name="connsiteY7" fmla="*/ 1033634 h 1580961"/>
                <a:gd name="connsiteX8" fmla="*/ 1864861 w 2089228"/>
                <a:gd name="connsiteY8" fmla="*/ 1114339 h 1580961"/>
                <a:gd name="connsiteX9" fmla="*/ 1620809 w 2089228"/>
                <a:gd name="connsiteY9" fmla="*/ 1114339 h 1580961"/>
                <a:gd name="connsiteX10" fmla="*/ 1389056 w 2089228"/>
                <a:gd name="connsiteY10" fmla="*/ 1515757 h 1580961"/>
                <a:gd name="connsiteX11" fmla="*/ 1272407 w 2089228"/>
                <a:gd name="connsiteY11" fmla="*/ 1583096 h 1580961"/>
                <a:gd name="connsiteX12" fmla="*/ 1029366 w 2089228"/>
                <a:gd name="connsiteY12" fmla="*/ 1583096 h 1580961"/>
                <a:gd name="connsiteX13" fmla="*/ 889579 w 2089228"/>
                <a:gd name="connsiteY13" fmla="*/ 1502419 h 1580961"/>
                <a:gd name="connsiteX14" fmla="*/ 749792 w 2089228"/>
                <a:gd name="connsiteY14" fmla="*/ 1583096 h 1580961"/>
                <a:gd name="connsiteX15" fmla="*/ 166829 w 2089228"/>
                <a:gd name="connsiteY15" fmla="*/ 1583096 h 1580961"/>
                <a:gd name="connsiteX16" fmla="*/ 109825 w 2089228"/>
                <a:gd name="connsiteY16" fmla="*/ 1559395 h 1580961"/>
                <a:gd name="connsiteX17" fmla="*/ 86124 w 2089228"/>
                <a:gd name="connsiteY17" fmla="*/ 1502419 h 1580961"/>
                <a:gd name="connsiteX18" fmla="*/ 166829 w 2089228"/>
                <a:gd name="connsiteY18" fmla="*/ 1421714 h 1580961"/>
                <a:gd name="connsiteX19" fmla="*/ 387434 w 2089228"/>
                <a:gd name="connsiteY19" fmla="*/ 1421714 h 1580961"/>
                <a:gd name="connsiteX20" fmla="*/ 468139 w 2089228"/>
                <a:gd name="connsiteY20" fmla="*/ 1341009 h 1580961"/>
                <a:gd name="connsiteX21" fmla="*/ 468111 w 2089228"/>
                <a:gd name="connsiteY21" fmla="*/ 1338931 h 1580961"/>
                <a:gd name="connsiteX22" fmla="*/ 468055 w 2089228"/>
                <a:gd name="connsiteY22" fmla="*/ 1337274 h 1580961"/>
                <a:gd name="connsiteX23" fmla="*/ 467886 w 2089228"/>
                <a:gd name="connsiteY23" fmla="*/ 1334831 h 1580961"/>
                <a:gd name="connsiteX24" fmla="*/ 467605 w 2089228"/>
                <a:gd name="connsiteY24" fmla="*/ 1331799 h 1580961"/>
                <a:gd name="connsiteX25" fmla="*/ 467577 w 2089228"/>
                <a:gd name="connsiteY25" fmla="*/ 1331686 h 1580961"/>
                <a:gd name="connsiteX26" fmla="*/ 467212 w 2089228"/>
                <a:gd name="connsiteY26" fmla="*/ 1328766 h 1580961"/>
                <a:gd name="connsiteX27" fmla="*/ 466875 w 2089228"/>
                <a:gd name="connsiteY27" fmla="*/ 1326772 h 1580961"/>
                <a:gd name="connsiteX28" fmla="*/ 466538 w 2089228"/>
                <a:gd name="connsiteY28" fmla="*/ 1325031 h 1580961"/>
                <a:gd name="connsiteX29" fmla="*/ 466061 w 2089228"/>
                <a:gd name="connsiteY29" fmla="*/ 1322841 h 1580961"/>
                <a:gd name="connsiteX30" fmla="*/ 465415 w 2089228"/>
                <a:gd name="connsiteY30" fmla="*/ 1320285 h 1580961"/>
                <a:gd name="connsiteX31" fmla="*/ 465134 w 2089228"/>
                <a:gd name="connsiteY31" fmla="*/ 1319246 h 1580961"/>
                <a:gd name="connsiteX32" fmla="*/ 464488 w 2089228"/>
                <a:gd name="connsiteY32" fmla="*/ 1317084 h 1580961"/>
                <a:gd name="connsiteX33" fmla="*/ 463225 w 2089228"/>
                <a:gd name="connsiteY33" fmla="*/ 1313349 h 1580961"/>
                <a:gd name="connsiteX34" fmla="*/ 462522 w 2089228"/>
                <a:gd name="connsiteY34" fmla="*/ 1311524 h 1580961"/>
                <a:gd name="connsiteX35" fmla="*/ 460164 w 2089228"/>
                <a:gd name="connsiteY35" fmla="*/ 1306133 h 1580961"/>
                <a:gd name="connsiteX36" fmla="*/ 458367 w 2089228"/>
                <a:gd name="connsiteY36" fmla="*/ 1302651 h 1580961"/>
                <a:gd name="connsiteX37" fmla="*/ 456429 w 2089228"/>
                <a:gd name="connsiteY37" fmla="*/ 1299253 h 1580961"/>
                <a:gd name="connsiteX38" fmla="*/ 454323 w 2089228"/>
                <a:gd name="connsiteY38" fmla="*/ 1295995 h 1580961"/>
                <a:gd name="connsiteX39" fmla="*/ 450841 w 2089228"/>
                <a:gd name="connsiteY39" fmla="*/ 1291250 h 1580961"/>
                <a:gd name="connsiteX40" fmla="*/ 449662 w 2089228"/>
                <a:gd name="connsiteY40" fmla="*/ 1289817 h 1580961"/>
                <a:gd name="connsiteX41" fmla="*/ 446994 w 2089228"/>
                <a:gd name="connsiteY41" fmla="*/ 1286701 h 1580961"/>
                <a:gd name="connsiteX42" fmla="*/ 445786 w 2089228"/>
                <a:gd name="connsiteY42" fmla="*/ 1285437 h 1580961"/>
                <a:gd name="connsiteX43" fmla="*/ 444438 w 2089228"/>
                <a:gd name="connsiteY43" fmla="*/ 1284033 h 1580961"/>
                <a:gd name="connsiteX44" fmla="*/ 442136 w 2089228"/>
                <a:gd name="connsiteY44" fmla="*/ 1281814 h 1580961"/>
                <a:gd name="connsiteX45" fmla="*/ 440170 w 2089228"/>
                <a:gd name="connsiteY45" fmla="*/ 1280073 h 1580961"/>
                <a:gd name="connsiteX46" fmla="*/ 438682 w 2089228"/>
                <a:gd name="connsiteY46" fmla="*/ 1278838 h 1580961"/>
                <a:gd name="connsiteX47" fmla="*/ 437250 w 2089228"/>
                <a:gd name="connsiteY47" fmla="*/ 1277686 h 1580961"/>
                <a:gd name="connsiteX48" fmla="*/ 435621 w 2089228"/>
                <a:gd name="connsiteY48" fmla="*/ 1276423 h 1580961"/>
                <a:gd name="connsiteX49" fmla="*/ 433066 w 2089228"/>
                <a:gd name="connsiteY49" fmla="*/ 1274598 h 1580961"/>
                <a:gd name="connsiteX50" fmla="*/ 430426 w 2089228"/>
                <a:gd name="connsiteY50" fmla="*/ 1272857 h 1580961"/>
                <a:gd name="connsiteX51" fmla="*/ 427955 w 2089228"/>
                <a:gd name="connsiteY51" fmla="*/ 1271340 h 1580961"/>
                <a:gd name="connsiteX52" fmla="*/ 427534 w 2089228"/>
                <a:gd name="connsiteY52" fmla="*/ 1271087 h 1580961"/>
                <a:gd name="connsiteX53" fmla="*/ 424950 w 2089228"/>
                <a:gd name="connsiteY53" fmla="*/ 1269683 h 1580961"/>
                <a:gd name="connsiteX54" fmla="*/ 422339 w 2089228"/>
                <a:gd name="connsiteY54" fmla="*/ 1268336 h 1580961"/>
                <a:gd name="connsiteX55" fmla="*/ 422114 w 2089228"/>
                <a:gd name="connsiteY55" fmla="*/ 1268223 h 1580961"/>
                <a:gd name="connsiteX56" fmla="*/ 419924 w 2089228"/>
                <a:gd name="connsiteY56" fmla="*/ 1267240 h 1580961"/>
                <a:gd name="connsiteX57" fmla="*/ 418800 w 2089228"/>
                <a:gd name="connsiteY57" fmla="*/ 1266735 h 1580961"/>
                <a:gd name="connsiteX58" fmla="*/ 418772 w 2089228"/>
                <a:gd name="connsiteY58" fmla="*/ 1266707 h 1580961"/>
                <a:gd name="connsiteX59" fmla="*/ 416273 w 2089228"/>
                <a:gd name="connsiteY59" fmla="*/ 1265696 h 1580961"/>
                <a:gd name="connsiteX60" fmla="*/ 413605 w 2089228"/>
                <a:gd name="connsiteY60" fmla="*/ 1264713 h 1580961"/>
                <a:gd name="connsiteX61" fmla="*/ 409478 w 2089228"/>
                <a:gd name="connsiteY61" fmla="*/ 1263421 h 1580961"/>
                <a:gd name="connsiteX62" fmla="*/ 405602 w 2089228"/>
                <a:gd name="connsiteY62" fmla="*/ 1262438 h 1580961"/>
                <a:gd name="connsiteX63" fmla="*/ 403889 w 2089228"/>
                <a:gd name="connsiteY63" fmla="*/ 1262073 h 1580961"/>
                <a:gd name="connsiteX64" fmla="*/ 403468 w 2089228"/>
                <a:gd name="connsiteY64" fmla="*/ 1261989 h 1580961"/>
                <a:gd name="connsiteX65" fmla="*/ 401671 w 2089228"/>
                <a:gd name="connsiteY65" fmla="*/ 1261652 h 1580961"/>
                <a:gd name="connsiteX66" fmla="*/ 400688 w 2089228"/>
                <a:gd name="connsiteY66" fmla="*/ 1261484 h 1580961"/>
                <a:gd name="connsiteX67" fmla="*/ 399116 w 2089228"/>
                <a:gd name="connsiteY67" fmla="*/ 1261231 h 1580961"/>
                <a:gd name="connsiteX68" fmla="*/ 395156 w 2089228"/>
                <a:gd name="connsiteY68" fmla="*/ 1260754 h 1580961"/>
                <a:gd name="connsiteX69" fmla="*/ 393612 w 2089228"/>
                <a:gd name="connsiteY69" fmla="*/ 1260613 h 1580961"/>
                <a:gd name="connsiteX70" fmla="*/ 389512 w 2089228"/>
                <a:gd name="connsiteY70" fmla="*/ 1260417 h 1580961"/>
                <a:gd name="connsiteX71" fmla="*/ 387434 w 2089228"/>
                <a:gd name="connsiteY71" fmla="*/ 1260389 h 1580961"/>
                <a:gd name="connsiteX72" fmla="*/ 249781 w 2089228"/>
                <a:gd name="connsiteY72" fmla="*/ 1260389 h 1580961"/>
                <a:gd name="connsiteX73" fmla="*/ 18028 w 2089228"/>
                <a:gd name="connsiteY73" fmla="*/ 858970 h 1580961"/>
                <a:gd name="connsiteX74" fmla="*/ 18028 w 2089228"/>
                <a:gd name="connsiteY74" fmla="*/ 724266 h 1580961"/>
                <a:gd name="connsiteX75" fmla="*/ 397262 w 2089228"/>
                <a:gd name="connsiteY75" fmla="*/ 67338 h 1580961"/>
                <a:gd name="connsiteX76" fmla="*/ 513911 w 2089228"/>
                <a:gd name="connsiteY76" fmla="*/ 0 h 1580961"/>
                <a:gd name="connsiteX77" fmla="*/ 1272407 w 2089228"/>
                <a:gd name="connsiteY77" fmla="*/ 0 h 1580961"/>
                <a:gd name="connsiteX78" fmla="*/ 1389056 w 2089228"/>
                <a:gd name="connsiteY78" fmla="*/ 67338 h 1580961"/>
                <a:gd name="connsiteX79" fmla="*/ 1713982 w 2089228"/>
                <a:gd name="connsiteY79" fmla="*/ 630166 h 1580961"/>
                <a:gd name="connsiteX80" fmla="*/ 2010461 w 2089228"/>
                <a:gd name="connsiteY80" fmla="*/ 630166 h 1580961"/>
                <a:gd name="connsiteX81" fmla="*/ 2067465 w 2089228"/>
                <a:gd name="connsiteY81" fmla="*/ 653867 h 1580961"/>
                <a:gd name="connsiteX82" fmla="*/ 2091166 w 2089228"/>
                <a:gd name="connsiteY82" fmla="*/ 710843 h 158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089228" h="1580961">
                  <a:moveTo>
                    <a:pt x="2091166" y="710843"/>
                  </a:moveTo>
                  <a:cubicBezTo>
                    <a:pt x="2091166" y="755239"/>
                    <a:pt x="2054857" y="791548"/>
                    <a:pt x="2010461" y="791548"/>
                  </a:cubicBezTo>
                  <a:lnTo>
                    <a:pt x="1786318" y="791548"/>
                  </a:lnTo>
                  <a:cubicBezTo>
                    <a:pt x="1786318" y="814799"/>
                    <a:pt x="1780309" y="838050"/>
                    <a:pt x="1768290" y="858886"/>
                  </a:cubicBezTo>
                  <a:lnTo>
                    <a:pt x="1713982" y="952929"/>
                  </a:lnTo>
                  <a:lnTo>
                    <a:pt x="1864861" y="952929"/>
                  </a:lnTo>
                  <a:cubicBezTo>
                    <a:pt x="1887045" y="952929"/>
                    <a:pt x="1907235" y="962000"/>
                    <a:pt x="1921865" y="976630"/>
                  </a:cubicBezTo>
                  <a:cubicBezTo>
                    <a:pt x="1936496" y="991260"/>
                    <a:pt x="1945566" y="1011422"/>
                    <a:pt x="1945566" y="1033634"/>
                  </a:cubicBezTo>
                  <a:cubicBezTo>
                    <a:pt x="1945566" y="1078030"/>
                    <a:pt x="1909257" y="1114339"/>
                    <a:pt x="1864861" y="1114339"/>
                  </a:cubicBezTo>
                  <a:lnTo>
                    <a:pt x="1620809" y="1114339"/>
                  </a:lnTo>
                  <a:lnTo>
                    <a:pt x="1389056" y="1515757"/>
                  </a:lnTo>
                  <a:cubicBezTo>
                    <a:pt x="1365019" y="1557430"/>
                    <a:pt x="1320538" y="1583096"/>
                    <a:pt x="1272407" y="1583096"/>
                  </a:cubicBezTo>
                  <a:lnTo>
                    <a:pt x="1029366" y="1583096"/>
                  </a:lnTo>
                  <a:cubicBezTo>
                    <a:pt x="1001454" y="1534852"/>
                    <a:pt x="949307" y="1502419"/>
                    <a:pt x="889579" y="1502419"/>
                  </a:cubicBezTo>
                  <a:cubicBezTo>
                    <a:pt x="829850" y="1502419"/>
                    <a:pt x="777704" y="1534881"/>
                    <a:pt x="749792" y="1583096"/>
                  </a:cubicBezTo>
                  <a:lnTo>
                    <a:pt x="166829" y="1583096"/>
                  </a:lnTo>
                  <a:cubicBezTo>
                    <a:pt x="144645" y="1583096"/>
                    <a:pt x="124455" y="1574026"/>
                    <a:pt x="109825" y="1559395"/>
                  </a:cubicBezTo>
                  <a:cubicBezTo>
                    <a:pt x="95195" y="1544765"/>
                    <a:pt x="86124" y="1524603"/>
                    <a:pt x="86124" y="1502419"/>
                  </a:cubicBezTo>
                  <a:cubicBezTo>
                    <a:pt x="86124" y="1458023"/>
                    <a:pt x="122433" y="1421714"/>
                    <a:pt x="166829" y="1421714"/>
                  </a:cubicBezTo>
                  <a:lnTo>
                    <a:pt x="387434" y="1421714"/>
                  </a:lnTo>
                  <a:cubicBezTo>
                    <a:pt x="431830" y="1421714"/>
                    <a:pt x="468139" y="1385405"/>
                    <a:pt x="468139" y="1341009"/>
                  </a:cubicBezTo>
                  <a:cubicBezTo>
                    <a:pt x="468139" y="1340335"/>
                    <a:pt x="468111" y="1339605"/>
                    <a:pt x="468111" y="1338931"/>
                  </a:cubicBezTo>
                  <a:cubicBezTo>
                    <a:pt x="468111" y="1338370"/>
                    <a:pt x="468083" y="1337836"/>
                    <a:pt x="468055" y="1337274"/>
                  </a:cubicBezTo>
                  <a:cubicBezTo>
                    <a:pt x="468026" y="1336460"/>
                    <a:pt x="467970" y="1335618"/>
                    <a:pt x="467886" y="1334831"/>
                  </a:cubicBezTo>
                  <a:cubicBezTo>
                    <a:pt x="467830" y="1333820"/>
                    <a:pt x="467718" y="1332810"/>
                    <a:pt x="467605" y="1331799"/>
                  </a:cubicBezTo>
                  <a:cubicBezTo>
                    <a:pt x="467605" y="1331771"/>
                    <a:pt x="467605" y="1331714"/>
                    <a:pt x="467577" y="1331686"/>
                  </a:cubicBezTo>
                  <a:cubicBezTo>
                    <a:pt x="467465" y="1330703"/>
                    <a:pt x="467324" y="1329721"/>
                    <a:pt x="467212" y="1328766"/>
                  </a:cubicBezTo>
                  <a:cubicBezTo>
                    <a:pt x="467100" y="1328092"/>
                    <a:pt x="466987" y="1327446"/>
                    <a:pt x="466875" y="1326772"/>
                  </a:cubicBezTo>
                  <a:cubicBezTo>
                    <a:pt x="466763" y="1326182"/>
                    <a:pt x="466679" y="1325593"/>
                    <a:pt x="466538" y="1325031"/>
                  </a:cubicBezTo>
                  <a:cubicBezTo>
                    <a:pt x="466370" y="1324301"/>
                    <a:pt x="466229" y="1323571"/>
                    <a:pt x="466061" y="1322841"/>
                  </a:cubicBezTo>
                  <a:cubicBezTo>
                    <a:pt x="465864" y="1321970"/>
                    <a:pt x="465640" y="1321128"/>
                    <a:pt x="465415" y="1320285"/>
                  </a:cubicBezTo>
                  <a:cubicBezTo>
                    <a:pt x="465331" y="1319920"/>
                    <a:pt x="465218" y="1319583"/>
                    <a:pt x="465134" y="1319246"/>
                  </a:cubicBezTo>
                  <a:cubicBezTo>
                    <a:pt x="464938" y="1318516"/>
                    <a:pt x="464713" y="1317786"/>
                    <a:pt x="464488" y="1317084"/>
                  </a:cubicBezTo>
                  <a:cubicBezTo>
                    <a:pt x="464095" y="1315821"/>
                    <a:pt x="463674" y="1314585"/>
                    <a:pt x="463225" y="1313349"/>
                  </a:cubicBezTo>
                  <a:cubicBezTo>
                    <a:pt x="463000" y="1312732"/>
                    <a:pt x="462747" y="1312114"/>
                    <a:pt x="462522" y="1311524"/>
                  </a:cubicBezTo>
                  <a:cubicBezTo>
                    <a:pt x="461792" y="1309699"/>
                    <a:pt x="461006" y="1307874"/>
                    <a:pt x="460164" y="1306133"/>
                  </a:cubicBezTo>
                  <a:cubicBezTo>
                    <a:pt x="459602" y="1304953"/>
                    <a:pt x="459012" y="1303802"/>
                    <a:pt x="458367" y="1302651"/>
                  </a:cubicBezTo>
                  <a:cubicBezTo>
                    <a:pt x="457749" y="1301527"/>
                    <a:pt x="457103" y="1300376"/>
                    <a:pt x="456429" y="1299253"/>
                  </a:cubicBezTo>
                  <a:cubicBezTo>
                    <a:pt x="455755" y="1298158"/>
                    <a:pt x="455025" y="1297062"/>
                    <a:pt x="454323" y="1295995"/>
                  </a:cubicBezTo>
                  <a:cubicBezTo>
                    <a:pt x="453228" y="1294367"/>
                    <a:pt x="452076" y="1292794"/>
                    <a:pt x="450841" y="1291250"/>
                  </a:cubicBezTo>
                  <a:cubicBezTo>
                    <a:pt x="450476" y="1290744"/>
                    <a:pt x="450055" y="1290267"/>
                    <a:pt x="449662" y="1289817"/>
                  </a:cubicBezTo>
                  <a:cubicBezTo>
                    <a:pt x="448791" y="1288750"/>
                    <a:pt x="447892" y="1287711"/>
                    <a:pt x="446994" y="1286701"/>
                  </a:cubicBezTo>
                  <a:cubicBezTo>
                    <a:pt x="446601" y="1286279"/>
                    <a:pt x="446179" y="1285830"/>
                    <a:pt x="445786" y="1285437"/>
                  </a:cubicBezTo>
                  <a:cubicBezTo>
                    <a:pt x="445337" y="1284960"/>
                    <a:pt x="444888" y="1284510"/>
                    <a:pt x="444438" y="1284033"/>
                  </a:cubicBezTo>
                  <a:cubicBezTo>
                    <a:pt x="443680" y="1283275"/>
                    <a:pt x="442922" y="1282545"/>
                    <a:pt x="442136" y="1281814"/>
                  </a:cubicBezTo>
                  <a:cubicBezTo>
                    <a:pt x="441490" y="1281225"/>
                    <a:pt x="440844" y="1280635"/>
                    <a:pt x="440170" y="1280073"/>
                  </a:cubicBezTo>
                  <a:cubicBezTo>
                    <a:pt x="439693" y="1279652"/>
                    <a:pt x="439187" y="1279231"/>
                    <a:pt x="438682" y="1278838"/>
                  </a:cubicBezTo>
                  <a:cubicBezTo>
                    <a:pt x="438204" y="1278445"/>
                    <a:pt x="437727" y="1278052"/>
                    <a:pt x="437250" y="1277686"/>
                  </a:cubicBezTo>
                  <a:cubicBezTo>
                    <a:pt x="436716" y="1277265"/>
                    <a:pt x="436155" y="1276844"/>
                    <a:pt x="435621" y="1276423"/>
                  </a:cubicBezTo>
                  <a:cubicBezTo>
                    <a:pt x="434778" y="1275777"/>
                    <a:pt x="433936" y="1275159"/>
                    <a:pt x="433066" y="1274598"/>
                  </a:cubicBezTo>
                  <a:cubicBezTo>
                    <a:pt x="432195" y="1273980"/>
                    <a:pt x="431325" y="1273390"/>
                    <a:pt x="430426" y="1272857"/>
                  </a:cubicBezTo>
                  <a:cubicBezTo>
                    <a:pt x="429612" y="1272323"/>
                    <a:pt x="428797" y="1271818"/>
                    <a:pt x="427955" y="1271340"/>
                  </a:cubicBezTo>
                  <a:cubicBezTo>
                    <a:pt x="427786" y="1271256"/>
                    <a:pt x="427674" y="1271172"/>
                    <a:pt x="427534" y="1271087"/>
                  </a:cubicBezTo>
                  <a:cubicBezTo>
                    <a:pt x="426663" y="1270582"/>
                    <a:pt x="425821" y="1270133"/>
                    <a:pt x="424950" y="1269683"/>
                  </a:cubicBezTo>
                  <a:cubicBezTo>
                    <a:pt x="424080" y="1269206"/>
                    <a:pt x="423209" y="1268785"/>
                    <a:pt x="422339" y="1268336"/>
                  </a:cubicBezTo>
                  <a:cubicBezTo>
                    <a:pt x="422283" y="1268307"/>
                    <a:pt x="422170" y="1268279"/>
                    <a:pt x="422114" y="1268223"/>
                  </a:cubicBezTo>
                  <a:cubicBezTo>
                    <a:pt x="421384" y="1267886"/>
                    <a:pt x="420682" y="1267549"/>
                    <a:pt x="419924" y="1267240"/>
                  </a:cubicBezTo>
                  <a:cubicBezTo>
                    <a:pt x="419559" y="1267072"/>
                    <a:pt x="419165" y="1266903"/>
                    <a:pt x="418800" y="1266735"/>
                  </a:cubicBezTo>
                  <a:cubicBezTo>
                    <a:pt x="418772" y="1266735"/>
                    <a:pt x="418772" y="1266707"/>
                    <a:pt x="418772" y="1266707"/>
                  </a:cubicBezTo>
                  <a:cubicBezTo>
                    <a:pt x="417958" y="1266342"/>
                    <a:pt x="417116" y="1266033"/>
                    <a:pt x="416273" y="1265696"/>
                  </a:cubicBezTo>
                  <a:cubicBezTo>
                    <a:pt x="415403" y="1265359"/>
                    <a:pt x="414504" y="1265022"/>
                    <a:pt x="413605" y="1264713"/>
                  </a:cubicBezTo>
                  <a:cubicBezTo>
                    <a:pt x="412258" y="1264236"/>
                    <a:pt x="410882" y="1263815"/>
                    <a:pt x="409478" y="1263421"/>
                  </a:cubicBezTo>
                  <a:cubicBezTo>
                    <a:pt x="408214" y="1263056"/>
                    <a:pt x="406922" y="1262719"/>
                    <a:pt x="405602" y="1262438"/>
                  </a:cubicBezTo>
                  <a:cubicBezTo>
                    <a:pt x="405041" y="1262298"/>
                    <a:pt x="404479" y="1262186"/>
                    <a:pt x="403889" y="1262073"/>
                  </a:cubicBezTo>
                  <a:cubicBezTo>
                    <a:pt x="403721" y="1262045"/>
                    <a:pt x="403609" y="1262017"/>
                    <a:pt x="403468" y="1261989"/>
                  </a:cubicBezTo>
                  <a:cubicBezTo>
                    <a:pt x="402878" y="1261877"/>
                    <a:pt x="402261" y="1261736"/>
                    <a:pt x="401671" y="1261652"/>
                  </a:cubicBezTo>
                  <a:cubicBezTo>
                    <a:pt x="401334" y="1261596"/>
                    <a:pt x="400997" y="1261540"/>
                    <a:pt x="400688" y="1261484"/>
                  </a:cubicBezTo>
                  <a:cubicBezTo>
                    <a:pt x="400183" y="1261400"/>
                    <a:pt x="399649" y="1261315"/>
                    <a:pt x="399116" y="1261231"/>
                  </a:cubicBezTo>
                  <a:cubicBezTo>
                    <a:pt x="397796" y="1261034"/>
                    <a:pt x="396504" y="1260866"/>
                    <a:pt x="395156" y="1260754"/>
                  </a:cubicBezTo>
                  <a:cubicBezTo>
                    <a:pt x="394651" y="1260697"/>
                    <a:pt x="394117" y="1260641"/>
                    <a:pt x="393612" y="1260613"/>
                  </a:cubicBezTo>
                  <a:cubicBezTo>
                    <a:pt x="392264" y="1260501"/>
                    <a:pt x="390888" y="1260445"/>
                    <a:pt x="389512" y="1260417"/>
                  </a:cubicBezTo>
                  <a:cubicBezTo>
                    <a:pt x="388838" y="1260389"/>
                    <a:pt x="388108" y="1260389"/>
                    <a:pt x="387434" y="1260389"/>
                  </a:cubicBezTo>
                  <a:lnTo>
                    <a:pt x="249781" y="1260389"/>
                  </a:lnTo>
                  <a:lnTo>
                    <a:pt x="18028" y="858970"/>
                  </a:lnTo>
                  <a:cubicBezTo>
                    <a:pt x="-6009" y="817298"/>
                    <a:pt x="-6009" y="765938"/>
                    <a:pt x="18028" y="724266"/>
                  </a:cubicBezTo>
                  <a:lnTo>
                    <a:pt x="397262" y="67338"/>
                  </a:lnTo>
                  <a:cubicBezTo>
                    <a:pt x="421328" y="25666"/>
                    <a:pt x="465780" y="0"/>
                    <a:pt x="513911" y="0"/>
                  </a:cubicBezTo>
                  <a:lnTo>
                    <a:pt x="1272407" y="0"/>
                  </a:lnTo>
                  <a:cubicBezTo>
                    <a:pt x="1320510" y="0"/>
                    <a:pt x="1364991" y="25666"/>
                    <a:pt x="1389056" y="67338"/>
                  </a:cubicBezTo>
                  <a:lnTo>
                    <a:pt x="1713982" y="630166"/>
                  </a:lnTo>
                  <a:lnTo>
                    <a:pt x="2010461" y="630166"/>
                  </a:lnTo>
                  <a:cubicBezTo>
                    <a:pt x="2032645" y="630166"/>
                    <a:pt x="2052835" y="639264"/>
                    <a:pt x="2067465" y="653867"/>
                  </a:cubicBezTo>
                  <a:cubicBezTo>
                    <a:pt x="2082096" y="668469"/>
                    <a:pt x="2091166" y="688659"/>
                    <a:pt x="2091166" y="710843"/>
                  </a:cubicBezTo>
                  <a:close/>
                </a:path>
              </a:pathLst>
            </a:custGeom>
            <a:solidFill>
              <a:srgbClr val="903D85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0408C5-4137-4037-8EB4-E2AF80BF32F6}"/>
              </a:ext>
            </a:extLst>
          </p:cNvPr>
          <p:cNvGrpSpPr/>
          <p:nvPr/>
        </p:nvGrpSpPr>
        <p:grpSpPr>
          <a:xfrm>
            <a:off x="4457985" y="3265664"/>
            <a:ext cx="2139774" cy="1742370"/>
            <a:chOff x="4457985" y="3265664"/>
            <a:chExt cx="2139774" cy="1742370"/>
          </a:xfrm>
        </p:grpSpPr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38165188-AE8D-4F4D-BFA7-8A9979A5D67D}"/>
                </a:ext>
              </a:extLst>
            </p:cNvPr>
            <p:cNvSpPr/>
            <p:nvPr/>
          </p:nvSpPr>
          <p:spPr>
            <a:xfrm>
              <a:off x="5268909" y="3265664"/>
              <a:ext cx="160062" cy="160062"/>
            </a:xfrm>
            <a:custGeom>
              <a:avLst/>
              <a:gdLst>
                <a:gd name="connsiteX0" fmla="*/ 161410 w 160061"/>
                <a:gd name="connsiteY0" fmla="*/ 80705 h 160061"/>
                <a:gd name="connsiteX1" fmla="*/ 80705 w 160061"/>
                <a:gd name="connsiteY1" fmla="*/ 161410 h 160061"/>
                <a:gd name="connsiteX2" fmla="*/ 0 w 160061"/>
                <a:gd name="connsiteY2" fmla="*/ 80705 h 160061"/>
                <a:gd name="connsiteX3" fmla="*/ 80705 w 160061"/>
                <a:gd name="connsiteY3" fmla="*/ 0 h 160061"/>
                <a:gd name="connsiteX4" fmla="*/ 161410 w 160061"/>
                <a:gd name="connsiteY4" fmla="*/ 80705 h 16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61" h="160061">
                  <a:moveTo>
                    <a:pt x="161410" y="80705"/>
                  </a:moveTo>
                  <a:cubicBezTo>
                    <a:pt x="161410" y="125277"/>
                    <a:pt x="125277" y="161410"/>
                    <a:pt x="80705" y="161410"/>
                  </a:cubicBezTo>
                  <a:cubicBezTo>
                    <a:pt x="36133" y="161410"/>
                    <a:pt x="0" y="125277"/>
                    <a:pt x="0" y="80705"/>
                  </a:cubicBezTo>
                  <a:cubicBezTo>
                    <a:pt x="0" y="36133"/>
                    <a:pt x="36133" y="0"/>
                    <a:pt x="80705" y="0"/>
                  </a:cubicBezTo>
                  <a:cubicBezTo>
                    <a:pt x="125277" y="0"/>
                    <a:pt x="161410" y="36133"/>
                    <a:pt x="161410" y="80705"/>
                  </a:cubicBezTo>
                  <a:close/>
                </a:path>
              </a:pathLst>
            </a:custGeom>
            <a:solidFill>
              <a:srgbClr val="FE9239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B98FE9D8-612B-4381-BDA8-2BF2043D5C35}"/>
                </a:ext>
              </a:extLst>
            </p:cNvPr>
            <p:cNvSpPr/>
            <p:nvPr/>
          </p:nvSpPr>
          <p:spPr>
            <a:xfrm>
              <a:off x="4457985" y="3427073"/>
              <a:ext cx="2139774" cy="1580961"/>
            </a:xfrm>
            <a:custGeom>
              <a:avLst/>
              <a:gdLst>
                <a:gd name="connsiteX0" fmla="*/ 2142189 w 2139774"/>
                <a:gd name="connsiteY0" fmla="*/ 872253 h 1580961"/>
                <a:gd name="connsiteX1" fmla="*/ 2061484 w 2139774"/>
                <a:gd name="connsiteY1" fmla="*/ 952958 h 1580961"/>
                <a:gd name="connsiteX2" fmla="*/ 1714010 w 2139774"/>
                <a:gd name="connsiteY2" fmla="*/ 952958 h 1580961"/>
                <a:gd name="connsiteX3" fmla="*/ 1389084 w 2139774"/>
                <a:gd name="connsiteY3" fmla="*/ 1515786 h 1580961"/>
                <a:gd name="connsiteX4" fmla="*/ 1272436 w 2139774"/>
                <a:gd name="connsiteY4" fmla="*/ 1583124 h 1580961"/>
                <a:gd name="connsiteX5" fmla="*/ 513939 w 2139774"/>
                <a:gd name="connsiteY5" fmla="*/ 1583124 h 1580961"/>
                <a:gd name="connsiteX6" fmla="*/ 397290 w 2139774"/>
                <a:gd name="connsiteY6" fmla="*/ 1515786 h 1580961"/>
                <a:gd name="connsiteX7" fmla="*/ 18028 w 2139774"/>
                <a:gd name="connsiteY7" fmla="*/ 858914 h 1580961"/>
                <a:gd name="connsiteX8" fmla="*/ 18028 w 2139774"/>
                <a:gd name="connsiteY8" fmla="*/ 724210 h 1580961"/>
                <a:gd name="connsiteX9" fmla="*/ 249781 w 2139774"/>
                <a:gd name="connsiteY9" fmla="*/ 322791 h 1580961"/>
                <a:gd name="connsiteX10" fmla="*/ 393078 w 2139774"/>
                <a:gd name="connsiteY10" fmla="*/ 322791 h 1580961"/>
                <a:gd name="connsiteX11" fmla="*/ 473783 w 2139774"/>
                <a:gd name="connsiteY11" fmla="*/ 242087 h 1580961"/>
                <a:gd name="connsiteX12" fmla="*/ 450083 w 2139774"/>
                <a:gd name="connsiteY12" fmla="*/ 185082 h 1580961"/>
                <a:gd name="connsiteX13" fmla="*/ 393078 w 2139774"/>
                <a:gd name="connsiteY13" fmla="*/ 161382 h 1580961"/>
                <a:gd name="connsiteX14" fmla="*/ 138720 w 2139774"/>
                <a:gd name="connsiteY14" fmla="*/ 161382 h 1580961"/>
                <a:gd name="connsiteX15" fmla="*/ 58015 w 2139774"/>
                <a:gd name="connsiteY15" fmla="*/ 80705 h 1580961"/>
                <a:gd name="connsiteX16" fmla="*/ 58015 w 2139774"/>
                <a:gd name="connsiteY16" fmla="*/ 80677 h 1580961"/>
                <a:gd name="connsiteX17" fmla="*/ 138720 w 2139774"/>
                <a:gd name="connsiteY17" fmla="*/ 0 h 1580961"/>
                <a:gd name="connsiteX18" fmla="*/ 751813 w 2139774"/>
                <a:gd name="connsiteY18" fmla="*/ 0 h 1580961"/>
                <a:gd name="connsiteX19" fmla="*/ 891629 w 2139774"/>
                <a:gd name="connsiteY19" fmla="*/ 80705 h 1580961"/>
                <a:gd name="connsiteX20" fmla="*/ 1031416 w 2139774"/>
                <a:gd name="connsiteY20" fmla="*/ 0 h 1580961"/>
                <a:gd name="connsiteX21" fmla="*/ 1272436 w 2139774"/>
                <a:gd name="connsiteY21" fmla="*/ 0 h 1580961"/>
                <a:gd name="connsiteX22" fmla="*/ 1389084 w 2139774"/>
                <a:gd name="connsiteY22" fmla="*/ 67338 h 1580961"/>
                <a:gd name="connsiteX23" fmla="*/ 1620837 w 2139774"/>
                <a:gd name="connsiteY23" fmla="*/ 468757 h 1580961"/>
                <a:gd name="connsiteX24" fmla="*/ 1864468 w 2139774"/>
                <a:gd name="connsiteY24" fmla="*/ 468757 h 1580961"/>
                <a:gd name="connsiteX25" fmla="*/ 1921472 w 2139774"/>
                <a:gd name="connsiteY25" fmla="*/ 492457 h 1580961"/>
                <a:gd name="connsiteX26" fmla="*/ 1945172 w 2139774"/>
                <a:gd name="connsiteY26" fmla="*/ 549461 h 1580961"/>
                <a:gd name="connsiteX27" fmla="*/ 1864468 w 2139774"/>
                <a:gd name="connsiteY27" fmla="*/ 630166 h 1580961"/>
                <a:gd name="connsiteX28" fmla="*/ 1714010 w 2139774"/>
                <a:gd name="connsiteY28" fmla="*/ 630166 h 1580961"/>
                <a:gd name="connsiteX29" fmla="*/ 1768318 w 2139774"/>
                <a:gd name="connsiteY29" fmla="*/ 724210 h 1580961"/>
                <a:gd name="connsiteX30" fmla="*/ 1786374 w 2139774"/>
                <a:gd name="connsiteY30" fmla="*/ 791548 h 1580961"/>
                <a:gd name="connsiteX31" fmla="*/ 2061484 w 2139774"/>
                <a:gd name="connsiteY31" fmla="*/ 791548 h 1580961"/>
                <a:gd name="connsiteX32" fmla="*/ 2118489 w 2139774"/>
                <a:gd name="connsiteY32" fmla="*/ 815248 h 1580961"/>
                <a:gd name="connsiteX33" fmla="*/ 2142189 w 2139774"/>
                <a:gd name="connsiteY33" fmla="*/ 872253 h 158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39774" h="1580961">
                  <a:moveTo>
                    <a:pt x="2142189" y="872253"/>
                  </a:moveTo>
                  <a:cubicBezTo>
                    <a:pt x="2142189" y="916649"/>
                    <a:pt x="2105881" y="952958"/>
                    <a:pt x="2061484" y="952958"/>
                  </a:cubicBezTo>
                  <a:lnTo>
                    <a:pt x="1714010" y="952958"/>
                  </a:lnTo>
                  <a:lnTo>
                    <a:pt x="1389084" y="1515786"/>
                  </a:lnTo>
                  <a:cubicBezTo>
                    <a:pt x="1365019" y="1557458"/>
                    <a:pt x="1320566" y="1583124"/>
                    <a:pt x="1272436" y="1583124"/>
                  </a:cubicBezTo>
                  <a:lnTo>
                    <a:pt x="513939" y="1583124"/>
                  </a:lnTo>
                  <a:cubicBezTo>
                    <a:pt x="465836" y="1583124"/>
                    <a:pt x="421356" y="1557458"/>
                    <a:pt x="397290" y="1515786"/>
                  </a:cubicBezTo>
                  <a:lnTo>
                    <a:pt x="18028" y="858914"/>
                  </a:lnTo>
                  <a:cubicBezTo>
                    <a:pt x="-6009" y="817242"/>
                    <a:pt x="-6009" y="765882"/>
                    <a:pt x="18028" y="724210"/>
                  </a:cubicBezTo>
                  <a:lnTo>
                    <a:pt x="249781" y="322791"/>
                  </a:lnTo>
                  <a:lnTo>
                    <a:pt x="393078" y="322791"/>
                  </a:lnTo>
                  <a:cubicBezTo>
                    <a:pt x="437474" y="322791"/>
                    <a:pt x="473783" y="286483"/>
                    <a:pt x="473783" y="242087"/>
                  </a:cubicBezTo>
                  <a:cubicBezTo>
                    <a:pt x="473783" y="219902"/>
                    <a:pt x="464685" y="199712"/>
                    <a:pt x="450083" y="185082"/>
                  </a:cubicBezTo>
                  <a:cubicBezTo>
                    <a:pt x="435452" y="170452"/>
                    <a:pt x="415290" y="161382"/>
                    <a:pt x="393078" y="161382"/>
                  </a:cubicBezTo>
                  <a:lnTo>
                    <a:pt x="138720" y="161382"/>
                  </a:lnTo>
                  <a:cubicBezTo>
                    <a:pt x="94324" y="161382"/>
                    <a:pt x="58015" y="125073"/>
                    <a:pt x="58015" y="80705"/>
                  </a:cubicBezTo>
                  <a:lnTo>
                    <a:pt x="58015" y="80677"/>
                  </a:lnTo>
                  <a:cubicBezTo>
                    <a:pt x="58015" y="36309"/>
                    <a:pt x="94324" y="0"/>
                    <a:pt x="138720" y="0"/>
                  </a:cubicBezTo>
                  <a:lnTo>
                    <a:pt x="751813" y="0"/>
                  </a:lnTo>
                  <a:cubicBezTo>
                    <a:pt x="779726" y="48243"/>
                    <a:pt x="831872" y="80705"/>
                    <a:pt x="891629" y="80705"/>
                  </a:cubicBezTo>
                  <a:cubicBezTo>
                    <a:pt x="951385" y="80705"/>
                    <a:pt x="1003532" y="48243"/>
                    <a:pt x="1031416" y="0"/>
                  </a:cubicBezTo>
                  <a:lnTo>
                    <a:pt x="1272436" y="0"/>
                  </a:lnTo>
                  <a:cubicBezTo>
                    <a:pt x="1320538" y="0"/>
                    <a:pt x="1365019" y="25666"/>
                    <a:pt x="1389084" y="67338"/>
                  </a:cubicBezTo>
                  <a:lnTo>
                    <a:pt x="1620837" y="468757"/>
                  </a:lnTo>
                  <a:lnTo>
                    <a:pt x="1864468" y="468757"/>
                  </a:lnTo>
                  <a:cubicBezTo>
                    <a:pt x="1886652" y="468757"/>
                    <a:pt x="1906842" y="477855"/>
                    <a:pt x="1921472" y="492457"/>
                  </a:cubicBezTo>
                  <a:cubicBezTo>
                    <a:pt x="1936102" y="507059"/>
                    <a:pt x="1945172" y="527249"/>
                    <a:pt x="1945172" y="549461"/>
                  </a:cubicBezTo>
                  <a:cubicBezTo>
                    <a:pt x="1945172" y="593857"/>
                    <a:pt x="1908864" y="630166"/>
                    <a:pt x="1864468" y="630166"/>
                  </a:cubicBezTo>
                  <a:lnTo>
                    <a:pt x="1714010" y="630166"/>
                  </a:lnTo>
                  <a:lnTo>
                    <a:pt x="1768318" y="724210"/>
                  </a:lnTo>
                  <a:cubicBezTo>
                    <a:pt x="1780365" y="745046"/>
                    <a:pt x="1786374" y="768297"/>
                    <a:pt x="1786374" y="791548"/>
                  </a:cubicBezTo>
                  <a:lnTo>
                    <a:pt x="2061484" y="791548"/>
                  </a:lnTo>
                  <a:cubicBezTo>
                    <a:pt x="2083668" y="791548"/>
                    <a:pt x="2103858" y="800646"/>
                    <a:pt x="2118489" y="815248"/>
                  </a:cubicBezTo>
                  <a:cubicBezTo>
                    <a:pt x="2133119" y="829879"/>
                    <a:pt x="2142189" y="850041"/>
                    <a:pt x="2142189" y="872253"/>
                  </a:cubicBezTo>
                  <a:close/>
                </a:path>
              </a:pathLst>
            </a:custGeom>
            <a:solidFill>
              <a:srgbClr val="FE9239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DB64A4-7292-4884-B7D2-DC0D31FD6ED0}"/>
              </a:ext>
            </a:extLst>
          </p:cNvPr>
          <p:cNvGrpSpPr/>
          <p:nvPr/>
        </p:nvGrpSpPr>
        <p:grpSpPr>
          <a:xfrm>
            <a:off x="5940389" y="2635526"/>
            <a:ext cx="2139774" cy="1743157"/>
            <a:chOff x="5940389" y="2635526"/>
            <a:chExt cx="2139774" cy="1743157"/>
          </a:xfrm>
        </p:grpSpPr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E07A88CA-6A71-492B-9CB9-A4901BE432E8}"/>
                </a:ext>
              </a:extLst>
            </p:cNvPr>
            <p:cNvSpPr/>
            <p:nvPr/>
          </p:nvSpPr>
          <p:spPr>
            <a:xfrm>
              <a:off x="6749284" y="4218621"/>
              <a:ext cx="160062" cy="160062"/>
            </a:xfrm>
            <a:custGeom>
              <a:avLst/>
              <a:gdLst>
                <a:gd name="connsiteX0" fmla="*/ 161410 w 160061"/>
                <a:gd name="connsiteY0" fmla="*/ 80705 h 160061"/>
                <a:gd name="connsiteX1" fmla="*/ 80705 w 160061"/>
                <a:gd name="connsiteY1" fmla="*/ 161410 h 160061"/>
                <a:gd name="connsiteX2" fmla="*/ 0 w 160061"/>
                <a:gd name="connsiteY2" fmla="*/ 80705 h 160061"/>
                <a:gd name="connsiteX3" fmla="*/ 80705 w 160061"/>
                <a:gd name="connsiteY3" fmla="*/ 0 h 160061"/>
                <a:gd name="connsiteX4" fmla="*/ 161410 w 160061"/>
                <a:gd name="connsiteY4" fmla="*/ 80705 h 16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61" h="160061">
                  <a:moveTo>
                    <a:pt x="161410" y="80705"/>
                  </a:moveTo>
                  <a:cubicBezTo>
                    <a:pt x="161410" y="125277"/>
                    <a:pt x="125277" y="161410"/>
                    <a:pt x="80705" y="161410"/>
                  </a:cubicBezTo>
                  <a:cubicBezTo>
                    <a:pt x="36133" y="161410"/>
                    <a:pt x="0" y="125277"/>
                    <a:pt x="0" y="80705"/>
                  </a:cubicBezTo>
                  <a:cubicBezTo>
                    <a:pt x="0" y="36133"/>
                    <a:pt x="36133" y="0"/>
                    <a:pt x="80705" y="0"/>
                  </a:cubicBezTo>
                  <a:cubicBezTo>
                    <a:pt x="125277" y="0"/>
                    <a:pt x="161410" y="36133"/>
                    <a:pt x="161410" y="80705"/>
                  </a:cubicBezTo>
                  <a:close/>
                </a:path>
              </a:pathLst>
            </a:custGeom>
            <a:solidFill>
              <a:srgbClr val="FFAA01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C6C4074E-0AF3-442F-A11C-BAC60F8F5656}"/>
                </a:ext>
              </a:extLst>
            </p:cNvPr>
            <p:cNvSpPr/>
            <p:nvPr/>
          </p:nvSpPr>
          <p:spPr>
            <a:xfrm>
              <a:off x="5940389" y="2635526"/>
              <a:ext cx="2139774" cy="1580961"/>
            </a:xfrm>
            <a:custGeom>
              <a:avLst/>
              <a:gdLst>
                <a:gd name="connsiteX0" fmla="*/ 2140469 w 2139774"/>
                <a:gd name="connsiteY0" fmla="*/ 710843 h 1580961"/>
                <a:gd name="connsiteX1" fmla="*/ 2059764 w 2139774"/>
                <a:gd name="connsiteY1" fmla="*/ 791548 h 1580961"/>
                <a:gd name="connsiteX2" fmla="*/ 1786339 w 2139774"/>
                <a:gd name="connsiteY2" fmla="*/ 791548 h 1580961"/>
                <a:gd name="connsiteX3" fmla="*/ 1768311 w 2139774"/>
                <a:gd name="connsiteY3" fmla="*/ 858886 h 1580961"/>
                <a:gd name="connsiteX4" fmla="*/ 1714002 w 2139774"/>
                <a:gd name="connsiteY4" fmla="*/ 952929 h 1580961"/>
                <a:gd name="connsiteX5" fmla="*/ 1871846 w 2139774"/>
                <a:gd name="connsiteY5" fmla="*/ 952929 h 1580961"/>
                <a:gd name="connsiteX6" fmla="*/ 1928850 w 2139774"/>
                <a:gd name="connsiteY6" fmla="*/ 976630 h 1580961"/>
                <a:gd name="connsiteX7" fmla="*/ 1952551 w 2139774"/>
                <a:gd name="connsiteY7" fmla="*/ 1033634 h 1580961"/>
                <a:gd name="connsiteX8" fmla="*/ 1871846 w 2139774"/>
                <a:gd name="connsiteY8" fmla="*/ 1114339 h 1580961"/>
                <a:gd name="connsiteX9" fmla="*/ 1620802 w 2139774"/>
                <a:gd name="connsiteY9" fmla="*/ 1114339 h 1580961"/>
                <a:gd name="connsiteX10" fmla="*/ 1389049 w 2139774"/>
                <a:gd name="connsiteY10" fmla="*/ 1515757 h 1580961"/>
                <a:gd name="connsiteX11" fmla="*/ 1272400 w 2139774"/>
                <a:gd name="connsiteY11" fmla="*/ 1583096 h 1580961"/>
                <a:gd name="connsiteX12" fmla="*/ 1029359 w 2139774"/>
                <a:gd name="connsiteY12" fmla="*/ 1583096 h 1580961"/>
                <a:gd name="connsiteX13" fmla="*/ 889572 w 2139774"/>
                <a:gd name="connsiteY13" fmla="*/ 1502419 h 1580961"/>
                <a:gd name="connsiteX14" fmla="*/ 749785 w 2139774"/>
                <a:gd name="connsiteY14" fmla="*/ 1583096 h 1580961"/>
                <a:gd name="connsiteX15" fmla="*/ 179094 w 2139774"/>
                <a:gd name="connsiteY15" fmla="*/ 1583096 h 1580961"/>
                <a:gd name="connsiteX16" fmla="*/ 122089 w 2139774"/>
                <a:gd name="connsiteY16" fmla="*/ 1559395 h 1580961"/>
                <a:gd name="connsiteX17" fmla="*/ 98389 w 2139774"/>
                <a:gd name="connsiteY17" fmla="*/ 1502419 h 1580961"/>
                <a:gd name="connsiteX18" fmla="*/ 179094 w 2139774"/>
                <a:gd name="connsiteY18" fmla="*/ 1421714 h 1580961"/>
                <a:gd name="connsiteX19" fmla="*/ 382063 w 2139774"/>
                <a:gd name="connsiteY19" fmla="*/ 1421714 h 1580961"/>
                <a:gd name="connsiteX20" fmla="*/ 462768 w 2139774"/>
                <a:gd name="connsiteY20" fmla="*/ 1341009 h 1580961"/>
                <a:gd name="connsiteX21" fmla="*/ 439068 w 2139774"/>
                <a:gd name="connsiteY21" fmla="*/ 1284005 h 1580961"/>
                <a:gd name="connsiteX22" fmla="*/ 382063 w 2139774"/>
                <a:gd name="connsiteY22" fmla="*/ 1260304 h 1580961"/>
                <a:gd name="connsiteX23" fmla="*/ 249802 w 2139774"/>
                <a:gd name="connsiteY23" fmla="*/ 1260304 h 1580961"/>
                <a:gd name="connsiteX24" fmla="*/ 18049 w 2139774"/>
                <a:gd name="connsiteY24" fmla="*/ 858886 h 1580961"/>
                <a:gd name="connsiteX25" fmla="*/ 18049 w 2139774"/>
                <a:gd name="connsiteY25" fmla="*/ 724181 h 1580961"/>
                <a:gd name="connsiteX26" fmla="*/ 397283 w 2139774"/>
                <a:gd name="connsiteY26" fmla="*/ 67338 h 1580961"/>
                <a:gd name="connsiteX27" fmla="*/ 513932 w 2139774"/>
                <a:gd name="connsiteY27" fmla="*/ 0 h 1580961"/>
                <a:gd name="connsiteX28" fmla="*/ 1272429 w 2139774"/>
                <a:gd name="connsiteY28" fmla="*/ 0 h 1580961"/>
                <a:gd name="connsiteX29" fmla="*/ 1389077 w 2139774"/>
                <a:gd name="connsiteY29" fmla="*/ 67338 h 1580961"/>
                <a:gd name="connsiteX30" fmla="*/ 1714002 w 2139774"/>
                <a:gd name="connsiteY30" fmla="*/ 630166 h 1580961"/>
                <a:gd name="connsiteX31" fmla="*/ 2059764 w 2139774"/>
                <a:gd name="connsiteY31" fmla="*/ 630166 h 1580961"/>
                <a:gd name="connsiteX32" fmla="*/ 2116769 w 2139774"/>
                <a:gd name="connsiteY32" fmla="*/ 653867 h 1580961"/>
                <a:gd name="connsiteX33" fmla="*/ 2140469 w 2139774"/>
                <a:gd name="connsiteY33" fmla="*/ 710843 h 158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39774" h="1580961">
                  <a:moveTo>
                    <a:pt x="2140469" y="710843"/>
                  </a:moveTo>
                  <a:cubicBezTo>
                    <a:pt x="2140469" y="755239"/>
                    <a:pt x="2104161" y="791548"/>
                    <a:pt x="2059764" y="791548"/>
                  </a:cubicBezTo>
                  <a:lnTo>
                    <a:pt x="1786339" y="791548"/>
                  </a:lnTo>
                  <a:cubicBezTo>
                    <a:pt x="1786339" y="814799"/>
                    <a:pt x="1780330" y="838050"/>
                    <a:pt x="1768311" y="858886"/>
                  </a:cubicBezTo>
                  <a:lnTo>
                    <a:pt x="1714002" y="952929"/>
                  </a:lnTo>
                  <a:lnTo>
                    <a:pt x="1871846" y="952929"/>
                  </a:lnTo>
                  <a:cubicBezTo>
                    <a:pt x="1894030" y="952929"/>
                    <a:pt x="1914192" y="962000"/>
                    <a:pt x="1928850" y="976630"/>
                  </a:cubicBezTo>
                  <a:cubicBezTo>
                    <a:pt x="1943481" y="991260"/>
                    <a:pt x="1952551" y="1011422"/>
                    <a:pt x="1952551" y="1033634"/>
                  </a:cubicBezTo>
                  <a:cubicBezTo>
                    <a:pt x="1952551" y="1078030"/>
                    <a:pt x="1916242" y="1114339"/>
                    <a:pt x="1871846" y="1114339"/>
                  </a:cubicBezTo>
                  <a:lnTo>
                    <a:pt x="1620802" y="1114339"/>
                  </a:lnTo>
                  <a:lnTo>
                    <a:pt x="1389049" y="1515757"/>
                  </a:lnTo>
                  <a:cubicBezTo>
                    <a:pt x="1364984" y="1557430"/>
                    <a:pt x="1320531" y="1583096"/>
                    <a:pt x="1272400" y="1583096"/>
                  </a:cubicBezTo>
                  <a:lnTo>
                    <a:pt x="1029359" y="1583096"/>
                  </a:lnTo>
                  <a:cubicBezTo>
                    <a:pt x="1001475" y="1534852"/>
                    <a:pt x="949300" y="1502419"/>
                    <a:pt x="889572" y="1502419"/>
                  </a:cubicBezTo>
                  <a:cubicBezTo>
                    <a:pt x="829844" y="1502419"/>
                    <a:pt x="777697" y="1534881"/>
                    <a:pt x="749785" y="1583096"/>
                  </a:cubicBezTo>
                  <a:lnTo>
                    <a:pt x="179094" y="1583096"/>
                  </a:lnTo>
                  <a:cubicBezTo>
                    <a:pt x="156910" y="1583096"/>
                    <a:pt x="136719" y="1574026"/>
                    <a:pt x="122089" y="1559395"/>
                  </a:cubicBezTo>
                  <a:cubicBezTo>
                    <a:pt x="107459" y="1544765"/>
                    <a:pt x="98389" y="1524603"/>
                    <a:pt x="98389" y="1502419"/>
                  </a:cubicBezTo>
                  <a:cubicBezTo>
                    <a:pt x="98389" y="1458023"/>
                    <a:pt x="134698" y="1421714"/>
                    <a:pt x="179094" y="1421714"/>
                  </a:cubicBezTo>
                  <a:lnTo>
                    <a:pt x="382063" y="1421714"/>
                  </a:lnTo>
                  <a:cubicBezTo>
                    <a:pt x="426460" y="1421714"/>
                    <a:pt x="462768" y="1385405"/>
                    <a:pt x="462768" y="1341009"/>
                  </a:cubicBezTo>
                  <a:cubicBezTo>
                    <a:pt x="462768" y="1318825"/>
                    <a:pt x="453670" y="1298635"/>
                    <a:pt x="439068" y="1284005"/>
                  </a:cubicBezTo>
                  <a:cubicBezTo>
                    <a:pt x="424466" y="1269375"/>
                    <a:pt x="404275" y="1260304"/>
                    <a:pt x="382063" y="1260304"/>
                  </a:cubicBezTo>
                  <a:lnTo>
                    <a:pt x="249802" y="1260304"/>
                  </a:lnTo>
                  <a:lnTo>
                    <a:pt x="18049" y="858886"/>
                  </a:lnTo>
                  <a:cubicBezTo>
                    <a:pt x="-6016" y="817214"/>
                    <a:pt x="-6016" y="765854"/>
                    <a:pt x="18049" y="724181"/>
                  </a:cubicBezTo>
                  <a:lnTo>
                    <a:pt x="397283" y="67338"/>
                  </a:lnTo>
                  <a:cubicBezTo>
                    <a:pt x="421349" y="25666"/>
                    <a:pt x="465801" y="0"/>
                    <a:pt x="513932" y="0"/>
                  </a:cubicBezTo>
                  <a:lnTo>
                    <a:pt x="1272429" y="0"/>
                  </a:lnTo>
                  <a:cubicBezTo>
                    <a:pt x="1320559" y="0"/>
                    <a:pt x="1365012" y="25666"/>
                    <a:pt x="1389077" y="67338"/>
                  </a:cubicBezTo>
                  <a:lnTo>
                    <a:pt x="1714002" y="630166"/>
                  </a:lnTo>
                  <a:lnTo>
                    <a:pt x="2059764" y="630166"/>
                  </a:lnTo>
                  <a:cubicBezTo>
                    <a:pt x="2081948" y="630166"/>
                    <a:pt x="2102139" y="639264"/>
                    <a:pt x="2116769" y="653867"/>
                  </a:cubicBezTo>
                  <a:cubicBezTo>
                    <a:pt x="2131371" y="668469"/>
                    <a:pt x="2140469" y="688659"/>
                    <a:pt x="2140469" y="710843"/>
                  </a:cubicBezTo>
                  <a:close/>
                </a:path>
              </a:pathLst>
            </a:custGeom>
            <a:solidFill>
              <a:srgbClr val="FFAA01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85CF5F-A8FC-4A1D-9BAF-13A22EEA8C2A}"/>
              </a:ext>
            </a:extLst>
          </p:cNvPr>
          <p:cNvGrpSpPr/>
          <p:nvPr/>
        </p:nvGrpSpPr>
        <p:grpSpPr>
          <a:xfrm>
            <a:off x="7419578" y="3265664"/>
            <a:ext cx="2139774" cy="1742342"/>
            <a:chOff x="7419578" y="3265664"/>
            <a:chExt cx="2139774" cy="1742342"/>
          </a:xfrm>
        </p:grpSpPr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1B241222-FCFA-4921-8D16-17C74CBF973E}"/>
                </a:ext>
              </a:extLst>
            </p:cNvPr>
            <p:cNvSpPr/>
            <p:nvPr/>
          </p:nvSpPr>
          <p:spPr>
            <a:xfrm>
              <a:off x="8224942" y="3265664"/>
              <a:ext cx="160062" cy="160062"/>
            </a:xfrm>
            <a:custGeom>
              <a:avLst/>
              <a:gdLst>
                <a:gd name="connsiteX0" fmla="*/ 161410 w 160061"/>
                <a:gd name="connsiteY0" fmla="*/ 80705 h 160061"/>
                <a:gd name="connsiteX1" fmla="*/ 80705 w 160061"/>
                <a:gd name="connsiteY1" fmla="*/ 161410 h 160061"/>
                <a:gd name="connsiteX2" fmla="*/ 0 w 160061"/>
                <a:gd name="connsiteY2" fmla="*/ 80705 h 160061"/>
                <a:gd name="connsiteX3" fmla="*/ 80705 w 160061"/>
                <a:gd name="connsiteY3" fmla="*/ 0 h 160061"/>
                <a:gd name="connsiteX4" fmla="*/ 161410 w 160061"/>
                <a:gd name="connsiteY4" fmla="*/ 80705 h 16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61" h="160061">
                  <a:moveTo>
                    <a:pt x="161410" y="80705"/>
                  </a:moveTo>
                  <a:cubicBezTo>
                    <a:pt x="161410" y="125277"/>
                    <a:pt x="125277" y="161410"/>
                    <a:pt x="80705" y="161410"/>
                  </a:cubicBezTo>
                  <a:cubicBezTo>
                    <a:pt x="36133" y="161410"/>
                    <a:pt x="0" y="125277"/>
                    <a:pt x="0" y="80705"/>
                  </a:cubicBezTo>
                  <a:cubicBezTo>
                    <a:pt x="0" y="36133"/>
                    <a:pt x="36133" y="0"/>
                    <a:pt x="80705" y="0"/>
                  </a:cubicBezTo>
                  <a:cubicBezTo>
                    <a:pt x="125277" y="0"/>
                    <a:pt x="161410" y="36133"/>
                    <a:pt x="161410" y="80705"/>
                  </a:cubicBezTo>
                  <a:close/>
                </a:path>
              </a:pathLst>
            </a:custGeom>
            <a:solidFill>
              <a:srgbClr val="01B5BB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6897686C-311B-4268-A521-31B5B1EFF57C}"/>
                </a:ext>
              </a:extLst>
            </p:cNvPr>
            <p:cNvSpPr/>
            <p:nvPr/>
          </p:nvSpPr>
          <p:spPr>
            <a:xfrm>
              <a:off x="7419578" y="3427045"/>
              <a:ext cx="2139774" cy="1580961"/>
            </a:xfrm>
            <a:custGeom>
              <a:avLst/>
              <a:gdLst>
                <a:gd name="connsiteX0" fmla="*/ 2142161 w 2139774"/>
                <a:gd name="connsiteY0" fmla="*/ 872281 h 1580961"/>
                <a:gd name="connsiteX1" fmla="*/ 2061456 w 2139774"/>
                <a:gd name="connsiteY1" fmla="*/ 952986 h 1580961"/>
                <a:gd name="connsiteX2" fmla="*/ 1713982 w 2139774"/>
                <a:gd name="connsiteY2" fmla="*/ 952986 h 1580961"/>
                <a:gd name="connsiteX3" fmla="*/ 1389056 w 2139774"/>
                <a:gd name="connsiteY3" fmla="*/ 1515814 h 1580961"/>
                <a:gd name="connsiteX4" fmla="*/ 1272407 w 2139774"/>
                <a:gd name="connsiteY4" fmla="*/ 1583152 h 1580961"/>
                <a:gd name="connsiteX5" fmla="*/ 513911 w 2139774"/>
                <a:gd name="connsiteY5" fmla="*/ 1583152 h 1580961"/>
                <a:gd name="connsiteX6" fmla="*/ 397263 w 2139774"/>
                <a:gd name="connsiteY6" fmla="*/ 1515814 h 1580961"/>
                <a:gd name="connsiteX7" fmla="*/ 18028 w 2139774"/>
                <a:gd name="connsiteY7" fmla="*/ 858914 h 1580961"/>
                <a:gd name="connsiteX8" fmla="*/ 18028 w 2139774"/>
                <a:gd name="connsiteY8" fmla="*/ 724210 h 1580961"/>
                <a:gd name="connsiteX9" fmla="*/ 249781 w 2139774"/>
                <a:gd name="connsiteY9" fmla="*/ 322791 h 1580961"/>
                <a:gd name="connsiteX10" fmla="*/ 393078 w 2139774"/>
                <a:gd name="connsiteY10" fmla="*/ 322791 h 1580961"/>
                <a:gd name="connsiteX11" fmla="*/ 473783 w 2139774"/>
                <a:gd name="connsiteY11" fmla="*/ 242086 h 1580961"/>
                <a:gd name="connsiteX12" fmla="*/ 450083 w 2139774"/>
                <a:gd name="connsiteY12" fmla="*/ 185082 h 1580961"/>
                <a:gd name="connsiteX13" fmla="*/ 393078 w 2139774"/>
                <a:gd name="connsiteY13" fmla="*/ 161382 h 1580961"/>
                <a:gd name="connsiteX14" fmla="*/ 138720 w 2139774"/>
                <a:gd name="connsiteY14" fmla="*/ 161382 h 1580961"/>
                <a:gd name="connsiteX15" fmla="*/ 58015 w 2139774"/>
                <a:gd name="connsiteY15" fmla="*/ 80705 h 1580961"/>
                <a:gd name="connsiteX16" fmla="*/ 58015 w 2139774"/>
                <a:gd name="connsiteY16" fmla="*/ 80677 h 1580961"/>
                <a:gd name="connsiteX17" fmla="*/ 138720 w 2139774"/>
                <a:gd name="connsiteY17" fmla="*/ 0 h 1580961"/>
                <a:gd name="connsiteX18" fmla="*/ 751785 w 2139774"/>
                <a:gd name="connsiteY18" fmla="*/ 0 h 1580961"/>
                <a:gd name="connsiteX19" fmla="*/ 891601 w 2139774"/>
                <a:gd name="connsiteY19" fmla="*/ 80705 h 1580961"/>
                <a:gd name="connsiteX20" fmla="*/ 1031388 w 2139774"/>
                <a:gd name="connsiteY20" fmla="*/ 0 h 1580961"/>
                <a:gd name="connsiteX21" fmla="*/ 1272407 w 2139774"/>
                <a:gd name="connsiteY21" fmla="*/ 0 h 1580961"/>
                <a:gd name="connsiteX22" fmla="*/ 1389056 w 2139774"/>
                <a:gd name="connsiteY22" fmla="*/ 67338 h 1580961"/>
                <a:gd name="connsiteX23" fmla="*/ 1620809 w 2139774"/>
                <a:gd name="connsiteY23" fmla="*/ 468756 h 1580961"/>
                <a:gd name="connsiteX24" fmla="*/ 1864440 w 2139774"/>
                <a:gd name="connsiteY24" fmla="*/ 468756 h 1580961"/>
                <a:gd name="connsiteX25" fmla="*/ 1921444 w 2139774"/>
                <a:gd name="connsiteY25" fmla="*/ 492457 h 1580961"/>
                <a:gd name="connsiteX26" fmla="*/ 1945145 w 2139774"/>
                <a:gd name="connsiteY26" fmla="*/ 549461 h 1580961"/>
                <a:gd name="connsiteX27" fmla="*/ 1864440 w 2139774"/>
                <a:gd name="connsiteY27" fmla="*/ 630166 h 1580961"/>
                <a:gd name="connsiteX28" fmla="*/ 1713982 w 2139774"/>
                <a:gd name="connsiteY28" fmla="*/ 630166 h 1580961"/>
                <a:gd name="connsiteX29" fmla="*/ 1768290 w 2139774"/>
                <a:gd name="connsiteY29" fmla="*/ 724210 h 1580961"/>
                <a:gd name="connsiteX30" fmla="*/ 1786346 w 2139774"/>
                <a:gd name="connsiteY30" fmla="*/ 791548 h 1580961"/>
                <a:gd name="connsiteX31" fmla="*/ 2061456 w 2139774"/>
                <a:gd name="connsiteY31" fmla="*/ 791548 h 1580961"/>
                <a:gd name="connsiteX32" fmla="*/ 2118461 w 2139774"/>
                <a:gd name="connsiteY32" fmla="*/ 815248 h 1580961"/>
                <a:gd name="connsiteX33" fmla="*/ 2142161 w 2139774"/>
                <a:gd name="connsiteY33" fmla="*/ 872281 h 158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39774" h="1580961">
                  <a:moveTo>
                    <a:pt x="2142161" y="872281"/>
                  </a:moveTo>
                  <a:cubicBezTo>
                    <a:pt x="2142161" y="916677"/>
                    <a:pt x="2105852" y="952986"/>
                    <a:pt x="2061456" y="952986"/>
                  </a:cubicBezTo>
                  <a:lnTo>
                    <a:pt x="1713982" y="952986"/>
                  </a:lnTo>
                  <a:lnTo>
                    <a:pt x="1389056" y="1515814"/>
                  </a:lnTo>
                  <a:cubicBezTo>
                    <a:pt x="1364991" y="1557486"/>
                    <a:pt x="1320539" y="1583152"/>
                    <a:pt x="1272407" y="1583152"/>
                  </a:cubicBezTo>
                  <a:lnTo>
                    <a:pt x="513911" y="1583152"/>
                  </a:lnTo>
                  <a:cubicBezTo>
                    <a:pt x="465808" y="1583152"/>
                    <a:pt x="421328" y="1557486"/>
                    <a:pt x="397263" y="1515814"/>
                  </a:cubicBezTo>
                  <a:lnTo>
                    <a:pt x="18028" y="858914"/>
                  </a:lnTo>
                  <a:cubicBezTo>
                    <a:pt x="-6009" y="817242"/>
                    <a:pt x="-6009" y="765882"/>
                    <a:pt x="18028" y="724210"/>
                  </a:cubicBezTo>
                  <a:lnTo>
                    <a:pt x="249781" y="322791"/>
                  </a:lnTo>
                  <a:lnTo>
                    <a:pt x="393078" y="322791"/>
                  </a:lnTo>
                  <a:cubicBezTo>
                    <a:pt x="437475" y="322791"/>
                    <a:pt x="473783" y="286483"/>
                    <a:pt x="473783" y="242086"/>
                  </a:cubicBezTo>
                  <a:cubicBezTo>
                    <a:pt x="473783" y="219902"/>
                    <a:pt x="464685" y="199712"/>
                    <a:pt x="450083" y="185082"/>
                  </a:cubicBezTo>
                  <a:cubicBezTo>
                    <a:pt x="435453" y="170452"/>
                    <a:pt x="415290" y="161382"/>
                    <a:pt x="393078" y="161382"/>
                  </a:cubicBezTo>
                  <a:lnTo>
                    <a:pt x="138720" y="161382"/>
                  </a:lnTo>
                  <a:cubicBezTo>
                    <a:pt x="94325" y="161382"/>
                    <a:pt x="58015" y="125073"/>
                    <a:pt x="58015" y="80705"/>
                  </a:cubicBezTo>
                  <a:lnTo>
                    <a:pt x="58015" y="80677"/>
                  </a:lnTo>
                  <a:cubicBezTo>
                    <a:pt x="58015" y="36309"/>
                    <a:pt x="94325" y="0"/>
                    <a:pt x="138720" y="0"/>
                  </a:cubicBezTo>
                  <a:lnTo>
                    <a:pt x="751785" y="0"/>
                  </a:lnTo>
                  <a:cubicBezTo>
                    <a:pt x="779698" y="48243"/>
                    <a:pt x="831844" y="80705"/>
                    <a:pt x="891601" y="80705"/>
                  </a:cubicBezTo>
                  <a:cubicBezTo>
                    <a:pt x="951357" y="80705"/>
                    <a:pt x="1003503" y="48243"/>
                    <a:pt x="1031388" y="0"/>
                  </a:cubicBezTo>
                  <a:lnTo>
                    <a:pt x="1272407" y="0"/>
                  </a:lnTo>
                  <a:cubicBezTo>
                    <a:pt x="1320511" y="0"/>
                    <a:pt x="1364991" y="25666"/>
                    <a:pt x="1389056" y="67338"/>
                  </a:cubicBezTo>
                  <a:lnTo>
                    <a:pt x="1620809" y="468756"/>
                  </a:lnTo>
                  <a:lnTo>
                    <a:pt x="1864440" y="468756"/>
                  </a:lnTo>
                  <a:cubicBezTo>
                    <a:pt x="1886624" y="468756"/>
                    <a:pt x="1906814" y="477855"/>
                    <a:pt x="1921444" y="492457"/>
                  </a:cubicBezTo>
                  <a:cubicBezTo>
                    <a:pt x="1936075" y="507059"/>
                    <a:pt x="1945145" y="527249"/>
                    <a:pt x="1945145" y="549461"/>
                  </a:cubicBezTo>
                  <a:cubicBezTo>
                    <a:pt x="1945145" y="593857"/>
                    <a:pt x="1908836" y="630166"/>
                    <a:pt x="1864440" y="630166"/>
                  </a:cubicBezTo>
                  <a:lnTo>
                    <a:pt x="1713982" y="630166"/>
                  </a:lnTo>
                  <a:lnTo>
                    <a:pt x="1768290" y="724210"/>
                  </a:lnTo>
                  <a:cubicBezTo>
                    <a:pt x="1780337" y="745046"/>
                    <a:pt x="1786346" y="768297"/>
                    <a:pt x="1786346" y="791548"/>
                  </a:cubicBezTo>
                  <a:lnTo>
                    <a:pt x="2061456" y="791548"/>
                  </a:lnTo>
                  <a:cubicBezTo>
                    <a:pt x="2083640" y="791548"/>
                    <a:pt x="2103831" y="800646"/>
                    <a:pt x="2118461" y="815248"/>
                  </a:cubicBezTo>
                  <a:cubicBezTo>
                    <a:pt x="2133063" y="829907"/>
                    <a:pt x="2142161" y="850069"/>
                    <a:pt x="2142161" y="872281"/>
                  </a:cubicBezTo>
                  <a:close/>
                </a:path>
              </a:pathLst>
            </a:custGeom>
            <a:solidFill>
              <a:srgbClr val="01B5BB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B755C5A-8B4B-484D-90BE-A2B9553B017A}"/>
              </a:ext>
            </a:extLst>
          </p:cNvPr>
          <p:cNvGrpSpPr/>
          <p:nvPr/>
        </p:nvGrpSpPr>
        <p:grpSpPr>
          <a:xfrm>
            <a:off x="8889880" y="2634992"/>
            <a:ext cx="1785953" cy="1743691"/>
            <a:chOff x="8889880" y="2634992"/>
            <a:chExt cx="1785953" cy="1743691"/>
          </a:xfrm>
        </p:grpSpPr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3C21ADEF-2E88-449F-9065-C88BC231C3AA}"/>
                </a:ext>
              </a:extLst>
            </p:cNvPr>
            <p:cNvSpPr/>
            <p:nvPr/>
          </p:nvSpPr>
          <p:spPr>
            <a:xfrm>
              <a:off x="9697764" y="4218621"/>
              <a:ext cx="160062" cy="160062"/>
            </a:xfrm>
            <a:custGeom>
              <a:avLst/>
              <a:gdLst>
                <a:gd name="connsiteX0" fmla="*/ 161410 w 160061"/>
                <a:gd name="connsiteY0" fmla="*/ 80705 h 160061"/>
                <a:gd name="connsiteX1" fmla="*/ 80705 w 160061"/>
                <a:gd name="connsiteY1" fmla="*/ 161410 h 160061"/>
                <a:gd name="connsiteX2" fmla="*/ 0 w 160061"/>
                <a:gd name="connsiteY2" fmla="*/ 80705 h 160061"/>
                <a:gd name="connsiteX3" fmla="*/ 80705 w 160061"/>
                <a:gd name="connsiteY3" fmla="*/ 0 h 160061"/>
                <a:gd name="connsiteX4" fmla="*/ 161410 w 160061"/>
                <a:gd name="connsiteY4" fmla="*/ 80705 h 16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61" h="160061">
                  <a:moveTo>
                    <a:pt x="161410" y="80705"/>
                  </a:moveTo>
                  <a:cubicBezTo>
                    <a:pt x="161410" y="125277"/>
                    <a:pt x="125277" y="161410"/>
                    <a:pt x="80705" y="161410"/>
                  </a:cubicBezTo>
                  <a:cubicBezTo>
                    <a:pt x="36133" y="161410"/>
                    <a:pt x="0" y="125277"/>
                    <a:pt x="0" y="80705"/>
                  </a:cubicBezTo>
                  <a:cubicBezTo>
                    <a:pt x="0" y="36133"/>
                    <a:pt x="36133" y="0"/>
                    <a:pt x="80705" y="0"/>
                  </a:cubicBezTo>
                  <a:cubicBezTo>
                    <a:pt x="125277" y="0"/>
                    <a:pt x="161410" y="36133"/>
                    <a:pt x="161410" y="80705"/>
                  </a:cubicBezTo>
                  <a:close/>
                </a:path>
              </a:pathLst>
            </a:custGeom>
            <a:solidFill>
              <a:srgbClr val="414143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8D803937-2F89-4221-B93F-EE4926C89575}"/>
                </a:ext>
              </a:extLst>
            </p:cNvPr>
            <p:cNvSpPr/>
            <p:nvPr/>
          </p:nvSpPr>
          <p:spPr>
            <a:xfrm>
              <a:off x="8889880" y="2634992"/>
              <a:ext cx="1785953" cy="1580961"/>
            </a:xfrm>
            <a:custGeom>
              <a:avLst/>
              <a:gdLst>
                <a:gd name="connsiteX0" fmla="*/ 1768312 w 1785953"/>
                <a:gd name="connsiteY0" fmla="*/ 724181 h 1580961"/>
                <a:gd name="connsiteX1" fmla="*/ 1389049 w 1785953"/>
                <a:gd name="connsiteY1" fmla="*/ 67338 h 1580961"/>
                <a:gd name="connsiteX2" fmla="*/ 1272400 w 1785953"/>
                <a:gd name="connsiteY2" fmla="*/ 0 h 1580961"/>
                <a:gd name="connsiteX3" fmla="*/ 1054548 w 1785953"/>
                <a:gd name="connsiteY3" fmla="*/ 0 h 1580961"/>
                <a:gd name="connsiteX4" fmla="*/ 893166 w 1785953"/>
                <a:gd name="connsiteY4" fmla="*/ 161382 h 1580961"/>
                <a:gd name="connsiteX5" fmla="*/ 731756 w 1785953"/>
                <a:gd name="connsiteY5" fmla="*/ 0 h 1580961"/>
                <a:gd name="connsiteX6" fmla="*/ 513903 w 1785953"/>
                <a:gd name="connsiteY6" fmla="*/ 0 h 1580961"/>
                <a:gd name="connsiteX7" fmla="*/ 397255 w 1785953"/>
                <a:gd name="connsiteY7" fmla="*/ 67338 h 1580961"/>
                <a:gd name="connsiteX8" fmla="*/ 18049 w 1785953"/>
                <a:gd name="connsiteY8" fmla="*/ 724181 h 1580961"/>
                <a:gd name="connsiteX9" fmla="*/ 18049 w 1785953"/>
                <a:gd name="connsiteY9" fmla="*/ 858886 h 1580961"/>
                <a:gd name="connsiteX10" fmla="*/ 249802 w 1785953"/>
                <a:gd name="connsiteY10" fmla="*/ 1260304 h 1580961"/>
                <a:gd name="connsiteX11" fmla="*/ 392903 w 1785953"/>
                <a:gd name="connsiteY11" fmla="*/ 1260304 h 1580961"/>
                <a:gd name="connsiteX12" fmla="*/ 473608 w 1785953"/>
                <a:gd name="connsiteY12" fmla="*/ 1341009 h 1580961"/>
                <a:gd name="connsiteX13" fmla="*/ 449907 w 1785953"/>
                <a:gd name="connsiteY13" fmla="*/ 1398014 h 1580961"/>
                <a:gd name="connsiteX14" fmla="*/ 392903 w 1785953"/>
                <a:gd name="connsiteY14" fmla="*/ 1421714 h 1580961"/>
                <a:gd name="connsiteX15" fmla="*/ 179093 w 1785953"/>
                <a:gd name="connsiteY15" fmla="*/ 1421714 h 1580961"/>
                <a:gd name="connsiteX16" fmla="*/ 98389 w 1785953"/>
                <a:gd name="connsiteY16" fmla="*/ 1502419 h 1580961"/>
                <a:gd name="connsiteX17" fmla="*/ 98389 w 1785953"/>
                <a:gd name="connsiteY17" fmla="*/ 1502447 h 1580961"/>
                <a:gd name="connsiteX18" fmla="*/ 179093 w 1785953"/>
                <a:gd name="connsiteY18" fmla="*/ 1583124 h 1580961"/>
                <a:gd name="connsiteX19" fmla="*/ 746471 w 1785953"/>
                <a:gd name="connsiteY19" fmla="*/ 1583124 h 1580961"/>
                <a:gd name="connsiteX20" fmla="*/ 886286 w 1785953"/>
                <a:gd name="connsiteY20" fmla="*/ 1502419 h 1580961"/>
                <a:gd name="connsiteX21" fmla="*/ 1026102 w 1785953"/>
                <a:gd name="connsiteY21" fmla="*/ 1583124 h 1580961"/>
                <a:gd name="connsiteX22" fmla="*/ 1272428 w 1785953"/>
                <a:gd name="connsiteY22" fmla="*/ 1583124 h 1580961"/>
                <a:gd name="connsiteX23" fmla="*/ 1389077 w 1785953"/>
                <a:gd name="connsiteY23" fmla="*/ 1515786 h 1580961"/>
                <a:gd name="connsiteX24" fmla="*/ 1768312 w 1785953"/>
                <a:gd name="connsiteY24" fmla="*/ 858914 h 1580961"/>
                <a:gd name="connsiteX25" fmla="*/ 1768312 w 1785953"/>
                <a:gd name="connsiteY25" fmla="*/ 724181 h 158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85953" h="1580961">
                  <a:moveTo>
                    <a:pt x="1768312" y="724181"/>
                  </a:moveTo>
                  <a:lnTo>
                    <a:pt x="1389049" y="67338"/>
                  </a:lnTo>
                  <a:cubicBezTo>
                    <a:pt x="1365012" y="25638"/>
                    <a:pt x="1320531" y="0"/>
                    <a:pt x="1272400" y="0"/>
                  </a:cubicBezTo>
                  <a:lnTo>
                    <a:pt x="1054548" y="0"/>
                  </a:lnTo>
                  <a:cubicBezTo>
                    <a:pt x="1054548" y="89129"/>
                    <a:pt x="982267" y="161382"/>
                    <a:pt x="893166" y="161382"/>
                  </a:cubicBezTo>
                  <a:cubicBezTo>
                    <a:pt x="804009" y="161382"/>
                    <a:pt x="731756" y="89101"/>
                    <a:pt x="731756" y="0"/>
                  </a:cubicBezTo>
                  <a:lnTo>
                    <a:pt x="513903" y="0"/>
                  </a:lnTo>
                  <a:cubicBezTo>
                    <a:pt x="465801" y="0"/>
                    <a:pt x="421349" y="25666"/>
                    <a:pt x="397255" y="67338"/>
                  </a:cubicBezTo>
                  <a:lnTo>
                    <a:pt x="18049" y="724181"/>
                  </a:lnTo>
                  <a:cubicBezTo>
                    <a:pt x="-6016" y="765854"/>
                    <a:pt x="-6016" y="817214"/>
                    <a:pt x="18049" y="858886"/>
                  </a:cubicBezTo>
                  <a:lnTo>
                    <a:pt x="249802" y="1260304"/>
                  </a:lnTo>
                  <a:lnTo>
                    <a:pt x="392903" y="1260304"/>
                  </a:lnTo>
                  <a:cubicBezTo>
                    <a:pt x="437299" y="1260304"/>
                    <a:pt x="473608" y="1296613"/>
                    <a:pt x="473608" y="1341009"/>
                  </a:cubicBezTo>
                  <a:cubicBezTo>
                    <a:pt x="473608" y="1363193"/>
                    <a:pt x="464538" y="1383383"/>
                    <a:pt x="449907" y="1398014"/>
                  </a:cubicBezTo>
                  <a:cubicBezTo>
                    <a:pt x="435277" y="1412644"/>
                    <a:pt x="415115" y="1421714"/>
                    <a:pt x="392903" y="1421714"/>
                  </a:cubicBezTo>
                  <a:lnTo>
                    <a:pt x="179093" y="1421714"/>
                  </a:lnTo>
                  <a:cubicBezTo>
                    <a:pt x="134698" y="1421714"/>
                    <a:pt x="98389" y="1458051"/>
                    <a:pt x="98389" y="1502419"/>
                  </a:cubicBezTo>
                  <a:lnTo>
                    <a:pt x="98389" y="1502447"/>
                  </a:lnTo>
                  <a:cubicBezTo>
                    <a:pt x="98389" y="1546815"/>
                    <a:pt x="134698" y="1583124"/>
                    <a:pt x="179093" y="1583124"/>
                  </a:cubicBezTo>
                  <a:lnTo>
                    <a:pt x="746471" y="1583124"/>
                  </a:lnTo>
                  <a:cubicBezTo>
                    <a:pt x="774383" y="1534881"/>
                    <a:pt x="826530" y="1502419"/>
                    <a:pt x="886286" y="1502419"/>
                  </a:cubicBezTo>
                  <a:cubicBezTo>
                    <a:pt x="946043" y="1502419"/>
                    <a:pt x="998189" y="1534881"/>
                    <a:pt x="1026102" y="1583124"/>
                  </a:cubicBezTo>
                  <a:lnTo>
                    <a:pt x="1272428" y="1583124"/>
                  </a:lnTo>
                  <a:cubicBezTo>
                    <a:pt x="1320531" y="1583124"/>
                    <a:pt x="1365012" y="1557458"/>
                    <a:pt x="1389077" y="1515786"/>
                  </a:cubicBezTo>
                  <a:lnTo>
                    <a:pt x="1768312" y="858914"/>
                  </a:lnTo>
                  <a:cubicBezTo>
                    <a:pt x="1792348" y="817214"/>
                    <a:pt x="1792348" y="765854"/>
                    <a:pt x="1768312" y="724181"/>
                  </a:cubicBezTo>
                  <a:close/>
                </a:path>
              </a:pathLst>
            </a:custGeom>
            <a:solidFill>
              <a:srgbClr val="414143"/>
            </a:solidFill>
            <a:ln w="28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FB1C24-2FDD-429B-9004-C477D1DCC4AF}"/>
              </a:ext>
            </a:extLst>
          </p:cNvPr>
          <p:cNvGrpSpPr/>
          <p:nvPr/>
        </p:nvGrpSpPr>
        <p:grpSpPr>
          <a:xfrm>
            <a:off x="1756584" y="3888251"/>
            <a:ext cx="1278836" cy="658607"/>
            <a:chOff x="1756584" y="3888251"/>
            <a:chExt cx="1278836" cy="658607"/>
          </a:xfrm>
        </p:grpSpPr>
        <p:sp>
          <p:nvSpPr>
            <p:cNvPr id="1162" name="Rectangle 1161">
              <a:extLst>
                <a:ext uri="{FF2B5EF4-FFF2-40B4-BE49-F238E27FC236}">
                  <a16:creationId xmlns:a16="http://schemas.microsoft.com/office/drawing/2014/main" id="{CA0F3C09-F717-47A3-BFF9-E9663CD44FD0}"/>
                </a:ext>
              </a:extLst>
            </p:cNvPr>
            <p:cNvSpPr/>
            <p:nvPr/>
          </p:nvSpPr>
          <p:spPr>
            <a:xfrm>
              <a:off x="1911824" y="3888251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63" name="Rectangle 1162">
              <a:extLst>
                <a:ext uri="{FF2B5EF4-FFF2-40B4-BE49-F238E27FC236}">
                  <a16:creationId xmlns:a16="http://schemas.microsoft.com/office/drawing/2014/main" id="{21555B46-6D86-44FE-B0CB-4800B5508B14}"/>
                </a:ext>
              </a:extLst>
            </p:cNvPr>
            <p:cNvSpPr/>
            <p:nvPr/>
          </p:nvSpPr>
          <p:spPr>
            <a:xfrm>
              <a:off x="1756584" y="4085193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371F8E-1938-4E88-99D6-ACEFF0232877}"/>
              </a:ext>
            </a:extLst>
          </p:cNvPr>
          <p:cNvGrpSpPr/>
          <p:nvPr/>
        </p:nvGrpSpPr>
        <p:grpSpPr>
          <a:xfrm>
            <a:off x="4706015" y="3888251"/>
            <a:ext cx="1278836" cy="658607"/>
            <a:chOff x="4706015" y="3888251"/>
            <a:chExt cx="1278836" cy="658607"/>
          </a:xfrm>
        </p:grpSpPr>
        <p:sp>
          <p:nvSpPr>
            <p:cNvPr id="1164" name="Rectangle 1163">
              <a:extLst>
                <a:ext uri="{FF2B5EF4-FFF2-40B4-BE49-F238E27FC236}">
                  <a16:creationId xmlns:a16="http://schemas.microsoft.com/office/drawing/2014/main" id="{24A6407C-9AAC-4558-9C0A-CFE6428F1B11}"/>
                </a:ext>
              </a:extLst>
            </p:cNvPr>
            <p:cNvSpPr/>
            <p:nvPr/>
          </p:nvSpPr>
          <p:spPr>
            <a:xfrm>
              <a:off x="4861255" y="3888251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65" name="Rectangle 1164">
              <a:extLst>
                <a:ext uri="{FF2B5EF4-FFF2-40B4-BE49-F238E27FC236}">
                  <a16:creationId xmlns:a16="http://schemas.microsoft.com/office/drawing/2014/main" id="{16360531-DB6C-412A-B2B2-21F0B59D7C37}"/>
                </a:ext>
              </a:extLst>
            </p:cNvPr>
            <p:cNvSpPr/>
            <p:nvPr/>
          </p:nvSpPr>
          <p:spPr>
            <a:xfrm>
              <a:off x="4706015" y="4085193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8E7CCB-2714-49F6-902D-ACB3F1BD6013}"/>
              </a:ext>
            </a:extLst>
          </p:cNvPr>
          <p:cNvGrpSpPr/>
          <p:nvPr/>
        </p:nvGrpSpPr>
        <p:grpSpPr>
          <a:xfrm>
            <a:off x="7632771" y="3888251"/>
            <a:ext cx="1278836" cy="658607"/>
            <a:chOff x="7632771" y="3888251"/>
            <a:chExt cx="1278836" cy="658607"/>
          </a:xfrm>
        </p:grpSpPr>
        <p:sp>
          <p:nvSpPr>
            <p:cNvPr id="1166" name="Rectangle 1165">
              <a:extLst>
                <a:ext uri="{FF2B5EF4-FFF2-40B4-BE49-F238E27FC236}">
                  <a16:creationId xmlns:a16="http://schemas.microsoft.com/office/drawing/2014/main" id="{0A1DA0A0-A3EE-4132-A3C7-C23E8DD684EC}"/>
                </a:ext>
              </a:extLst>
            </p:cNvPr>
            <p:cNvSpPr/>
            <p:nvPr/>
          </p:nvSpPr>
          <p:spPr>
            <a:xfrm>
              <a:off x="7788011" y="3888251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67" name="Rectangle 1166">
              <a:extLst>
                <a:ext uri="{FF2B5EF4-FFF2-40B4-BE49-F238E27FC236}">
                  <a16:creationId xmlns:a16="http://schemas.microsoft.com/office/drawing/2014/main" id="{3DDF497D-8803-4A2E-AF71-7505B6EEAD6C}"/>
                </a:ext>
              </a:extLst>
            </p:cNvPr>
            <p:cNvSpPr/>
            <p:nvPr/>
          </p:nvSpPr>
          <p:spPr>
            <a:xfrm>
              <a:off x="7632771" y="4085193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580FC2-0330-4923-BFF2-C2C7CA18B5B2}"/>
              </a:ext>
            </a:extLst>
          </p:cNvPr>
          <p:cNvGrpSpPr/>
          <p:nvPr/>
        </p:nvGrpSpPr>
        <p:grpSpPr>
          <a:xfrm>
            <a:off x="3226439" y="2997951"/>
            <a:ext cx="1278836" cy="658607"/>
            <a:chOff x="3226439" y="2997951"/>
            <a:chExt cx="1278836" cy="658607"/>
          </a:xfrm>
        </p:grpSpPr>
        <p:sp>
          <p:nvSpPr>
            <p:cNvPr id="1168" name="Rectangle 1167">
              <a:extLst>
                <a:ext uri="{FF2B5EF4-FFF2-40B4-BE49-F238E27FC236}">
                  <a16:creationId xmlns:a16="http://schemas.microsoft.com/office/drawing/2014/main" id="{BB615A07-7B4C-4CF8-BC76-4AA3F02A252D}"/>
                </a:ext>
              </a:extLst>
            </p:cNvPr>
            <p:cNvSpPr/>
            <p:nvPr/>
          </p:nvSpPr>
          <p:spPr>
            <a:xfrm>
              <a:off x="3381679" y="2997951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69" name="Rectangle 1168">
              <a:extLst>
                <a:ext uri="{FF2B5EF4-FFF2-40B4-BE49-F238E27FC236}">
                  <a16:creationId xmlns:a16="http://schemas.microsoft.com/office/drawing/2014/main" id="{5A4D742A-B453-4DAF-874E-5FD1628F0D00}"/>
                </a:ext>
              </a:extLst>
            </p:cNvPr>
            <p:cNvSpPr/>
            <p:nvPr/>
          </p:nvSpPr>
          <p:spPr>
            <a:xfrm>
              <a:off x="3226439" y="3194893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28D938-1203-4126-A677-DCBC821E5B8D}"/>
              </a:ext>
            </a:extLst>
          </p:cNvPr>
          <p:cNvGrpSpPr/>
          <p:nvPr/>
        </p:nvGrpSpPr>
        <p:grpSpPr>
          <a:xfrm>
            <a:off x="6193450" y="2997951"/>
            <a:ext cx="1278836" cy="658607"/>
            <a:chOff x="6193450" y="2997951"/>
            <a:chExt cx="1278836" cy="658607"/>
          </a:xfrm>
        </p:grpSpPr>
        <p:sp>
          <p:nvSpPr>
            <p:cNvPr id="1170" name="Rectangle 1169">
              <a:extLst>
                <a:ext uri="{FF2B5EF4-FFF2-40B4-BE49-F238E27FC236}">
                  <a16:creationId xmlns:a16="http://schemas.microsoft.com/office/drawing/2014/main" id="{BD474659-E888-420C-BC15-CB53BC6CE3B9}"/>
                </a:ext>
              </a:extLst>
            </p:cNvPr>
            <p:cNvSpPr/>
            <p:nvPr/>
          </p:nvSpPr>
          <p:spPr>
            <a:xfrm>
              <a:off x="6348690" y="2997951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71" name="Rectangle 1170">
              <a:extLst>
                <a:ext uri="{FF2B5EF4-FFF2-40B4-BE49-F238E27FC236}">
                  <a16:creationId xmlns:a16="http://schemas.microsoft.com/office/drawing/2014/main" id="{B0D1014B-E751-43A3-827D-2E7CE8993FFD}"/>
                </a:ext>
              </a:extLst>
            </p:cNvPr>
            <p:cNvSpPr/>
            <p:nvPr/>
          </p:nvSpPr>
          <p:spPr>
            <a:xfrm>
              <a:off x="6193450" y="3194893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F039CD-5013-495D-A9B0-3EC78CD02563}"/>
              </a:ext>
            </a:extLst>
          </p:cNvPr>
          <p:cNvGrpSpPr/>
          <p:nvPr/>
        </p:nvGrpSpPr>
        <p:grpSpPr>
          <a:xfrm>
            <a:off x="9172372" y="2997951"/>
            <a:ext cx="1278836" cy="658607"/>
            <a:chOff x="9172372" y="2997951"/>
            <a:chExt cx="1278836" cy="658607"/>
          </a:xfrm>
        </p:grpSpPr>
        <p:sp>
          <p:nvSpPr>
            <p:cNvPr id="1172" name="Rectangle 1171">
              <a:extLst>
                <a:ext uri="{FF2B5EF4-FFF2-40B4-BE49-F238E27FC236}">
                  <a16:creationId xmlns:a16="http://schemas.microsoft.com/office/drawing/2014/main" id="{68E376E7-873B-4B2E-8D9E-0E2928DD0993}"/>
                </a:ext>
              </a:extLst>
            </p:cNvPr>
            <p:cNvSpPr/>
            <p:nvPr/>
          </p:nvSpPr>
          <p:spPr>
            <a:xfrm>
              <a:off x="9327612" y="2997951"/>
              <a:ext cx="9444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73" name="Rectangle 1172">
              <a:extLst>
                <a:ext uri="{FF2B5EF4-FFF2-40B4-BE49-F238E27FC236}">
                  <a16:creationId xmlns:a16="http://schemas.microsoft.com/office/drawing/2014/main" id="{1BAE63C1-41C0-4AD1-9E6C-9F7079AF4660}"/>
                </a:ext>
              </a:extLst>
            </p:cNvPr>
            <p:cNvSpPr/>
            <p:nvPr/>
          </p:nvSpPr>
          <p:spPr>
            <a:xfrm>
              <a:off x="9172372" y="3194893"/>
              <a:ext cx="1278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11251CDE-2EBD-4D1B-B8C7-9C5B28B58DB6}"/>
              </a:ext>
            </a:extLst>
          </p:cNvPr>
          <p:cNvSpPr/>
          <p:nvPr/>
        </p:nvSpPr>
        <p:spPr>
          <a:xfrm>
            <a:off x="1951008" y="498336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175" name="Rectangle 1174">
            <a:extLst>
              <a:ext uri="{FF2B5EF4-FFF2-40B4-BE49-F238E27FC236}">
                <a16:creationId xmlns:a16="http://schemas.microsoft.com/office/drawing/2014/main" id="{6C2A8B18-1F14-469C-919D-D4793B9845C2}"/>
              </a:ext>
            </a:extLst>
          </p:cNvPr>
          <p:cNvSpPr/>
          <p:nvPr/>
        </p:nvSpPr>
        <p:spPr>
          <a:xfrm>
            <a:off x="4900439" y="498336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D370C39E-5D89-471F-BF6D-84F6B9B7576B}"/>
              </a:ext>
            </a:extLst>
          </p:cNvPr>
          <p:cNvSpPr/>
          <p:nvPr/>
        </p:nvSpPr>
        <p:spPr>
          <a:xfrm>
            <a:off x="7864721" y="498336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1633FB68-E118-47E9-9ADC-14E78A411997}"/>
              </a:ext>
            </a:extLst>
          </p:cNvPr>
          <p:cNvSpPr/>
          <p:nvPr/>
        </p:nvSpPr>
        <p:spPr>
          <a:xfrm>
            <a:off x="3420863" y="221825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1178" name="Rectangle 1177">
            <a:extLst>
              <a:ext uri="{FF2B5EF4-FFF2-40B4-BE49-F238E27FC236}">
                <a16:creationId xmlns:a16="http://schemas.microsoft.com/office/drawing/2014/main" id="{CD1C3013-DBAD-43BF-B280-71B6E509D6E7}"/>
              </a:ext>
            </a:extLst>
          </p:cNvPr>
          <p:cNvSpPr/>
          <p:nvPr/>
        </p:nvSpPr>
        <p:spPr>
          <a:xfrm>
            <a:off x="6375940" y="221825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1180" name="Rectangle 1179">
            <a:extLst>
              <a:ext uri="{FF2B5EF4-FFF2-40B4-BE49-F238E27FC236}">
                <a16:creationId xmlns:a16="http://schemas.microsoft.com/office/drawing/2014/main" id="{EE95E293-4C56-4FDF-98E9-CA749BFE7CDF}"/>
              </a:ext>
            </a:extLst>
          </p:cNvPr>
          <p:cNvSpPr/>
          <p:nvPr/>
        </p:nvSpPr>
        <p:spPr>
          <a:xfrm>
            <a:off x="9366796" y="221825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586290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0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4" grpId="0"/>
      <p:bldP spid="1175" grpId="0"/>
      <p:bldP spid="1176" grpId="0"/>
      <p:bldP spid="1177" grpId="0"/>
      <p:bldP spid="1178" grpId="0"/>
      <p:bldP spid="11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759C5E3-B8C5-49B0-9274-9633594935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6" name="Teardrop 35">
            <a:extLst>
              <a:ext uri="{FF2B5EF4-FFF2-40B4-BE49-F238E27FC236}">
                <a16:creationId xmlns:a16="http://schemas.microsoft.com/office/drawing/2014/main" id="{3CFAF374-7543-4F44-A224-DEC01E1E2A41}"/>
              </a:ext>
            </a:extLst>
          </p:cNvPr>
          <p:cNvSpPr/>
          <p:nvPr/>
        </p:nvSpPr>
        <p:spPr>
          <a:xfrm rot="2700000">
            <a:off x="1147910" y="2596656"/>
            <a:ext cx="1664686" cy="1664686"/>
          </a:xfrm>
          <a:prstGeom prst="teardrop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3700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93700" dist="38100" dir="3300000" sx="98000" sy="98000" algn="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7" name="Teardrop 36">
            <a:extLst>
              <a:ext uri="{FF2B5EF4-FFF2-40B4-BE49-F238E27FC236}">
                <a16:creationId xmlns:a16="http://schemas.microsoft.com/office/drawing/2014/main" id="{8E7CCA3D-E31B-4828-88E6-E05D095E4B3C}"/>
              </a:ext>
            </a:extLst>
          </p:cNvPr>
          <p:cNvSpPr/>
          <p:nvPr/>
        </p:nvSpPr>
        <p:spPr>
          <a:xfrm rot="2700000">
            <a:off x="2793956" y="2596658"/>
            <a:ext cx="1664686" cy="1664686"/>
          </a:xfrm>
          <a:prstGeom prst="teardrop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3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393700" dist="38100" dir="3300000" sx="98000" sy="98000" algn="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8" name="Teardrop 37">
            <a:extLst>
              <a:ext uri="{FF2B5EF4-FFF2-40B4-BE49-F238E27FC236}">
                <a16:creationId xmlns:a16="http://schemas.microsoft.com/office/drawing/2014/main" id="{618CCCAF-BF38-48DB-A4DC-26B91C4E58F8}"/>
              </a:ext>
            </a:extLst>
          </p:cNvPr>
          <p:cNvSpPr/>
          <p:nvPr/>
        </p:nvSpPr>
        <p:spPr>
          <a:xfrm rot="2700000">
            <a:off x="4438560" y="2596657"/>
            <a:ext cx="1664686" cy="1664686"/>
          </a:xfrm>
          <a:prstGeom prst="teardrop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6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393700" dist="38100" dir="3300000" sx="98000" sy="98000" algn="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9" name="Teardrop 38">
            <a:extLst>
              <a:ext uri="{FF2B5EF4-FFF2-40B4-BE49-F238E27FC236}">
                <a16:creationId xmlns:a16="http://schemas.microsoft.com/office/drawing/2014/main" id="{C1827A4B-8CDB-4744-B975-FE8E15FFCD22}"/>
              </a:ext>
            </a:extLst>
          </p:cNvPr>
          <p:cNvSpPr/>
          <p:nvPr/>
        </p:nvSpPr>
        <p:spPr>
          <a:xfrm rot="2700000">
            <a:off x="6098654" y="2596658"/>
            <a:ext cx="1664686" cy="1664686"/>
          </a:xfrm>
          <a:prstGeom prst="teardrop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1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393700" dist="38100" dir="3300000" sx="98000" sy="98000" algn="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0" name="Teardrop 39">
            <a:extLst>
              <a:ext uri="{FF2B5EF4-FFF2-40B4-BE49-F238E27FC236}">
                <a16:creationId xmlns:a16="http://schemas.microsoft.com/office/drawing/2014/main" id="{A428122B-5ED2-41A6-A74B-08531F89030D}"/>
              </a:ext>
            </a:extLst>
          </p:cNvPr>
          <p:cNvSpPr/>
          <p:nvPr/>
        </p:nvSpPr>
        <p:spPr>
          <a:xfrm rot="2700000">
            <a:off x="7751084" y="2596656"/>
            <a:ext cx="1664686" cy="1664686"/>
          </a:xfrm>
          <a:prstGeom prst="teardrop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3400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393700" dist="38100" dir="3300000" sx="98000" sy="98000" algn="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1" name="Teardrop 40">
            <a:extLst>
              <a:ext uri="{FF2B5EF4-FFF2-40B4-BE49-F238E27FC236}">
                <a16:creationId xmlns:a16="http://schemas.microsoft.com/office/drawing/2014/main" id="{06F8265C-6EEC-4558-A7F1-D9FC09C87CA0}"/>
              </a:ext>
            </a:extLst>
          </p:cNvPr>
          <p:cNvSpPr/>
          <p:nvPr/>
        </p:nvSpPr>
        <p:spPr>
          <a:xfrm rot="2700000">
            <a:off x="9379404" y="2596658"/>
            <a:ext cx="1664686" cy="1664686"/>
          </a:xfrm>
          <a:prstGeom prst="teardrop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33000">
                <a:schemeClr val="accent5"/>
              </a:gs>
              <a:gs pos="100000">
                <a:schemeClr val="accent5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393700" dist="38100" dir="3300000" sx="98000" sy="98000" algn="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400" spc="3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FF6897-389F-47CD-88A1-51F151742B7C}"/>
              </a:ext>
            </a:extLst>
          </p:cNvPr>
          <p:cNvGrpSpPr/>
          <p:nvPr/>
        </p:nvGrpSpPr>
        <p:grpSpPr>
          <a:xfrm>
            <a:off x="1131090" y="4434159"/>
            <a:ext cx="1692783" cy="892552"/>
            <a:chOff x="1131090" y="4434159"/>
            <a:chExt cx="1692783" cy="89255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3CD9D4B-C5AC-4412-9138-A9C4575276E0}"/>
                </a:ext>
              </a:extLst>
            </p:cNvPr>
            <p:cNvSpPr/>
            <p:nvPr/>
          </p:nvSpPr>
          <p:spPr>
            <a:xfrm>
              <a:off x="1288253" y="4434159"/>
              <a:ext cx="139974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364354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02E4F8-2F8C-4CE2-BC28-75785E91EF6F}"/>
                </a:ext>
              </a:extLst>
            </p:cNvPr>
            <p:cNvSpPr/>
            <p:nvPr/>
          </p:nvSpPr>
          <p:spPr>
            <a:xfrm>
              <a:off x="1131090" y="4772713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A4A209B-3959-4F30-A536-398B3DE7225C}"/>
              </a:ext>
            </a:extLst>
          </p:cNvPr>
          <p:cNvGrpSpPr/>
          <p:nvPr/>
        </p:nvGrpSpPr>
        <p:grpSpPr>
          <a:xfrm>
            <a:off x="2776809" y="4434159"/>
            <a:ext cx="1692783" cy="892552"/>
            <a:chOff x="2776809" y="4434159"/>
            <a:chExt cx="1692783" cy="89255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5136637-D94E-46C8-940F-551D2F3DEF91}"/>
                </a:ext>
              </a:extLst>
            </p:cNvPr>
            <p:cNvSpPr/>
            <p:nvPr/>
          </p:nvSpPr>
          <p:spPr>
            <a:xfrm>
              <a:off x="2933972" y="4434159"/>
              <a:ext cx="139974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305698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31C24DD-747F-463F-A4AD-AE72161C7B28}"/>
                </a:ext>
              </a:extLst>
            </p:cNvPr>
            <p:cNvSpPr/>
            <p:nvPr/>
          </p:nvSpPr>
          <p:spPr>
            <a:xfrm>
              <a:off x="2776809" y="4772713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17BCA2D-CE68-4DEF-9B11-33FD54B41AF5}"/>
              </a:ext>
            </a:extLst>
          </p:cNvPr>
          <p:cNvGrpSpPr/>
          <p:nvPr/>
        </p:nvGrpSpPr>
        <p:grpSpPr>
          <a:xfrm>
            <a:off x="4422528" y="4434159"/>
            <a:ext cx="1692783" cy="892552"/>
            <a:chOff x="4422528" y="4434159"/>
            <a:chExt cx="1692783" cy="89255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36F8B9-E712-4CC1-AE2A-5190BED364A6}"/>
                </a:ext>
              </a:extLst>
            </p:cNvPr>
            <p:cNvSpPr/>
            <p:nvPr/>
          </p:nvSpPr>
          <p:spPr>
            <a:xfrm>
              <a:off x="4579691" y="4434159"/>
              <a:ext cx="139974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D06319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D2859CE-3E12-4A15-84CD-6C22C27FB49E}"/>
                </a:ext>
              </a:extLst>
            </p:cNvPr>
            <p:cNvSpPr/>
            <p:nvPr/>
          </p:nvSpPr>
          <p:spPr>
            <a:xfrm>
              <a:off x="4422528" y="4772713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23DDDF-9FAA-4072-BA7C-347E005D6445}"/>
              </a:ext>
            </a:extLst>
          </p:cNvPr>
          <p:cNvGrpSpPr/>
          <p:nvPr/>
        </p:nvGrpSpPr>
        <p:grpSpPr>
          <a:xfrm>
            <a:off x="6068247" y="4434159"/>
            <a:ext cx="1692783" cy="892552"/>
            <a:chOff x="6068247" y="4434159"/>
            <a:chExt cx="1692783" cy="89255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503D2B-01DF-4169-93EF-50CED69A134A}"/>
                </a:ext>
              </a:extLst>
            </p:cNvPr>
            <p:cNvSpPr/>
            <p:nvPr/>
          </p:nvSpPr>
          <p:spPr>
            <a:xfrm>
              <a:off x="6225410" y="4434159"/>
              <a:ext cx="139974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838383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36B6233-D26E-44DE-8A0B-5E47129EC66E}"/>
                </a:ext>
              </a:extLst>
            </p:cNvPr>
            <p:cNvSpPr/>
            <p:nvPr/>
          </p:nvSpPr>
          <p:spPr>
            <a:xfrm>
              <a:off x="6068247" y="4772713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B94CF87-0691-42B3-B60C-C6FF72D566EB}"/>
              </a:ext>
            </a:extLst>
          </p:cNvPr>
          <p:cNvGrpSpPr/>
          <p:nvPr/>
        </p:nvGrpSpPr>
        <p:grpSpPr>
          <a:xfrm>
            <a:off x="7713966" y="4434159"/>
            <a:ext cx="1692783" cy="892552"/>
            <a:chOff x="7713966" y="4434159"/>
            <a:chExt cx="1692783" cy="89255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EC96C5D-EBEA-4C43-8FA0-C9E5721DE5D5}"/>
                </a:ext>
              </a:extLst>
            </p:cNvPr>
            <p:cNvSpPr/>
            <p:nvPr/>
          </p:nvSpPr>
          <p:spPr>
            <a:xfrm>
              <a:off x="7871129" y="4434159"/>
              <a:ext cx="139974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39300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14FD7FF-73BB-4CA9-9E1B-FDB6398D6F38}"/>
                </a:ext>
              </a:extLst>
            </p:cNvPr>
            <p:cNvSpPr/>
            <p:nvPr/>
          </p:nvSpPr>
          <p:spPr>
            <a:xfrm>
              <a:off x="7713966" y="4772713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F54F227-C4F2-477E-B0D9-E1E9CEAFDAB8}"/>
              </a:ext>
            </a:extLst>
          </p:cNvPr>
          <p:cNvGrpSpPr/>
          <p:nvPr/>
        </p:nvGrpSpPr>
        <p:grpSpPr>
          <a:xfrm>
            <a:off x="9359684" y="4434159"/>
            <a:ext cx="1692783" cy="892552"/>
            <a:chOff x="9359684" y="4434159"/>
            <a:chExt cx="1692783" cy="89255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AD2703A-65DE-4298-AE87-6331E7712720}"/>
                </a:ext>
              </a:extLst>
            </p:cNvPr>
            <p:cNvSpPr/>
            <p:nvPr/>
          </p:nvSpPr>
          <p:spPr>
            <a:xfrm>
              <a:off x="9516847" y="4434159"/>
              <a:ext cx="139974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3278B9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3FE4924-DE60-453D-BBB3-1AE269A183AB}"/>
                </a:ext>
              </a:extLst>
            </p:cNvPr>
            <p:cNvSpPr/>
            <p:nvPr/>
          </p:nvSpPr>
          <p:spPr>
            <a:xfrm>
              <a:off x="9359684" y="4772713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C518A20E-3AA9-4D83-B694-35292BA06DB5}"/>
              </a:ext>
            </a:extLst>
          </p:cNvPr>
          <p:cNvSpPr/>
          <p:nvPr/>
        </p:nvSpPr>
        <p:spPr>
          <a:xfrm>
            <a:off x="1532487" y="319816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FD503B2-3B14-4FB4-8F2C-D77354E07B36}"/>
              </a:ext>
            </a:extLst>
          </p:cNvPr>
          <p:cNvSpPr/>
          <p:nvPr/>
        </p:nvSpPr>
        <p:spPr>
          <a:xfrm>
            <a:off x="3175634" y="319816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7F5523-5D80-4E28-A55E-8A718C300A4F}"/>
              </a:ext>
            </a:extLst>
          </p:cNvPr>
          <p:cNvSpPr/>
          <p:nvPr/>
        </p:nvSpPr>
        <p:spPr>
          <a:xfrm>
            <a:off x="4821680" y="319816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AEB1E80-7672-4A31-B195-840A6256B305}"/>
              </a:ext>
            </a:extLst>
          </p:cNvPr>
          <p:cNvSpPr/>
          <p:nvPr/>
        </p:nvSpPr>
        <p:spPr>
          <a:xfrm>
            <a:off x="6474110" y="319816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3218612-2463-4D67-B690-4171F199036E}"/>
              </a:ext>
            </a:extLst>
          </p:cNvPr>
          <p:cNvSpPr/>
          <p:nvPr/>
        </p:nvSpPr>
        <p:spPr>
          <a:xfrm>
            <a:off x="8115363" y="319816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865E78-0DE4-45E7-8E10-293BAEEC2561}"/>
              </a:ext>
            </a:extLst>
          </p:cNvPr>
          <p:cNvSpPr/>
          <p:nvPr/>
        </p:nvSpPr>
        <p:spPr>
          <a:xfrm>
            <a:off x="9771724" y="3198166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465814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00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70" grpId="0"/>
      <p:bldP spid="71" grpId="0"/>
      <p:bldP spid="72" grpId="0"/>
      <p:bldP spid="73" grpId="0"/>
      <p:bldP spid="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8124AD4-9FA1-476C-A583-A8BCCE0416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01AD00-2125-42BC-ADC1-A93DBE66D781}"/>
              </a:ext>
            </a:extLst>
          </p:cNvPr>
          <p:cNvGrpSpPr/>
          <p:nvPr/>
        </p:nvGrpSpPr>
        <p:grpSpPr>
          <a:xfrm>
            <a:off x="1533294" y="6132983"/>
            <a:ext cx="1422194" cy="733894"/>
            <a:chOff x="1183285" y="6132983"/>
            <a:chExt cx="1422194" cy="733894"/>
          </a:xfrm>
        </p:grpSpPr>
        <p:sp>
          <p:nvSpPr>
            <p:cNvPr id="50" name="Shape 27747">
              <a:extLst>
                <a:ext uri="{FF2B5EF4-FFF2-40B4-BE49-F238E27FC236}">
                  <a16:creationId xmlns:a16="http://schemas.microsoft.com/office/drawing/2014/main" id="{198245D9-7640-4C0D-965D-E3ED8591830B}"/>
                </a:ext>
              </a:extLst>
            </p:cNvPr>
            <p:cNvSpPr/>
            <p:nvPr/>
          </p:nvSpPr>
          <p:spPr>
            <a:xfrm>
              <a:off x="1183285" y="6132984"/>
              <a:ext cx="1417861" cy="733893"/>
            </a:xfrm>
            <a:custGeom>
              <a:avLst/>
              <a:gdLst>
                <a:gd name="connsiteX0" fmla="*/ 16219 w 21600"/>
                <a:gd name="connsiteY0" fmla="*/ 21600 h 21600"/>
                <a:gd name="connsiteX1" fmla="*/ 21600 w 21600"/>
                <a:gd name="connsiteY1" fmla="*/ 4684 h 21600"/>
                <a:gd name="connsiteX2" fmla="*/ 18725 w 21600"/>
                <a:gd name="connsiteY2" fmla="*/ 0 h 21600"/>
                <a:gd name="connsiteX3" fmla="*/ 10156 w 21600"/>
                <a:gd name="connsiteY3" fmla="*/ 0 h 21600"/>
                <a:gd name="connsiteX4" fmla="*/ 0 w 21600"/>
                <a:gd name="connsiteY4" fmla="*/ 2160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21600" extrusionOk="0">
                  <a:moveTo>
                    <a:pt x="16219" y="21600"/>
                  </a:moveTo>
                  <a:lnTo>
                    <a:pt x="21600" y="4684"/>
                  </a:lnTo>
                  <a:lnTo>
                    <a:pt x="18725" y="0"/>
                  </a:lnTo>
                  <a:lnTo>
                    <a:pt x="10156" y="0"/>
                  </a:lnTo>
                  <a:lnTo>
                    <a:pt x="0" y="21600"/>
                  </a:lnTo>
                </a:path>
              </a:pathLst>
            </a:custGeom>
            <a:solidFill>
              <a:srgbClr val="F57F25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  <p:sp>
          <p:nvSpPr>
            <p:cNvPr id="51" name="Shape 27748">
              <a:extLst>
                <a:ext uri="{FF2B5EF4-FFF2-40B4-BE49-F238E27FC236}">
                  <a16:creationId xmlns:a16="http://schemas.microsoft.com/office/drawing/2014/main" id="{832D0EAE-5578-46C0-961F-F4F8872FDE62}"/>
                </a:ext>
              </a:extLst>
            </p:cNvPr>
            <p:cNvSpPr/>
            <p:nvPr/>
          </p:nvSpPr>
          <p:spPr>
            <a:xfrm>
              <a:off x="2040826" y="6132983"/>
              <a:ext cx="564653" cy="732398"/>
            </a:xfrm>
            <a:custGeom>
              <a:avLst/>
              <a:gdLst>
                <a:gd name="connsiteX0" fmla="*/ 7845 w 21600"/>
                <a:gd name="connsiteY0" fmla="*/ 21787 h 21787"/>
                <a:gd name="connsiteX1" fmla="*/ 21600 w 21600"/>
                <a:gd name="connsiteY1" fmla="*/ 4684 h 21787"/>
                <a:gd name="connsiteX2" fmla="*/ 14380 w 21600"/>
                <a:gd name="connsiteY2" fmla="*/ 0 h 21787"/>
                <a:gd name="connsiteX3" fmla="*/ 0 w 21600"/>
                <a:gd name="connsiteY3" fmla="*/ 21600 h 2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00" h="21787" extrusionOk="0">
                  <a:moveTo>
                    <a:pt x="7845" y="21787"/>
                  </a:moveTo>
                  <a:lnTo>
                    <a:pt x="21600" y="4684"/>
                  </a:lnTo>
                  <a:lnTo>
                    <a:pt x="14380" y="0"/>
                  </a:lnTo>
                  <a:lnTo>
                    <a:pt x="0" y="21600"/>
                  </a:lnTo>
                </a:path>
              </a:pathLst>
            </a:custGeom>
            <a:solidFill>
              <a:schemeClr val="tx1">
                <a:alpha val="4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27DCB5A-58A1-470B-B07A-61F3C4391375}"/>
              </a:ext>
            </a:extLst>
          </p:cNvPr>
          <p:cNvGrpSpPr/>
          <p:nvPr/>
        </p:nvGrpSpPr>
        <p:grpSpPr>
          <a:xfrm>
            <a:off x="2587025" y="5815485"/>
            <a:ext cx="1422194" cy="1051394"/>
            <a:chOff x="2587025" y="5815485"/>
            <a:chExt cx="1422194" cy="1051394"/>
          </a:xfrm>
        </p:grpSpPr>
        <p:sp>
          <p:nvSpPr>
            <p:cNvPr id="30" name="Shape 27747">
              <a:extLst>
                <a:ext uri="{FF2B5EF4-FFF2-40B4-BE49-F238E27FC236}">
                  <a16:creationId xmlns:a16="http://schemas.microsoft.com/office/drawing/2014/main" id="{8BDD83E7-7887-4A64-B1D9-6A17EF33735A}"/>
                </a:ext>
              </a:extLst>
            </p:cNvPr>
            <p:cNvSpPr/>
            <p:nvPr/>
          </p:nvSpPr>
          <p:spPr>
            <a:xfrm>
              <a:off x="2587025" y="5815485"/>
              <a:ext cx="1417861" cy="1051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16" y="21600"/>
                  </a:moveTo>
                  <a:lnTo>
                    <a:pt x="21600" y="4684"/>
                  </a:lnTo>
                  <a:lnTo>
                    <a:pt x="18725" y="0"/>
                  </a:lnTo>
                  <a:lnTo>
                    <a:pt x="10156" y="0"/>
                  </a:lnTo>
                  <a:lnTo>
                    <a:pt x="0" y="21600"/>
                  </a:lnTo>
                </a:path>
              </a:pathLst>
            </a:custGeom>
            <a:solidFill>
              <a:srgbClr val="FFC931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  <p:sp>
          <p:nvSpPr>
            <p:cNvPr id="31" name="Shape 27748">
              <a:extLst>
                <a:ext uri="{FF2B5EF4-FFF2-40B4-BE49-F238E27FC236}">
                  <a16:creationId xmlns:a16="http://schemas.microsoft.com/office/drawing/2014/main" id="{7E38DD65-0B59-4F24-8B26-3929646DAE2C}"/>
                </a:ext>
              </a:extLst>
            </p:cNvPr>
            <p:cNvSpPr/>
            <p:nvPr/>
          </p:nvSpPr>
          <p:spPr>
            <a:xfrm>
              <a:off x="3444566" y="5815485"/>
              <a:ext cx="564653" cy="1051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66" y="21600"/>
                  </a:moveTo>
                  <a:lnTo>
                    <a:pt x="21600" y="4684"/>
                  </a:lnTo>
                  <a:lnTo>
                    <a:pt x="14380" y="0"/>
                  </a:lnTo>
                  <a:lnTo>
                    <a:pt x="0" y="21600"/>
                  </a:lnTo>
                </a:path>
              </a:pathLst>
            </a:custGeom>
            <a:solidFill>
              <a:schemeClr val="tx1">
                <a:alpha val="4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7C10EE3-7B24-4547-8D67-1951407D69E6}"/>
              </a:ext>
            </a:extLst>
          </p:cNvPr>
          <p:cNvGrpSpPr/>
          <p:nvPr/>
        </p:nvGrpSpPr>
        <p:grpSpPr>
          <a:xfrm>
            <a:off x="3564221" y="5497377"/>
            <a:ext cx="1480285" cy="1366645"/>
            <a:chOff x="3564221" y="5497377"/>
            <a:chExt cx="1480285" cy="1366645"/>
          </a:xfrm>
        </p:grpSpPr>
        <p:sp>
          <p:nvSpPr>
            <p:cNvPr id="32" name="Shape 27752">
              <a:extLst>
                <a:ext uri="{FF2B5EF4-FFF2-40B4-BE49-F238E27FC236}">
                  <a16:creationId xmlns:a16="http://schemas.microsoft.com/office/drawing/2014/main" id="{731741C5-A882-4561-A7CA-90351A5E73DA}"/>
                </a:ext>
              </a:extLst>
            </p:cNvPr>
            <p:cNvSpPr/>
            <p:nvPr/>
          </p:nvSpPr>
          <p:spPr>
            <a:xfrm>
              <a:off x="3564221" y="5497377"/>
              <a:ext cx="1480251" cy="1366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39" y="21600"/>
                  </a:moveTo>
                  <a:lnTo>
                    <a:pt x="21600" y="4684"/>
                  </a:lnTo>
                  <a:lnTo>
                    <a:pt x="18725" y="0"/>
                  </a:lnTo>
                  <a:lnTo>
                    <a:pt x="10156" y="0"/>
                  </a:lnTo>
                  <a:lnTo>
                    <a:pt x="0" y="21600"/>
                  </a:lnTo>
                </a:path>
              </a:pathLst>
            </a:custGeom>
            <a:solidFill>
              <a:srgbClr val="69B7D5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  <p:sp>
          <p:nvSpPr>
            <p:cNvPr id="33" name="Shape 27753">
              <a:extLst>
                <a:ext uri="{FF2B5EF4-FFF2-40B4-BE49-F238E27FC236}">
                  <a16:creationId xmlns:a16="http://schemas.microsoft.com/office/drawing/2014/main" id="{7B08013B-5AE7-4EB6-BA4B-C2747F0CF559}"/>
                </a:ext>
              </a:extLst>
            </p:cNvPr>
            <p:cNvSpPr/>
            <p:nvPr/>
          </p:nvSpPr>
          <p:spPr>
            <a:xfrm>
              <a:off x="4455001" y="5497377"/>
              <a:ext cx="589505" cy="1366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75" y="21600"/>
                  </a:moveTo>
                  <a:lnTo>
                    <a:pt x="21600" y="4684"/>
                  </a:lnTo>
                  <a:lnTo>
                    <a:pt x="14380" y="0"/>
                  </a:lnTo>
                  <a:lnTo>
                    <a:pt x="0" y="21600"/>
                  </a:lnTo>
                </a:path>
              </a:pathLst>
            </a:custGeom>
            <a:solidFill>
              <a:schemeClr val="tx1">
                <a:alpha val="4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45663A0-7494-4905-A061-821F4C511DE9}"/>
              </a:ext>
            </a:extLst>
          </p:cNvPr>
          <p:cNvGrpSpPr/>
          <p:nvPr/>
        </p:nvGrpSpPr>
        <p:grpSpPr>
          <a:xfrm>
            <a:off x="4587953" y="4936351"/>
            <a:ext cx="1702302" cy="1931070"/>
            <a:chOff x="4587953" y="4936351"/>
            <a:chExt cx="1702302" cy="1931070"/>
          </a:xfrm>
        </p:grpSpPr>
        <p:sp>
          <p:nvSpPr>
            <p:cNvPr id="34" name="Shape 27757">
              <a:extLst>
                <a:ext uri="{FF2B5EF4-FFF2-40B4-BE49-F238E27FC236}">
                  <a16:creationId xmlns:a16="http://schemas.microsoft.com/office/drawing/2014/main" id="{B99B9ED6-3349-4FC5-A726-B5010D38B98B}"/>
                </a:ext>
              </a:extLst>
            </p:cNvPr>
            <p:cNvSpPr/>
            <p:nvPr/>
          </p:nvSpPr>
          <p:spPr>
            <a:xfrm>
              <a:off x="4587953" y="4936351"/>
              <a:ext cx="1702302" cy="193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22" y="21600"/>
                  </a:moveTo>
                  <a:lnTo>
                    <a:pt x="21600" y="4684"/>
                  </a:lnTo>
                  <a:lnTo>
                    <a:pt x="18725" y="0"/>
                  </a:lnTo>
                  <a:lnTo>
                    <a:pt x="10156" y="0"/>
                  </a:lnTo>
                  <a:lnTo>
                    <a:pt x="0" y="21600"/>
                  </a:lnTo>
                </a:path>
              </a:pathLst>
            </a:custGeom>
            <a:solidFill>
              <a:srgbClr val="BD63B0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  <p:sp>
          <p:nvSpPr>
            <p:cNvPr id="35" name="Shape 27758">
              <a:extLst>
                <a:ext uri="{FF2B5EF4-FFF2-40B4-BE49-F238E27FC236}">
                  <a16:creationId xmlns:a16="http://schemas.microsoft.com/office/drawing/2014/main" id="{E50502F5-3AB0-425C-AF89-0D518EC9D6DC}"/>
                </a:ext>
              </a:extLst>
            </p:cNvPr>
            <p:cNvSpPr/>
            <p:nvPr/>
          </p:nvSpPr>
          <p:spPr>
            <a:xfrm>
              <a:off x="5611683" y="4936351"/>
              <a:ext cx="677932" cy="193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575" y="21600"/>
                  </a:moveTo>
                  <a:lnTo>
                    <a:pt x="21600" y="4684"/>
                  </a:lnTo>
                  <a:lnTo>
                    <a:pt x="14380" y="0"/>
                  </a:lnTo>
                  <a:lnTo>
                    <a:pt x="0" y="21600"/>
                  </a:lnTo>
                </a:path>
              </a:pathLst>
            </a:custGeom>
            <a:solidFill>
              <a:schemeClr val="tx1">
                <a:alpha val="4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98EB23-C49F-48F5-BB2B-CA0AEDA25A95}"/>
              </a:ext>
            </a:extLst>
          </p:cNvPr>
          <p:cNvGrpSpPr/>
          <p:nvPr/>
        </p:nvGrpSpPr>
        <p:grpSpPr>
          <a:xfrm>
            <a:off x="5724692" y="4456297"/>
            <a:ext cx="1887166" cy="2411328"/>
            <a:chOff x="5724692" y="4456297"/>
            <a:chExt cx="1887166" cy="2411328"/>
          </a:xfrm>
        </p:grpSpPr>
        <p:sp>
          <p:nvSpPr>
            <p:cNvPr id="42" name="Shape 27762">
              <a:extLst>
                <a:ext uri="{FF2B5EF4-FFF2-40B4-BE49-F238E27FC236}">
                  <a16:creationId xmlns:a16="http://schemas.microsoft.com/office/drawing/2014/main" id="{840A5217-5188-44BC-9E5A-0ADD3F874AA4}"/>
                </a:ext>
              </a:extLst>
            </p:cNvPr>
            <p:cNvSpPr/>
            <p:nvPr/>
          </p:nvSpPr>
          <p:spPr>
            <a:xfrm>
              <a:off x="5724692" y="4456297"/>
              <a:ext cx="1887166" cy="2411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44" y="21600"/>
                  </a:moveTo>
                  <a:lnTo>
                    <a:pt x="21600" y="4684"/>
                  </a:lnTo>
                  <a:lnTo>
                    <a:pt x="18725" y="0"/>
                  </a:lnTo>
                  <a:lnTo>
                    <a:pt x="10156" y="0"/>
                  </a:lnTo>
                  <a:lnTo>
                    <a:pt x="0" y="21600"/>
                  </a:lnTo>
                </a:path>
              </a:pathLst>
            </a:custGeom>
            <a:solidFill>
              <a:srgbClr val="A16BDB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  <p:sp>
          <p:nvSpPr>
            <p:cNvPr id="43" name="Shape 27763">
              <a:extLst>
                <a:ext uri="{FF2B5EF4-FFF2-40B4-BE49-F238E27FC236}">
                  <a16:creationId xmlns:a16="http://schemas.microsoft.com/office/drawing/2014/main" id="{21445099-058B-4CBA-A209-DF31FE5A6728}"/>
                </a:ext>
              </a:extLst>
            </p:cNvPr>
            <p:cNvSpPr/>
            <p:nvPr/>
          </p:nvSpPr>
          <p:spPr>
            <a:xfrm>
              <a:off x="6854784" y="4456297"/>
              <a:ext cx="751556" cy="2411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33" y="21600"/>
                  </a:moveTo>
                  <a:lnTo>
                    <a:pt x="21600" y="4684"/>
                  </a:lnTo>
                  <a:lnTo>
                    <a:pt x="14380" y="0"/>
                  </a:lnTo>
                  <a:lnTo>
                    <a:pt x="0" y="21600"/>
                  </a:lnTo>
                </a:path>
              </a:pathLst>
            </a:custGeom>
            <a:solidFill>
              <a:schemeClr val="tx1">
                <a:alpha val="4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1166EF-984D-4A23-B8D4-A9D2947DA8A0}"/>
              </a:ext>
            </a:extLst>
          </p:cNvPr>
          <p:cNvGrpSpPr/>
          <p:nvPr/>
        </p:nvGrpSpPr>
        <p:grpSpPr>
          <a:xfrm>
            <a:off x="7001032" y="4005163"/>
            <a:ext cx="1888289" cy="2861774"/>
            <a:chOff x="7001032" y="4005163"/>
            <a:chExt cx="1888289" cy="2861774"/>
          </a:xfrm>
        </p:grpSpPr>
        <p:sp>
          <p:nvSpPr>
            <p:cNvPr id="44" name="Shape 27767">
              <a:extLst>
                <a:ext uri="{FF2B5EF4-FFF2-40B4-BE49-F238E27FC236}">
                  <a16:creationId xmlns:a16="http://schemas.microsoft.com/office/drawing/2014/main" id="{9B3605E0-A53E-4B54-A1D4-8F50E97EAF14}"/>
                </a:ext>
              </a:extLst>
            </p:cNvPr>
            <p:cNvSpPr/>
            <p:nvPr/>
          </p:nvSpPr>
          <p:spPr>
            <a:xfrm>
              <a:off x="7001032" y="4005163"/>
              <a:ext cx="1887159" cy="2861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47" y="21600"/>
                  </a:moveTo>
                  <a:lnTo>
                    <a:pt x="21600" y="4684"/>
                  </a:lnTo>
                  <a:lnTo>
                    <a:pt x="18725" y="0"/>
                  </a:lnTo>
                  <a:lnTo>
                    <a:pt x="10156" y="0"/>
                  </a:lnTo>
                  <a:lnTo>
                    <a:pt x="0" y="21600"/>
                  </a:lnTo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  <p:sp>
          <p:nvSpPr>
            <p:cNvPr id="45" name="Shape 27768">
              <a:extLst>
                <a:ext uri="{FF2B5EF4-FFF2-40B4-BE49-F238E27FC236}">
                  <a16:creationId xmlns:a16="http://schemas.microsoft.com/office/drawing/2014/main" id="{49B2926D-E4F7-468F-A67F-57FD20A5392B}"/>
                </a:ext>
              </a:extLst>
            </p:cNvPr>
            <p:cNvSpPr/>
            <p:nvPr/>
          </p:nvSpPr>
          <p:spPr>
            <a:xfrm>
              <a:off x="8137771" y="4005163"/>
              <a:ext cx="751550" cy="2861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38" y="21600"/>
                  </a:moveTo>
                  <a:lnTo>
                    <a:pt x="21600" y="4684"/>
                  </a:lnTo>
                  <a:lnTo>
                    <a:pt x="14380" y="0"/>
                  </a:lnTo>
                  <a:lnTo>
                    <a:pt x="0" y="21600"/>
                  </a:lnTo>
                </a:path>
              </a:pathLst>
            </a:custGeom>
            <a:solidFill>
              <a:schemeClr val="tx1">
                <a:alpha val="4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82B174-592B-44B3-9868-F12527527FB0}"/>
              </a:ext>
            </a:extLst>
          </p:cNvPr>
          <p:cNvGrpSpPr/>
          <p:nvPr/>
        </p:nvGrpSpPr>
        <p:grpSpPr>
          <a:xfrm>
            <a:off x="8264075" y="3548244"/>
            <a:ext cx="1888296" cy="3317136"/>
            <a:chOff x="8264075" y="3548244"/>
            <a:chExt cx="1888296" cy="3317136"/>
          </a:xfrm>
        </p:grpSpPr>
        <p:sp>
          <p:nvSpPr>
            <p:cNvPr id="46" name="Shape 27772">
              <a:extLst>
                <a:ext uri="{FF2B5EF4-FFF2-40B4-BE49-F238E27FC236}">
                  <a16:creationId xmlns:a16="http://schemas.microsoft.com/office/drawing/2014/main" id="{2220E512-5551-4450-A897-E6FE578AA149}"/>
                </a:ext>
              </a:extLst>
            </p:cNvPr>
            <p:cNvSpPr/>
            <p:nvPr/>
          </p:nvSpPr>
          <p:spPr>
            <a:xfrm>
              <a:off x="8264075" y="3548244"/>
              <a:ext cx="1887166" cy="3317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24" y="21600"/>
                  </a:moveTo>
                  <a:lnTo>
                    <a:pt x="21600" y="4684"/>
                  </a:lnTo>
                  <a:lnTo>
                    <a:pt x="18725" y="0"/>
                  </a:lnTo>
                  <a:lnTo>
                    <a:pt x="10156" y="0"/>
                  </a:lnTo>
                  <a:lnTo>
                    <a:pt x="0" y="21600"/>
                  </a:ln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  <p:sp>
          <p:nvSpPr>
            <p:cNvPr id="47" name="Shape 27773">
              <a:extLst>
                <a:ext uri="{FF2B5EF4-FFF2-40B4-BE49-F238E27FC236}">
                  <a16:creationId xmlns:a16="http://schemas.microsoft.com/office/drawing/2014/main" id="{032A2A3B-D52C-4184-B66C-C13701118E85}"/>
                </a:ext>
              </a:extLst>
            </p:cNvPr>
            <p:cNvSpPr/>
            <p:nvPr/>
          </p:nvSpPr>
          <p:spPr>
            <a:xfrm>
              <a:off x="9400816" y="3548244"/>
              <a:ext cx="751555" cy="3317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2" y="21600"/>
                  </a:moveTo>
                  <a:lnTo>
                    <a:pt x="21600" y="4684"/>
                  </a:lnTo>
                  <a:lnTo>
                    <a:pt x="14380" y="0"/>
                  </a:lnTo>
                  <a:lnTo>
                    <a:pt x="0" y="21600"/>
                  </a:lnTo>
                </a:path>
              </a:pathLst>
            </a:custGeom>
            <a:solidFill>
              <a:schemeClr val="tx1">
                <a:alpha val="4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BE94B90-7633-4AB6-96E1-B12B14F8A505}"/>
              </a:ext>
            </a:extLst>
          </p:cNvPr>
          <p:cNvGrpSpPr/>
          <p:nvPr/>
        </p:nvGrpSpPr>
        <p:grpSpPr>
          <a:xfrm>
            <a:off x="2042872" y="4340769"/>
            <a:ext cx="1117059" cy="776813"/>
            <a:chOff x="2042872" y="4340769"/>
            <a:chExt cx="1117059" cy="776813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F4B2EA0-3E56-4B32-B9B9-B18C15A1021F}"/>
                </a:ext>
              </a:extLst>
            </p:cNvPr>
            <p:cNvSpPr/>
            <p:nvPr/>
          </p:nvSpPr>
          <p:spPr>
            <a:xfrm>
              <a:off x="2058879" y="4340769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CE68000-7872-4F93-850C-6E99B23F406F}"/>
                </a:ext>
              </a:extLst>
            </p:cNvPr>
            <p:cNvSpPr/>
            <p:nvPr/>
          </p:nvSpPr>
          <p:spPr>
            <a:xfrm>
              <a:off x="2042872" y="4563584"/>
              <a:ext cx="111705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8A0A12-5663-40AD-860F-29446F72FDF2}"/>
              </a:ext>
            </a:extLst>
          </p:cNvPr>
          <p:cNvCxnSpPr/>
          <p:nvPr/>
        </p:nvCxnSpPr>
        <p:spPr>
          <a:xfrm>
            <a:off x="2198665" y="5218583"/>
            <a:ext cx="0" cy="914400"/>
          </a:xfrm>
          <a:prstGeom prst="line">
            <a:avLst/>
          </a:prstGeom>
          <a:ln>
            <a:solidFill>
              <a:srgbClr val="F57F25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2671C566-F0EB-449E-A7D7-7EE392C525BD}"/>
              </a:ext>
            </a:extLst>
          </p:cNvPr>
          <p:cNvCxnSpPr/>
          <p:nvPr/>
        </p:nvCxnSpPr>
        <p:spPr>
          <a:xfrm>
            <a:off x="9155843" y="2633844"/>
            <a:ext cx="0" cy="914400"/>
          </a:xfrm>
          <a:prstGeom prst="line">
            <a:avLst/>
          </a:prstGeom>
          <a:ln>
            <a:solidFill>
              <a:srgbClr val="70AD47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9CF7BAC3-6647-4CB3-9A1F-E7A51025D8EA}"/>
              </a:ext>
            </a:extLst>
          </p:cNvPr>
          <p:cNvCxnSpPr/>
          <p:nvPr/>
        </p:nvCxnSpPr>
        <p:spPr>
          <a:xfrm>
            <a:off x="3254808" y="4901085"/>
            <a:ext cx="0" cy="914400"/>
          </a:xfrm>
          <a:prstGeom prst="line">
            <a:avLst/>
          </a:prstGeom>
          <a:ln>
            <a:solidFill>
              <a:srgbClr val="FFC93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383F1AA5-2DB8-4A77-8FA3-7DBFD395A3DE}"/>
              </a:ext>
            </a:extLst>
          </p:cNvPr>
          <p:cNvCxnSpPr/>
          <p:nvPr/>
        </p:nvCxnSpPr>
        <p:spPr>
          <a:xfrm>
            <a:off x="4255991" y="4585094"/>
            <a:ext cx="0" cy="914400"/>
          </a:xfrm>
          <a:prstGeom prst="line">
            <a:avLst/>
          </a:prstGeom>
          <a:ln>
            <a:solidFill>
              <a:srgbClr val="69B7D5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46772933-8E44-4E69-97AD-F2CAC49CF9CF}"/>
              </a:ext>
            </a:extLst>
          </p:cNvPr>
          <p:cNvCxnSpPr/>
          <p:nvPr/>
        </p:nvCxnSpPr>
        <p:spPr>
          <a:xfrm>
            <a:off x="5383428" y="4044176"/>
            <a:ext cx="0" cy="914400"/>
          </a:xfrm>
          <a:prstGeom prst="line">
            <a:avLst/>
          </a:prstGeom>
          <a:ln>
            <a:solidFill>
              <a:srgbClr val="BD63B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F1DA73AE-20E6-4C83-93F3-796FE7E724DC}"/>
              </a:ext>
            </a:extLst>
          </p:cNvPr>
          <p:cNvCxnSpPr/>
          <p:nvPr/>
        </p:nvCxnSpPr>
        <p:spPr>
          <a:xfrm>
            <a:off x="6608978" y="3548244"/>
            <a:ext cx="0" cy="914400"/>
          </a:xfrm>
          <a:prstGeom prst="line">
            <a:avLst/>
          </a:prstGeom>
          <a:ln>
            <a:solidFill>
              <a:srgbClr val="A16BDB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EA37EEFF-A6A8-4637-94A6-FD38B1B4E85C}"/>
              </a:ext>
            </a:extLst>
          </p:cNvPr>
          <p:cNvCxnSpPr/>
          <p:nvPr/>
        </p:nvCxnSpPr>
        <p:spPr>
          <a:xfrm>
            <a:off x="7893795" y="3091044"/>
            <a:ext cx="0" cy="91440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7D4E890-9ACB-4B13-8853-1E55F46AA055}"/>
              </a:ext>
            </a:extLst>
          </p:cNvPr>
          <p:cNvGrpSpPr/>
          <p:nvPr/>
        </p:nvGrpSpPr>
        <p:grpSpPr>
          <a:xfrm>
            <a:off x="3099992" y="4038346"/>
            <a:ext cx="1117059" cy="776813"/>
            <a:chOff x="3099992" y="4038346"/>
            <a:chExt cx="1117059" cy="776813"/>
          </a:xfrm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AFC450D1-F384-4F71-847E-014774E90F66}"/>
                </a:ext>
              </a:extLst>
            </p:cNvPr>
            <p:cNvSpPr/>
            <p:nvPr/>
          </p:nvSpPr>
          <p:spPr>
            <a:xfrm>
              <a:off x="3115999" y="4038346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28E2173F-6938-4160-981F-62F8602D217C}"/>
                </a:ext>
              </a:extLst>
            </p:cNvPr>
            <p:cNvSpPr/>
            <p:nvPr/>
          </p:nvSpPr>
          <p:spPr>
            <a:xfrm>
              <a:off x="3099992" y="4261161"/>
              <a:ext cx="111705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E9B5B68-401A-437B-9AD4-AC713D3923A0}"/>
              </a:ext>
            </a:extLst>
          </p:cNvPr>
          <p:cNvGrpSpPr/>
          <p:nvPr/>
        </p:nvGrpSpPr>
        <p:grpSpPr>
          <a:xfrm>
            <a:off x="4140248" y="3707022"/>
            <a:ext cx="1117059" cy="776813"/>
            <a:chOff x="4140248" y="3707022"/>
            <a:chExt cx="1117059" cy="776813"/>
          </a:xfrm>
        </p:grpSpPr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7F471E6C-D3F4-41BB-95CA-6B105CBDCED1}"/>
                </a:ext>
              </a:extLst>
            </p:cNvPr>
            <p:cNvSpPr/>
            <p:nvPr/>
          </p:nvSpPr>
          <p:spPr>
            <a:xfrm>
              <a:off x="4156255" y="3707022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3E9D979-23B5-43BA-9394-8C1F03C6DC44}"/>
                </a:ext>
              </a:extLst>
            </p:cNvPr>
            <p:cNvSpPr/>
            <p:nvPr/>
          </p:nvSpPr>
          <p:spPr>
            <a:xfrm>
              <a:off x="4140248" y="3929837"/>
              <a:ext cx="111705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F635EC-8367-4DE8-B911-5BE633B31FDE}"/>
              </a:ext>
            </a:extLst>
          </p:cNvPr>
          <p:cNvGrpSpPr/>
          <p:nvPr/>
        </p:nvGrpSpPr>
        <p:grpSpPr>
          <a:xfrm>
            <a:off x="5257307" y="3191819"/>
            <a:ext cx="1117059" cy="776813"/>
            <a:chOff x="5257307" y="3191819"/>
            <a:chExt cx="1117059" cy="776813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C1E8239D-D747-4011-9BC3-F5485391E9A0}"/>
                </a:ext>
              </a:extLst>
            </p:cNvPr>
            <p:cNvSpPr/>
            <p:nvPr/>
          </p:nvSpPr>
          <p:spPr>
            <a:xfrm>
              <a:off x="5273314" y="3191819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86065A12-52A9-4B7C-8300-98FBC88DA41D}"/>
                </a:ext>
              </a:extLst>
            </p:cNvPr>
            <p:cNvSpPr/>
            <p:nvPr/>
          </p:nvSpPr>
          <p:spPr>
            <a:xfrm>
              <a:off x="5257307" y="3414634"/>
              <a:ext cx="111705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156797-7337-4831-9861-09A88ECFA7FC}"/>
              </a:ext>
            </a:extLst>
          </p:cNvPr>
          <p:cNvGrpSpPr/>
          <p:nvPr/>
        </p:nvGrpSpPr>
        <p:grpSpPr>
          <a:xfrm>
            <a:off x="6488569" y="2709940"/>
            <a:ext cx="1117059" cy="776813"/>
            <a:chOff x="6488569" y="2709940"/>
            <a:chExt cx="1117059" cy="776813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8A1FAFEC-050B-4C08-AF34-A2B0089F4CD8}"/>
                </a:ext>
              </a:extLst>
            </p:cNvPr>
            <p:cNvSpPr/>
            <p:nvPr/>
          </p:nvSpPr>
          <p:spPr>
            <a:xfrm>
              <a:off x="6504576" y="2709940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BD315D61-DD58-4579-8772-48A476D6ECE1}"/>
                </a:ext>
              </a:extLst>
            </p:cNvPr>
            <p:cNvSpPr/>
            <p:nvPr/>
          </p:nvSpPr>
          <p:spPr>
            <a:xfrm>
              <a:off x="6488569" y="2932755"/>
              <a:ext cx="111705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4EE6B7-11A8-450A-8F15-43571945BF5B}"/>
              </a:ext>
            </a:extLst>
          </p:cNvPr>
          <p:cNvGrpSpPr/>
          <p:nvPr/>
        </p:nvGrpSpPr>
        <p:grpSpPr>
          <a:xfrm>
            <a:off x="7782396" y="2246897"/>
            <a:ext cx="1117059" cy="776813"/>
            <a:chOff x="7782396" y="2246897"/>
            <a:chExt cx="1117059" cy="776813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B0A93254-E1AF-43CC-994B-8D2072DD8851}"/>
                </a:ext>
              </a:extLst>
            </p:cNvPr>
            <p:cNvSpPr/>
            <p:nvPr/>
          </p:nvSpPr>
          <p:spPr>
            <a:xfrm>
              <a:off x="7798403" y="2246897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A77A2478-A5CE-4CB8-8509-C7DE0455CFE3}"/>
                </a:ext>
              </a:extLst>
            </p:cNvPr>
            <p:cNvSpPr/>
            <p:nvPr/>
          </p:nvSpPr>
          <p:spPr>
            <a:xfrm>
              <a:off x="7782396" y="2469712"/>
              <a:ext cx="111705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58CFC-75D0-4B41-8829-E4DF0F9BF81E}"/>
              </a:ext>
            </a:extLst>
          </p:cNvPr>
          <p:cNvGrpSpPr/>
          <p:nvPr/>
        </p:nvGrpSpPr>
        <p:grpSpPr>
          <a:xfrm>
            <a:off x="9034182" y="1796638"/>
            <a:ext cx="1117059" cy="776813"/>
            <a:chOff x="9034182" y="1796638"/>
            <a:chExt cx="1117059" cy="776813"/>
          </a:xfrm>
        </p:grpSpPr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5AB557ED-A7A2-4C9C-A417-1A366225375D}"/>
                </a:ext>
              </a:extLst>
            </p:cNvPr>
            <p:cNvSpPr/>
            <p:nvPr/>
          </p:nvSpPr>
          <p:spPr>
            <a:xfrm>
              <a:off x="9050189" y="1796638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BA3A8192-D8EA-4265-8F6F-2327C09881D7}"/>
                </a:ext>
              </a:extLst>
            </p:cNvPr>
            <p:cNvSpPr/>
            <p:nvPr/>
          </p:nvSpPr>
          <p:spPr>
            <a:xfrm>
              <a:off x="9034182" y="2019453"/>
              <a:ext cx="111705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</p:grpSp>
      <p:sp>
        <p:nvSpPr>
          <p:cNvPr id="257" name="Rectangle 256">
            <a:extLst>
              <a:ext uri="{FF2B5EF4-FFF2-40B4-BE49-F238E27FC236}">
                <a16:creationId xmlns:a16="http://schemas.microsoft.com/office/drawing/2014/main" id="{D6285573-C33E-4982-AD1E-DD0AA3CAF6D7}"/>
              </a:ext>
            </a:extLst>
          </p:cNvPr>
          <p:cNvSpPr/>
          <p:nvPr/>
        </p:nvSpPr>
        <p:spPr>
          <a:xfrm>
            <a:off x="2187864" y="5075350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57F25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2F483A2-37DF-44AD-A994-01A9F0B83E3D}"/>
              </a:ext>
            </a:extLst>
          </p:cNvPr>
          <p:cNvSpPr/>
          <p:nvPr/>
        </p:nvSpPr>
        <p:spPr>
          <a:xfrm>
            <a:off x="3249290" y="4758337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C931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606E260-18C2-4AF1-A515-1783D7CDB54B}"/>
              </a:ext>
            </a:extLst>
          </p:cNvPr>
          <p:cNvSpPr/>
          <p:nvPr/>
        </p:nvSpPr>
        <p:spPr>
          <a:xfrm>
            <a:off x="4267839" y="4436608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69B7D5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3B1E5CF-FBD9-425F-B428-CA1ED742D044}"/>
              </a:ext>
            </a:extLst>
          </p:cNvPr>
          <p:cNvSpPr/>
          <p:nvPr/>
        </p:nvSpPr>
        <p:spPr>
          <a:xfrm>
            <a:off x="5383428" y="3902189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BD63B0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3A9F386-3EB4-4D1E-8BEA-1CF89795375C}"/>
              </a:ext>
            </a:extLst>
          </p:cNvPr>
          <p:cNvSpPr/>
          <p:nvPr/>
        </p:nvSpPr>
        <p:spPr>
          <a:xfrm>
            <a:off x="6608561" y="3407372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16BDB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A0845961-979B-4DF0-9FDA-A78DAFC65F13}"/>
              </a:ext>
            </a:extLst>
          </p:cNvPr>
          <p:cNvSpPr/>
          <p:nvPr/>
        </p:nvSpPr>
        <p:spPr>
          <a:xfrm>
            <a:off x="7905643" y="2940424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Roboto" pitchFamily="2" charset="0"/>
                <a:ea typeface="Roboto" pitchFamily="2" charset="0"/>
              </a:rPr>
              <a:t>2025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A775F254-CF68-4960-B66A-EBAD41A86F7D}"/>
              </a:ext>
            </a:extLst>
          </p:cNvPr>
          <p:cNvSpPr/>
          <p:nvPr/>
        </p:nvSpPr>
        <p:spPr>
          <a:xfrm>
            <a:off x="9155842" y="2494401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0AD47"/>
                </a:solidFill>
                <a:latin typeface="Roboto" pitchFamily="2" charset="0"/>
                <a:ea typeface="Roboto" pitchFamily="2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76136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5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500"/>
                            </p:stCondLst>
                            <p:childTnLst>
                              <p:par>
                                <p:cTn id="9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0"/>
      <p:bldP spid="258" grpId="0"/>
      <p:bldP spid="259" grpId="0"/>
      <p:bldP spid="260" grpId="0"/>
      <p:bldP spid="261" grpId="0"/>
      <p:bldP spid="262" grpId="0"/>
      <p:bldP spid="2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A0D5AF9-5C0E-432B-95A9-2AA8742408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4EC61B-BE60-4D39-9479-1B94C301FBE5}"/>
              </a:ext>
            </a:extLst>
          </p:cNvPr>
          <p:cNvGrpSpPr/>
          <p:nvPr/>
        </p:nvGrpSpPr>
        <p:grpSpPr>
          <a:xfrm>
            <a:off x="6454895" y="2486300"/>
            <a:ext cx="1514475" cy="3143250"/>
            <a:chOff x="6454895" y="2486300"/>
            <a:chExt cx="1514475" cy="314325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FB8690F-6CBB-49CF-962F-71D23D716A57}"/>
                </a:ext>
              </a:extLst>
            </p:cNvPr>
            <p:cNvGrpSpPr/>
            <p:nvPr/>
          </p:nvGrpSpPr>
          <p:grpSpPr>
            <a:xfrm>
              <a:off x="6454895" y="2486300"/>
              <a:ext cx="1514475" cy="3143250"/>
              <a:chOff x="6454895" y="2486300"/>
              <a:chExt cx="1514475" cy="314325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848CE05-0315-43E7-BA8E-48532F11AE48}"/>
                  </a:ext>
                </a:extLst>
              </p:cNvPr>
              <p:cNvSpPr/>
              <p:nvPr/>
            </p:nvSpPr>
            <p:spPr>
              <a:xfrm>
                <a:off x="6454895" y="2486300"/>
                <a:ext cx="1514475" cy="3143250"/>
              </a:xfrm>
              <a:custGeom>
                <a:avLst/>
                <a:gdLst>
                  <a:gd name="connsiteX0" fmla="*/ 0 w 1514475"/>
                  <a:gd name="connsiteY0" fmla="*/ 0 h 3143250"/>
                  <a:gd name="connsiteX1" fmla="*/ 1517523 w 1514475"/>
                  <a:gd name="connsiteY1" fmla="*/ 0 h 3143250"/>
                  <a:gd name="connsiteX2" fmla="*/ 1517523 w 1514475"/>
                  <a:gd name="connsiteY2" fmla="*/ 3148298 h 3143250"/>
                  <a:gd name="connsiteX3" fmla="*/ 0 w 1514475"/>
                  <a:gd name="connsiteY3" fmla="*/ 3148298 h 31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475" h="3143250">
                    <a:moveTo>
                      <a:pt x="0" y="0"/>
                    </a:moveTo>
                    <a:lnTo>
                      <a:pt x="1517523" y="0"/>
                    </a:lnTo>
                    <a:lnTo>
                      <a:pt x="1517523" y="3148298"/>
                    </a:lnTo>
                    <a:lnTo>
                      <a:pt x="0" y="31482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8C42C18-DC79-4FD0-B0BE-4050B2F4007D}"/>
                  </a:ext>
                </a:extLst>
              </p:cNvPr>
              <p:cNvSpPr/>
              <p:nvPr/>
            </p:nvSpPr>
            <p:spPr>
              <a:xfrm>
                <a:off x="6529952" y="3296020"/>
                <a:ext cx="1371600" cy="9525"/>
              </a:xfrm>
              <a:custGeom>
                <a:avLst/>
                <a:gdLst>
                  <a:gd name="connsiteX0" fmla="*/ 0 w 1371600"/>
                  <a:gd name="connsiteY0" fmla="*/ 0 h 0"/>
                  <a:gd name="connsiteX1" fmla="*/ 1374362 w 13716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71600">
                    <a:moveTo>
                      <a:pt x="0" y="0"/>
                    </a:moveTo>
                    <a:lnTo>
                      <a:pt x="1374362" y="0"/>
                    </a:lnTo>
                  </a:path>
                </a:pathLst>
              </a:custGeom>
              <a:ln w="28575" cap="flat">
                <a:solidFill>
                  <a:srgbClr val="FFAA0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ED1F181-4D3E-44BE-8EDB-EC603488A9AE}"/>
                  </a:ext>
                </a:extLst>
              </p:cNvPr>
              <p:cNvSpPr/>
              <p:nvPr/>
            </p:nvSpPr>
            <p:spPr>
              <a:xfrm>
                <a:off x="6529952" y="3901143"/>
                <a:ext cx="1371600" cy="295275"/>
              </a:xfrm>
              <a:custGeom>
                <a:avLst/>
                <a:gdLst>
                  <a:gd name="connsiteX0" fmla="*/ 0 w 1371600"/>
                  <a:gd name="connsiteY0" fmla="*/ 0 h 295275"/>
                  <a:gd name="connsiteX1" fmla="*/ 1374267 w 1371600"/>
                  <a:gd name="connsiteY1" fmla="*/ 0 h 295275"/>
                  <a:gd name="connsiteX2" fmla="*/ 1374267 w 1371600"/>
                  <a:gd name="connsiteY2" fmla="*/ 299275 h 295275"/>
                  <a:gd name="connsiteX3" fmla="*/ 0 w 1371600"/>
                  <a:gd name="connsiteY3" fmla="*/ 29927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00" h="295275">
                    <a:moveTo>
                      <a:pt x="0" y="0"/>
                    </a:moveTo>
                    <a:lnTo>
                      <a:pt x="1374267" y="0"/>
                    </a:lnTo>
                    <a:lnTo>
                      <a:pt x="1374267" y="299275"/>
                    </a:lnTo>
                    <a:lnTo>
                      <a:pt x="0" y="299275"/>
                    </a:lnTo>
                    <a:close/>
                  </a:path>
                </a:pathLst>
              </a:custGeom>
              <a:solidFill>
                <a:srgbClr val="FFAA01"/>
              </a:solidFill>
              <a:ln w="9525" cap="flat">
                <a:solidFill>
                  <a:srgbClr val="FFAA0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982751B-FFCB-4412-AA01-A8EC8EC11EA9}"/>
                  </a:ext>
                </a:extLst>
              </p:cNvPr>
              <p:cNvSpPr/>
              <p:nvPr/>
            </p:nvSpPr>
            <p:spPr>
              <a:xfrm>
                <a:off x="6521570" y="4330340"/>
                <a:ext cx="1390650" cy="1228725"/>
              </a:xfrm>
              <a:custGeom>
                <a:avLst/>
                <a:gdLst>
                  <a:gd name="connsiteX0" fmla="*/ 0 w 1390650"/>
                  <a:gd name="connsiteY0" fmla="*/ 0 h 1228725"/>
                  <a:gd name="connsiteX1" fmla="*/ 1391126 w 1390650"/>
                  <a:gd name="connsiteY1" fmla="*/ 0 h 1228725"/>
                  <a:gd name="connsiteX2" fmla="*/ 1391126 w 1390650"/>
                  <a:gd name="connsiteY2" fmla="*/ 1237488 h 1228725"/>
                  <a:gd name="connsiteX3" fmla="*/ 0 w 1390650"/>
                  <a:gd name="connsiteY3" fmla="*/ 1237488 h 1228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0650" h="1228725">
                    <a:moveTo>
                      <a:pt x="0" y="0"/>
                    </a:moveTo>
                    <a:lnTo>
                      <a:pt x="1391126" y="0"/>
                    </a:lnTo>
                    <a:lnTo>
                      <a:pt x="1391126" y="1237488"/>
                    </a:lnTo>
                    <a:lnTo>
                      <a:pt x="0" y="1237488"/>
                    </a:lnTo>
                    <a:close/>
                  </a:path>
                </a:pathLst>
              </a:custGeom>
              <a:solidFill>
                <a:srgbClr val="FFAA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1E694FF8-42DF-4DFA-97BD-8F3AFD82D3DC}"/>
                  </a:ext>
                </a:extLst>
              </p:cNvPr>
              <p:cNvSpPr/>
              <p:nvPr/>
            </p:nvSpPr>
            <p:spPr>
              <a:xfrm>
                <a:off x="6695782" y="2845487"/>
                <a:ext cx="1038225" cy="895350"/>
              </a:xfrm>
              <a:custGeom>
                <a:avLst/>
                <a:gdLst>
                  <a:gd name="connsiteX0" fmla="*/ 782003 w 1038225"/>
                  <a:gd name="connsiteY0" fmla="*/ 0 h 895350"/>
                  <a:gd name="connsiteX1" fmla="*/ 260700 w 1038225"/>
                  <a:gd name="connsiteY1" fmla="*/ 0 h 895350"/>
                  <a:gd name="connsiteX2" fmla="*/ 0 w 1038225"/>
                  <a:gd name="connsiteY2" fmla="*/ 451485 h 895350"/>
                  <a:gd name="connsiteX3" fmla="*/ 260700 w 1038225"/>
                  <a:gd name="connsiteY3" fmla="*/ 902970 h 895350"/>
                  <a:gd name="connsiteX4" fmla="*/ 782003 w 1038225"/>
                  <a:gd name="connsiteY4" fmla="*/ 902970 h 895350"/>
                  <a:gd name="connsiteX5" fmla="*/ 1042702 w 1038225"/>
                  <a:gd name="connsiteY5" fmla="*/ 451485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38225" h="895350">
                    <a:moveTo>
                      <a:pt x="782003" y="0"/>
                    </a:moveTo>
                    <a:lnTo>
                      <a:pt x="260700" y="0"/>
                    </a:lnTo>
                    <a:lnTo>
                      <a:pt x="0" y="451485"/>
                    </a:lnTo>
                    <a:lnTo>
                      <a:pt x="260700" y="902970"/>
                    </a:lnTo>
                    <a:lnTo>
                      <a:pt x="782003" y="902970"/>
                    </a:lnTo>
                    <a:lnTo>
                      <a:pt x="1042702" y="451485"/>
                    </a:lnTo>
                    <a:close/>
                  </a:path>
                </a:pathLst>
              </a:custGeom>
              <a:solidFill>
                <a:srgbClr val="FFAA0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6D5D583-33A4-4280-90B6-29D2743F614C}"/>
                  </a:ext>
                </a:extLst>
              </p:cNvPr>
              <p:cNvSpPr/>
              <p:nvPr/>
            </p:nvSpPr>
            <p:spPr>
              <a:xfrm>
                <a:off x="6868280" y="5024426"/>
                <a:ext cx="695325" cy="371475"/>
              </a:xfrm>
              <a:custGeom>
                <a:avLst/>
                <a:gdLst>
                  <a:gd name="connsiteX0" fmla="*/ 0 w 695325"/>
                  <a:gd name="connsiteY0" fmla="*/ 0 h 371475"/>
                  <a:gd name="connsiteX1" fmla="*/ 697802 w 695325"/>
                  <a:gd name="connsiteY1" fmla="*/ 0 h 371475"/>
                  <a:gd name="connsiteX2" fmla="*/ 697802 w 695325"/>
                  <a:gd name="connsiteY2" fmla="*/ 379762 h 371475"/>
                  <a:gd name="connsiteX3" fmla="*/ 0 w 695325"/>
                  <a:gd name="connsiteY3" fmla="*/ 379762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5325" h="371475">
                    <a:moveTo>
                      <a:pt x="0" y="0"/>
                    </a:moveTo>
                    <a:lnTo>
                      <a:pt x="697802" y="0"/>
                    </a:lnTo>
                    <a:lnTo>
                      <a:pt x="697802" y="379762"/>
                    </a:lnTo>
                    <a:lnTo>
                      <a:pt x="0" y="379762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8AD6232-D670-432C-8A7F-A72E75796F0B}"/>
                  </a:ext>
                </a:extLst>
              </p:cNvPr>
              <p:cNvSpPr/>
              <p:nvPr/>
            </p:nvSpPr>
            <p:spPr>
              <a:xfrm>
                <a:off x="7567510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3285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3285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9837605-8AF0-40AB-A5DB-917AE737424D}"/>
                  </a:ext>
                </a:extLst>
              </p:cNvPr>
              <p:cNvSpPr/>
              <p:nvPr/>
            </p:nvSpPr>
            <p:spPr>
              <a:xfrm>
                <a:off x="6491661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8047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8047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D8FF2E1-ABA7-41A1-906F-77388BDF798E}"/>
                </a:ext>
              </a:extLst>
            </p:cNvPr>
            <p:cNvSpPr/>
            <p:nvPr/>
          </p:nvSpPr>
          <p:spPr>
            <a:xfrm>
              <a:off x="6941426" y="5060580"/>
              <a:ext cx="57579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2022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B02FD70-176E-4D98-BD48-6BB58F690366}"/>
                </a:ext>
              </a:extLst>
            </p:cNvPr>
            <p:cNvSpPr/>
            <p:nvPr/>
          </p:nvSpPr>
          <p:spPr>
            <a:xfrm>
              <a:off x="6712574" y="3923858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0E9B680-E49C-407B-A385-A81A5B788CA0}"/>
                </a:ext>
              </a:extLst>
            </p:cNvPr>
            <p:cNvSpPr/>
            <p:nvPr/>
          </p:nvSpPr>
          <p:spPr>
            <a:xfrm>
              <a:off x="6599982" y="4389936"/>
              <a:ext cx="124282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  <p:pic>
          <p:nvPicPr>
            <p:cNvPr id="120" name="Graphic 119" descr="Circles with arrows">
              <a:extLst>
                <a:ext uri="{FF2B5EF4-FFF2-40B4-BE49-F238E27FC236}">
                  <a16:creationId xmlns:a16="http://schemas.microsoft.com/office/drawing/2014/main" id="{4B746F97-43DD-45B4-9334-0702971FD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28246" y="3016896"/>
              <a:ext cx="567772" cy="56777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B22144-9296-4986-B75F-1F8A83B10D50}"/>
              </a:ext>
            </a:extLst>
          </p:cNvPr>
          <p:cNvGrpSpPr/>
          <p:nvPr/>
        </p:nvGrpSpPr>
        <p:grpSpPr>
          <a:xfrm>
            <a:off x="8687162" y="2486300"/>
            <a:ext cx="1514475" cy="3143250"/>
            <a:chOff x="8687162" y="2486300"/>
            <a:chExt cx="1514475" cy="314325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73DD5E6-0728-4E3D-A314-9D5FAF9F48E2}"/>
                </a:ext>
              </a:extLst>
            </p:cNvPr>
            <p:cNvGrpSpPr/>
            <p:nvPr/>
          </p:nvGrpSpPr>
          <p:grpSpPr>
            <a:xfrm>
              <a:off x="8687162" y="2486300"/>
              <a:ext cx="1514475" cy="3143250"/>
              <a:chOff x="8687162" y="2486300"/>
              <a:chExt cx="1514475" cy="3143250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8107FF0-BCA0-4453-A4F4-583AA5ED889C}"/>
                  </a:ext>
                </a:extLst>
              </p:cNvPr>
              <p:cNvSpPr/>
              <p:nvPr/>
            </p:nvSpPr>
            <p:spPr>
              <a:xfrm>
                <a:off x="8687162" y="2486300"/>
                <a:ext cx="1514475" cy="3143250"/>
              </a:xfrm>
              <a:custGeom>
                <a:avLst/>
                <a:gdLst>
                  <a:gd name="connsiteX0" fmla="*/ 0 w 1514475"/>
                  <a:gd name="connsiteY0" fmla="*/ 0 h 3143250"/>
                  <a:gd name="connsiteX1" fmla="*/ 1517523 w 1514475"/>
                  <a:gd name="connsiteY1" fmla="*/ 0 h 3143250"/>
                  <a:gd name="connsiteX2" fmla="*/ 1517523 w 1514475"/>
                  <a:gd name="connsiteY2" fmla="*/ 3148298 h 3143250"/>
                  <a:gd name="connsiteX3" fmla="*/ 0 w 1514475"/>
                  <a:gd name="connsiteY3" fmla="*/ 3148298 h 31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475" h="3143250">
                    <a:moveTo>
                      <a:pt x="0" y="0"/>
                    </a:moveTo>
                    <a:lnTo>
                      <a:pt x="1517523" y="0"/>
                    </a:lnTo>
                    <a:lnTo>
                      <a:pt x="1517523" y="3148298"/>
                    </a:lnTo>
                    <a:lnTo>
                      <a:pt x="0" y="31482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CD24C06-CA66-4AE2-B499-FED7C87A9088}"/>
                  </a:ext>
                </a:extLst>
              </p:cNvPr>
              <p:cNvSpPr/>
              <p:nvPr/>
            </p:nvSpPr>
            <p:spPr>
              <a:xfrm>
                <a:off x="8749075" y="3296020"/>
                <a:ext cx="1371600" cy="9525"/>
              </a:xfrm>
              <a:custGeom>
                <a:avLst/>
                <a:gdLst>
                  <a:gd name="connsiteX0" fmla="*/ 0 w 1371600"/>
                  <a:gd name="connsiteY0" fmla="*/ 0 h 0"/>
                  <a:gd name="connsiteX1" fmla="*/ 1374267 w 137160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71600">
                    <a:moveTo>
                      <a:pt x="0" y="0"/>
                    </a:moveTo>
                    <a:lnTo>
                      <a:pt x="1374267" y="0"/>
                    </a:lnTo>
                  </a:path>
                </a:pathLst>
              </a:custGeom>
              <a:ln w="28575" cap="flat">
                <a:solidFill>
                  <a:srgbClr val="41414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1BF5829-A2F1-4F3D-977E-BE08D310734E}"/>
                  </a:ext>
                </a:extLst>
              </p:cNvPr>
              <p:cNvSpPr/>
              <p:nvPr/>
            </p:nvSpPr>
            <p:spPr>
              <a:xfrm>
                <a:off x="8749075" y="3901143"/>
                <a:ext cx="1371600" cy="295275"/>
              </a:xfrm>
              <a:custGeom>
                <a:avLst/>
                <a:gdLst>
                  <a:gd name="connsiteX0" fmla="*/ 0 w 1371600"/>
                  <a:gd name="connsiteY0" fmla="*/ 0 h 295275"/>
                  <a:gd name="connsiteX1" fmla="*/ 1374267 w 1371600"/>
                  <a:gd name="connsiteY1" fmla="*/ 0 h 295275"/>
                  <a:gd name="connsiteX2" fmla="*/ 1374267 w 1371600"/>
                  <a:gd name="connsiteY2" fmla="*/ 299275 h 295275"/>
                  <a:gd name="connsiteX3" fmla="*/ 0 w 1371600"/>
                  <a:gd name="connsiteY3" fmla="*/ 29927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00" h="295275">
                    <a:moveTo>
                      <a:pt x="0" y="0"/>
                    </a:moveTo>
                    <a:lnTo>
                      <a:pt x="1374267" y="0"/>
                    </a:lnTo>
                    <a:lnTo>
                      <a:pt x="1374267" y="299275"/>
                    </a:lnTo>
                    <a:lnTo>
                      <a:pt x="0" y="299275"/>
                    </a:lnTo>
                    <a:close/>
                  </a:path>
                </a:pathLst>
              </a:custGeom>
              <a:solidFill>
                <a:srgbClr val="414143"/>
              </a:solidFill>
              <a:ln w="9525" cap="flat">
                <a:solidFill>
                  <a:srgbClr val="41414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03493ACD-5171-4F07-BCC8-2A33ACE4D310}"/>
                  </a:ext>
                </a:extLst>
              </p:cNvPr>
              <p:cNvSpPr/>
              <p:nvPr/>
            </p:nvSpPr>
            <p:spPr>
              <a:xfrm>
                <a:off x="8746503" y="4330340"/>
                <a:ext cx="1390650" cy="1228725"/>
              </a:xfrm>
              <a:custGeom>
                <a:avLst/>
                <a:gdLst>
                  <a:gd name="connsiteX0" fmla="*/ 0 w 1390650"/>
                  <a:gd name="connsiteY0" fmla="*/ 0 h 1228725"/>
                  <a:gd name="connsiteX1" fmla="*/ 1391126 w 1390650"/>
                  <a:gd name="connsiteY1" fmla="*/ 0 h 1228725"/>
                  <a:gd name="connsiteX2" fmla="*/ 1391126 w 1390650"/>
                  <a:gd name="connsiteY2" fmla="*/ 1237488 h 1228725"/>
                  <a:gd name="connsiteX3" fmla="*/ 0 w 1390650"/>
                  <a:gd name="connsiteY3" fmla="*/ 1237488 h 1228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0650" h="1228725">
                    <a:moveTo>
                      <a:pt x="0" y="0"/>
                    </a:moveTo>
                    <a:lnTo>
                      <a:pt x="1391126" y="0"/>
                    </a:lnTo>
                    <a:lnTo>
                      <a:pt x="1391126" y="1237488"/>
                    </a:lnTo>
                    <a:lnTo>
                      <a:pt x="0" y="1237488"/>
                    </a:lnTo>
                    <a:close/>
                  </a:path>
                </a:pathLst>
              </a:custGeom>
              <a:solidFill>
                <a:srgbClr val="4141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50F331D0-774B-4D1F-9568-5A8A54B27F74}"/>
                  </a:ext>
                </a:extLst>
              </p:cNvPr>
              <p:cNvSpPr/>
              <p:nvPr/>
            </p:nvSpPr>
            <p:spPr>
              <a:xfrm>
                <a:off x="8920716" y="2845487"/>
                <a:ext cx="1038225" cy="895350"/>
              </a:xfrm>
              <a:custGeom>
                <a:avLst/>
                <a:gdLst>
                  <a:gd name="connsiteX0" fmla="*/ 782002 w 1038225"/>
                  <a:gd name="connsiteY0" fmla="*/ 0 h 895350"/>
                  <a:gd name="connsiteX1" fmla="*/ 260699 w 1038225"/>
                  <a:gd name="connsiteY1" fmla="*/ 0 h 895350"/>
                  <a:gd name="connsiteX2" fmla="*/ 0 w 1038225"/>
                  <a:gd name="connsiteY2" fmla="*/ 451485 h 895350"/>
                  <a:gd name="connsiteX3" fmla="*/ 260699 w 1038225"/>
                  <a:gd name="connsiteY3" fmla="*/ 902970 h 895350"/>
                  <a:gd name="connsiteX4" fmla="*/ 782002 w 1038225"/>
                  <a:gd name="connsiteY4" fmla="*/ 902970 h 895350"/>
                  <a:gd name="connsiteX5" fmla="*/ 1042702 w 1038225"/>
                  <a:gd name="connsiteY5" fmla="*/ 451485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38225" h="895350">
                    <a:moveTo>
                      <a:pt x="782002" y="0"/>
                    </a:moveTo>
                    <a:lnTo>
                      <a:pt x="260699" y="0"/>
                    </a:lnTo>
                    <a:lnTo>
                      <a:pt x="0" y="451485"/>
                    </a:lnTo>
                    <a:lnTo>
                      <a:pt x="260699" y="902970"/>
                    </a:lnTo>
                    <a:lnTo>
                      <a:pt x="782002" y="902970"/>
                    </a:lnTo>
                    <a:lnTo>
                      <a:pt x="1042702" y="451485"/>
                    </a:lnTo>
                    <a:close/>
                  </a:path>
                </a:pathLst>
              </a:custGeom>
              <a:solidFill>
                <a:srgbClr val="41414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CEBDA44-95DE-42EB-BEC3-2077DD679285}"/>
                  </a:ext>
                </a:extLst>
              </p:cNvPr>
              <p:cNvSpPr/>
              <p:nvPr/>
            </p:nvSpPr>
            <p:spPr>
              <a:xfrm>
                <a:off x="9103976" y="5024426"/>
                <a:ext cx="695325" cy="371475"/>
              </a:xfrm>
              <a:custGeom>
                <a:avLst/>
                <a:gdLst>
                  <a:gd name="connsiteX0" fmla="*/ 0 w 695325"/>
                  <a:gd name="connsiteY0" fmla="*/ 0 h 371475"/>
                  <a:gd name="connsiteX1" fmla="*/ 697802 w 695325"/>
                  <a:gd name="connsiteY1" fmla="*/ 0 h 371475"/>
                  <a:gd name="connsiteX2" fmla="*/ 697802 w 695325"/>
                  <a:gd name="connsiteY2" fmla="*/ 379762 h 371475"/>
                  <a:gd name="connsiteX3" fmla="*/ 0 w 695325"/>
                  <a:gd name="connsiteY3" fmla="*/ 379762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5325" h="371475">
                    <a:moveTo>
                      <a:pt x="0" y="0"/>
                    </a:moveTo>
                    <a:lnTo>
                      <a:pt x="697802" y="0"/>
                    </a:lnTo>
                    <a:lnTo>
                      <a:pt x="697802" y="379762"/>
                    </a:lnTo>
                    <a:lnTo>
                      <a:pt x="0" y="379762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0607614A-A605-45A7-A094-BA1CF437EF26}"/>
                  </a:ext>
                </a:extLst>
              </p:cNvPr>
              <p:cNvSpPr/>
              <p:nvPr/>
            </p:nvSpPr>
            <p:spPr>
              <a:xfrm>
                <a:off x="9802349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3380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338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5EF3967-DF9E-4D6C-BF96-BE5FA0F3D9EE}"/>
                  </a:ext>
                </a:extLst>
              </p:cNvPr>
              <p:cNvSpPr/>
              <p:nvPr/>
            </p:nvSpPr>
            <p:spPr>
              <a:xfrm>
                <a:off x="8726596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8047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8047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1041568-1225-46C6-BA4D-96A7F22D6602}"/>
                </a:ext>
              </a:extLst>
            </p:cNvPr>
            <p:cNvSpPr/>
            <p:nvPr/>
          </p:nvSpPr>
          <p:spPr>
            <a:xfrm>
              <a:off x="9146975" y="5056274"/>
              <a:ext cx="57579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FED2B2-91D6-4D63-B439-BAFFDF95B69F}"/>
                </a:ext>
              </a:extLst>
            </p:cNvPr>
            <p:cNvSpPr/>
            <p:nvPr/>
          </p:nvSpPr>
          <p:spPr>
            <a:xfrm>
              <a:off x="8940921" y="3923858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0D27A31-5072-451E-9F78-8F559492AD05}"/>
                </a:ext>
              </a:extLst>
            </p:cNvPr>
            <p:cNvSpPr/>
            <p:nvPr/>
          </p:nvSpPr>
          <p:spPr>
            <a:xfrm>
              <a:off x="8813464" y="4389936"/>
              <a:ext cx="124282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  <p:pic>
          <p:nvPicPr>
            <p:cNvPr id="121" name="Graphic 120" descr="Lock">
              <a:extLst>
                <a:ext uri="{FF2B5EF4-FFF2-40B4-BE49-F238E27FC236}">
                  <a16:creationId xmlns:a16="http://schemas.microsoft.com/office/drawing/2014/main" id="{C7E1FE03-6BF1-433D-AD47-A55BC4E05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76796" y="3026033"/>
              <a:ext cx="516156" cy="516156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0C270E4-FEE5-4312-B437-AA9B9412FC23}"/>
              </a:ext>
            </a:extLst>
          </p:cNvPr>
          <p:cNvGrpSpPr/>
          <p:nvPr/>
        </p:nvGrpSpPr>
        <p:grpSpPr>
          <a:xfrm>
            <a:off x="4222629" y="2486300"/>
            <a:ext cx="1514475" cy="3143250"/>
            <a:chOff x="4222629" y="2486300"/>
            <a:chExt cx="1514475" cy="314325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C8C79D0-D0B8-4AD7-B846-B1089E66E9B1}"/>
                </a:ext>
              </a:extLst>
            </p:cNvPr>
            <p:cNvGrpSpPr/>
            <p:nvPr/>
          </p:nvGrpSpPr>
          <p:grpSpPr>
            <a:xfrm>
              <a:off x="4222629" y="2486300"/>
              <a:ext cx="1514475" cy="3143250"/>
              <a:chOff x="4409422" y="2486300"/>
              <a:chExt cx="1514475" cy="3143250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4D5E0B0-D69B-4601-A9F7-663149E008CC}"/>
                  </a:ext>
                </a:extLst>
              </p:cNvPr>
              <p:cNvSpPr/>
              <p:nvPr/>
            </p:nvSpPr>
            <p:spPr>
              <a:xfrm>
                <a:off x="4409422" y="2486300"/>
                <a:ext cx="1514475" cy="3143250"/>
              </a:xfrm>
              <a:custGeom>
                <a:avLst/>
                <a:gdLst>
                  <a:gd name="connsiteX0" fmla="*/ 0 w 1514475"/>
                  <a:gd name="connsiteY0" fmla="*/ 0 h 3143250"/>
                  <a:gd name="connsiteX1" fmla="*/ 1517523 w 1514475"/>
                  <a:gd name="connsiteY1" fmla="*/ 0 h 3143250"/>
                  <a:gd name="connsiteX2" fmla="*/ 1517523 w 1514475"/>
                  <a:gd name="connsiteY2" fmla="*/ 3148298 h 3143250"/>
                  <a:gd name="connsiteX3" fmla="*/ 0 w 1514475"/>
                  <a:gd name="connsiteY3" fmla="*/ 3148298 h 31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475" h="3143250">
                    <a:moveTo>
                      <a:pt x="0" y="0"/>
                    </a:moveTo>
                    <a:lnTo>
                      <a:pt x="1517523" y="0"/>
                    </a:lnTo>
                    <a:lnTo>
                      <a:pt x="1517523" y="3148298"/>
                    </a:lnTo>
                    <a:lnTo>
                      <a:pt x="0" y="31482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E5A02F8-8C17-4A72-9E47-E1123E6620E4}"/>
                  </a:ext>
                </a:extLst>
              </p:cNvPr>
              <p:cNvSpPr/>
              <p:nvPr/>
            </p:nvSpPr>
            <p:spPr>
              <a:xfrm>
                <a:off x="4510006" y="3296020"/>
                <a:ext cx="1343025" cy="9525"/>
              </a:xfrm>
              <a:custGeom>
                <a:avLst/>
                <a:gdLst>
                  <a:gd name="connsiteX0" fmla="*/ 0 w 1343025"/>
                  <a:gd name="connsiteY0" fmla="*/ 0 h 0"/>
                  <a:gd name="connsiteX1" fmla="*/ 1345311 w 134302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3025">
                    <a:moveTo>
                      <a:pt x="0" y="0"/>
                    </a:moveTo>
                    <a:lnTo>
                      <a:pt x="1345311" y="0"/>
                    </a:lnTo>
                  </a:path>
                </a:pathLst>
              </a:custGeom>
              <a:ln w="28575" cap="flat">
                <a:solidFill>
                  <a:srgbClr val="F25D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A37D340-70C5-4FC6-8C8B-D07BB0D69E38}"/>
                  </a:ext>
                </a:extLst>
              </p:cNvPr>
              <p:cNvSpPr/>
              <p:nvPr/>
            </p:nvSpPr>
            <p:spPr>
              <a:xfrm>
                <a:off x="4480955" y="3901143"/>
                <a:ext cx="1371600" cy="295275"/>
              </a:xfrm>
              <a:custGeom>
                <a:avLst/>
                <a:gdLst>
                  <a:gd name="connsiteX0" fmla="*/ 0 w 1371600"/>
                  <a:gd name="connsiteY0" fmla="*/ 0 h 295275"/>
                  <a:gd name="connsiteX1" fmla="*/ 1374267 w 1371600"/>
                  <a:gd name="connsiteY1" fmla="*/ 0 h 295275"/>
                  <a:gd name="connsiteX2" fmla="*/ 1374267 w 1371600"/>
                  <a:gd name="connsiteY2" fmla="*/ 299275 h 295275"/>
                  <a:gd name="connsiteX3" fmla="*/ 0 w 1371600"/>
                  <a:gd name="connsiteY3" fmla="*/ 29927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00" h="295275">
                    <a:moveTo>
                      <a:pt x="0" y="0"/>
                    </a:moveTo>
                    <a:lnTo>
                      <a:pt x="1374267" y="0"/>
                    </a:lnTo>
                    <a:lnTo>
                      <a:pt x="1374267" y="299275"/>
                    </a:lnTo>
                    <a:lnTo>
                      <a:pt x="0" y="299275"/>
                    </a:lnTo>
                    <a:close/>
                  </a:path>
                </a:pathLst>
              </a:custGeom>
              <a:solidFill>
                <a:srgbClr val="F25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89D6470-3F52-4172-BF76-5074F32B138E}"/>
                  </a:ext>
                </a:extLst>
              </p:cNvPr>
              <p:cNvSpPr/>
              <p:nvPr/>
            </p:nvSpPr>
            <p:spPr>
              <a:xfrm>
                <a:off x="4472573" y="4330340"/>
                <a:ext cx="1390650" cy="1228725"/>
              </a:xfrm>
              <a:custGeom>
                <a:avLst/>
                <a:gdLst>
                  <a:gd name="connsiteX0" fmla="*/ 0 w 1390650"/>
                  <a:gd name="connsiteY0" fmla="*/ 0 h 1228725"/>
                  <a:gd name="connsiteX1" fmla="*/ 1391126 w 1390650"/>
                  <a:gd name="connsiteY1" fmla="*/ 0 h 1228725"/>
                  <a:gd name="connsiteX2" fmla="*/ 1391126 w 1390650"/>
                  <a:gd name="connsiteY2" fmla="*/ 1237488 h 1228725"/>
                  <a:gd name="connsiteX3" fmla="*/ 0 w 1390650"/>
                  <a:gd name="connsiteY3" fmla="*/ 1237488 h 1228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0650" h="1228725">
                    <a:moveTo>
                      <a:pt x="0" y="0"/>
                    </a:moveTo>
                    <a:lnTo>
                      <a:pt x="1391126" y="0"/>
                    </a:lnTo>
                    <a:lnTo>
                      <a:pt x="1391126" y="1237488"/>
                    </a:lnTo>
                    <a:lnTo>
                      <a:pt x="0" y="1237488"/>
                    </a:lnTo>
                    <a:close/>
                  </a:path>
                </a:pathLst>
              </a:custGeom>
              <a:solidFill>
                <a:srgbClr val="F25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A239C7F-F3B5-4787-A53E-BAE65D45AFC3}"/>
                  </a:ext>
                </a:extLst>
              </p:cNvPr>
              <p:cNvSpPr/>
              <p:nvPr/>
            </p:nvSpPr>
            <p:spPr>
              <a:xfrm>
                <a:off x="4646785" y="2845487"/>
                <a:ext cx="1038225" cy="895350"/>
              </a:xfrm>
              <a:custGeom>
                <a:avLst/>
                <a:gdLst>
                  <a:gd name="connsiteX0" fmla="*/ 782003 w 1038225"/>
                  <a:gd name="connsiteY0" fmla="*/ 0 h 895350"/>
                  <a:gd name="connsiteX1" fmla="*/ 260699 w 1038225"/>
                  <a:gd name="connsiteY1" fmla="*/ 0 h 895350"/>
                  <a:gd name="connsiteX2" fmla="*/ 0 w 1038225"/>
                  <a:gd name="connsiteY2" fmla="*/ 451485 h 895350"/>
                  <a:gd name="connsiteX3" fmla="*/ 260699 w 1038225"/>
                  <a:gd name="connsiteY3" fmla="*/ 902970 h 895350"/>
                  <a:gd name="connsiteX4" fmla="*/ 782003 w 1038225"/>
                  <a:gd name="connsiteY4" fmla="*/ 902970 h 895350"/>
                  <a:gd name="connsiteX5" fmla="*/ 1042702 w 1038225"/>
                  <a:gd name="connsiteY5" fmla="*/ 451485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38225" h="895350">
                    <a:moveTo>
                      <a:pt x="782003" y="0"/>
                    </a:moveTo>
                    <a:lnTo>
                      <a:pt x="260699" y="0"/>
                    </a:lnTo>
                    <a:lnTo>
                      <a:pt x="0" y="451485"/>
                    </a:lnTo>
                    <a:lnTo>
                      <a:pt x="260699" y="902970"/>
                    </a:lnTo>
                    <a:lnTo>
                      <a:pt x="782003" y="902970"/>
                    </a:lnTo>
                    <a:lnTo>
                      <a:pt x="1042702" y="451485"/>
                    </a:lnTo>
                    <a:close/>
                  </a:path>
                </a:pathLst>
              </a:custGeom>
              <a:solidFill>
                <a:srgbClr val="F25D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6E66C04-4B90-4F76-98CB-F04DDFA20018}"/>
                  </a:ext>
                </a:extLst>
              </p:cNvPr>
              <p:cNvSpPr/>
              <p:nvPr/>
            </p:nvSpPr>
            <p:spPr>
              <a:xfrm>
                <a:off x="4819283" y="5024426"/>
                <a:ext cx="695325" cy="371475"/>
              </a:xfrm>
              <a:custGeom>
                <a:avLst/>
                <a:gdLst>
                  <a:gd name="connsiteX0" fmla="*/ 0 w 695325"/>
                  <a:gd name="connsiteY0" fmla="*/ 0 h 371475"/>
                  <a:gd name="connsiteX1" fmla="*/ 697801 w 695325"/>
                  <a:gd name="connsiteY1" fmla="*/ 0 h 371475"/>
                  <a:gd name="connsiteX2" fmla="*/ 697801 w 695325"/>
                  <a:gd name="connsiteY2" fmla="*/ 379762 h 371475"/>
                  <a:gd name="connsiteX3" fmla="*/ 0 w 695325"/>
                  <a:gd name="connsiteY3" fmla="*/ 379762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5325" h="371475">
                    <a:moveTo>
                      <a:pt x="0" y="0"/>
                    </a:moveTo>
                    <a:lnTo>
                      <a:pt x="697801" y="0"/>
                    </a:lnTo>
                    <a:lnTo>
                      <a:pt x="697801" y="379762"/>
                    </a:lnTo>
                    <a:lnTo>
                      <a:pt x="0" y="379762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633AB3E-9CB7-44A8-9750-CACD651C6B23}"/>
                  </a:ext>
                </a:extLst>
              </p:cNvPr>
              <p:cNvSpPr/>
              <p:nvPr/>
            </p:nvSpPr>
            <p:spPr>
              <a:xfrm>
                <a:off x="5519371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3380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338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7113C26-55D0-4FFE-8769-92797C5556F0}"/>
                  </a:ext>
                </a:extLst>
              </p:cNvPr>
              <p:cNvSpPr/>
              <p:nvPr/>
            </p:nvSpPr>
            <p:spPr>
              <a:xfrm>
                <a:off x="4443522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8142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8142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B83CB18-5BE2-4FE2-BD41-04195AC5F963}"/>
                </a:ext>
              </a:extLst>
            </p:cNvPr>
            <p:cNvSpPr/>
            <p:nvPr/>
          </p:nvSpPr>
          <p:spPr>
            <a:xfrm>
              <a:off x="4706824" y="5058212"/>
              <a:ext cx="57579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2021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C714C8D-BD64-4850-9E4F-8AB3FCF64A42}"/>
                </a:ext>
              </a:extLst>
            </p:cNvPr>
            <p:cNvSpPr/>
            <p:nvPr/>
          </p:nvSpPr>
          <p:spPr>
            <a:xfrm>
              <a:off x="4484008" y="3923858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C3895D5-1006-44C8-979C-951481E47730}"/>
                </a:ext>
              </a:extLst>
            </p:cNvPr>
            <p:cNvSpPr/>
            <p:nvPr/>
          </p:nvSpPr>
          <p:spPr>
            <a:xfrm>
              <a:off x="4357693" y="4389936"/>
              <a:ext cx="124282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  <p:pic>
          <p:nvPicPr>
            <p:cNvPr id="122" name="Graphic 121" descr="Cloud Computing">
              <a:extLst>
                <a:ext uri="{FF2B5EF4-FFF2-40B4-BE49-F238E27FC236}">
                  <a16:creationId xmlns:a16="http://schemas.microsoft.com/office/drawing/2014/main" id="{0666E747-C41A-45EB-B5DB-8967433A4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36645" y="3042704"/>
              <a:ext cx="516156" cy="51615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BF2685C-B9B0-402C-A577-27C26AA1638F}"/>
              </a:ext>
            </a:extLst>
          </p:cNvPr>
          <p:cNvGrpSpPr/>
          <p:nvPr/>
        </p:nvGrpSpPr>
        <p:grpSpPr>
          <a:xfrm>
            <a:off x="1990363" y="2486300"/>
            <a:ext cx="1514475" cy="3143250"/>
            <a:chOff x="1990363" y="2486300"/>
            <a:chExt cx="1514475" cy="31432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6E480D3-0557-4B8D-A076-F36E02E3C502}"/>
                </a:ext>
              </a:extLst>
            </p:cNvPr>
            <p:cNvGrpSpPr/>
            <p:nvPr/>
          </p:nvGrpSpPr>
          <p:grpSpPr>
            <a:xfrm>
              <a:off x="1990363" y="2486300"/>
              <a:ext cx="1514475" cy="3143250"/>
              <a:chOff x="1990363" y="2486300"/>
              <a:chExt cx="1514475" cy="3143250"/>
            </a:xfrm>
          </p:grpSpPr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866138E8-BC23-41AE-B1FE-ED1B24DA2A76}"/>
                  </a:ext>
                </a:extLst>
              </p:cNvPr>
              <p:cNvSpPr/>
              <p:nvPr/>
            </p:nvSpPr>
            <p:spPr>
              <a:xfrm>
                <a:off x="1990363" y="2486300"/>
                <a:ext cx="1514475" cy="3143250"/>
              </a:xfrm>
              <a:custGeom>
                <a:avLst/>
                <a:gdLst>
                  <a:gd name="connsiteX0" fmla="*/ 0 w 1514475"/>
                  <a:gd name="connsiteY0" fmla="*/ 0 h 3143250"/>
                  <a:gd name="connsiteX1" fmla="*/ 1517523 w 1514475"/>
                  <a:gd name="connsiteY1" fmla="*/ 0 h 3143250"/>
                  <a:gd name="connsiteX2" fmla="*/ 1517523 w 1514475"/>
                  <a:gd name="connsiteY2" fmla="*/ 3148298 h 3143250"/>
                  <a:gd name="connsiteX3" fmla="*/ 0 w 1514475"/>
                  <a:gd name="connsiteY3" fmla="*/ 3148298 h 31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475" h="3143250">
                    <a:moveTo>
                      <a:pt x="0" y="0"/>
                    </a:moveTo>
                    <a:lnTo>
                      <a:pt x="1517523" y="0"/>
                    </a:lnTo>
                    <a:lnTo>
                      <a:pt x="1517523" y="3148298"/>
                    </a:lnTo>
                    <a:lnTo>
                      <a:pt x="0" y="31482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653F8E06-91BA-44B0-AEF8-581F9BE66D59}"/>
                  </a:ext>
                </a:extLst>
              </p:cNvPr>
              <p:cNvSpPr/>
              <p:nvPr/>
            </p:nvSpPr>
            <p:spPr>
              <a:xfrm>
                <a:off x="2064277" y="3296020"/>
                <a:ext cx="1343025" cy="9525"/>
              </a:xfrm>
              <a:custGeom>
                <a:avLst/>
                <a:gdLst>
                  <a:gd name="connsiteX0" fmla="*/ 0 w 1343025"/>
                  <a:gd name="connsiteY0" fmla="*/ 0 h 0"/>
                  <a:gd name="connsiteX1" fmla="*/ 1351217 w 134302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3025">
                    <a:moveTo>
                      <a:pt x="0" y="0"/>
                    </a:moveTo>
                    <a:lnTo>
                      <a:pt x="1351217" y="0"/>
                    </a:lnTo>
                  </a:path>
                </a:pathLst>
              </a:custGeom>
              <a:ln w="28575" cap="flat">
                <a:solidFill>
                  <a:srgbClr val="E368A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F072C148-D8DC-4969-867F-0D2BD75D547C}"/>
                  </a:ext>
                </a:extLst>
              </p:cNvPr>
              <p:cNvSpPr/>
              <p:nvPr/>
            </p:nvSpPr>
            <p:spPr>
              <a:xfrm>
                <a:off x="2064277" y="3901143"/>
                <a:ext cx="1371600" cy="295275"/>
              </a:xfrm>
              <a:custGeom>
                <a:avLst/>
                <a:gdLst>
                  <a:gd name="connsiteX0" fmla="*/ 0 w 1371600"/>
                  <a:gd name="connsiteY0" fmla="*/ 0 h 295275"/>
                  <a:gd name="connsiteX1" fmla="*/ 1374267 w 1371600"/>
                  <a:gd name="connsiteY1" fmla="*/ 0 h 295275"/>
                  <a:gd name="connsiteX2" fmla="*/ 1374267 w 1371600"/>
                  <a:gd name="connsiteY2" fmla="*/ 299275 h 295275"/>
                  <a:gd name="connsiteX3" fmla="*/ 0 w 1371600"/>
                  <a:gd name="connsiteY3" fmla="*/ 29927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00" h="295275">
                    <a:moveTo>
                      <a:pt x="0" y="0"/>
                    </a:moveTo>
                    <a:lnTo>
                      <a:pt x="1374267" y="0"/>
                    </a:lnTo>
                    <a:lnTo>
                      <a:pt x="1374267" y="299275"/>
                    </a:lnTo>
                    <a:lnTo>
                      <a:pt x="0" y="299275"/>
                    </a:lnTo>
                    <a:close/>
                  </a:path>
                </a:pathLst>
              </a:custGeom>
              <a:solidFill>
                <a:srgbClr val="E368A1"/>
              </a:solidFill>
              <a:ln w="9525" cap="flat">
                <a:solidFill>
                  <a:srgbClr val="E368A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8015C19-EC09-40EA-9960-06C73669E984}"/>
                  </a:ext>
                </a:extLst>
              </p:cNvPr>
              <p:cNvSpPr/>
              <p:nvPr/>
            </p:nvSpPr>
            <p:spPr>
              <a:xfrm>
                <a:off x="2047513" y="4330340"/>
                <a:ext cx="1390650" cy="1228725"/>
              </a:xfrm>
              <a:custGeom>
                <a:avLst/>
                <a:gdLst>
                  <a:gd name="connsiteX0" fmla="*/ 0 w 1390650"/>
                  <a:gd name="connsiteY0" fmla="*/ 0 h 1228725"/>
                  <a:gd name="connsiteX1" fmla="*/ 1391126 w 1390650"/>
                  <a:gd name="connsiteY1" fmla="*/ 0 h 1228725"/>
                  <a:gd name="connsiteX2" fmla="*/ 1391126 w 1390650"/>
                  <a:gd name="connsiteY2" fmla="*/ 1237488 h 1228725"/>
                  <a:gd name="connsiteX3" fmla="*/ 0 w 1390650"/>
                  <a:gd name="connsiteY3" fmla="*/ 1237488 h 1228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0650" h="1228725">
                    <a:moveTo>
                      <a:pt x="0" y="0"/>
                    </a:moveTo>
                    <a:lnTo>
                      <a:pt x="1391126" y="0"/>
                    </a:lnTo>
                    <a:lnTo>
                      <a:pt x="1391126" y="1237488"/>
                    </a:lnTo>
                    <a:lnTo>
                      <a:pt x="0" y="1237488"/>
                    </a:lnTo>
                    <a:close/>
                  </a:path>
                </a:pathLst>
              </a:custGeom>
              <a:solidFill>
                <a:srgbClr val="E368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E43C6730-92EB-4E87-9189-0B15D3429B26}"/>
                  </a:ext>
                </a:extLst>
              </p:cNvPr>
              <p:cNvSpPr/>
              <p:nvPr/>
            </p:nvSpPr>
            <p:spPr>
              <a:xfrm>
                <a:off x="2221725" y="2845487"/>
                <a:ext cx="1038225" cy="895350"/>
              </a:xfrm>
              <a:custGeom>
                <a:avLst/>
                <a:gdLst>
                  <a:gd name="connsiteX0" fmla="*/ 782003 w 1038225"/>
                  <a:gd name="connsiteY0" fmla="*/ 0 h 895350"/>
                  <a:gd name="connsiteX1" fmla="*/ 260604 w 1038225"/>
                  <a:gd name="connsiteY1" fmla="*/ 0 h 895350"/>
                  <a:gd name="connsiteX2" fmla="*/ 0 w 1038225"/>
                  <a:gd name="connsiteY2" fmla="*/ 451485 h 895350"/>
                  <a:gd name="connsiteX3" fmla="*/ 260604 w 1038225"/>
                  <a:gd name="connsiteY3" fmla="*/ 902970 h 895350"/>
                  <a:gd name="connsiteX4" fmla="*/ 782003 w 1038225"/>
                  <a:gd name="connsiteY4" fmla="*/ 902970 h 895350"/>
                  <a:gd name="connsiteX5" fmla="*/ 1042702 w 1038225"/>
                  <a:gd name="connsiteY5" fmla="*/ 451485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38225" h="895350">
                    <a:moveTo>
                      <a:pt x="782003" y="0"/>
                    </a:moveTo>
                    <a:lnTo>
                      <a:pt x="260604" y="0"/>
                    </a:lnTo>
                    <a:lnTo>
                      <a:pt x="0" y="451485"/>
                    </a:lnTo>
                    <a:lnTo>
                      <a:pt x="260604" y="902970"/>
                    </a:lnTo>
                    <a:lnTo>
                      <a:pt x="782003" y="902970"/>
                    </a:lnTo>
                    <a:lnTo>
                      <a:pt x="1042702" y="451485"/>
                    </a:lnTo>
                    <a:close/>
                  </a:path>
                </a:pathLst>
              </a:custGeom>
              <a:solidFill>
                <a:srgbClr val="E368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24F94E6-AFC1-48C2-A33B-357025022E93}"/>
                  </a:ext>
                </a:extLst>
              </p:cNvPr>
              <p:cNvSpPr/>
              <p:nvPr/>
            </p:nvSpPr>
            <p:spPr>
              <a:xfrm>
                <a:off x="3092977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3285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3285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5666249-82E5-43EE-8EBD-F5B68811A3FB}"/>
                  </a:ext>
                </a:extLst>
              </p:cNvPr>
              <p:cNvSpPr/>
              <p:nvPr/>
            </p:nvSpPr>
            <p:spPr>
              <a:xfrm>
                <a:off x="2017128" y="5214260"/>
                <a:ext cx="371475" cy="9525"/>
              </a:xfrm>
              <a:custGeom>
                <a:avLst/>
                <a:gdLst>
                  <a:gd name="connsiteX0" fmla="*/ 0 w 371475"/>
                  <a:gd name="connsiteY0" fmla="*/ 0 h 0"/>
                  <a:gd name="connsiteX1" fmla="*/ 378047 w 37147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475">
                    <a:moveTo>
                      <a:pt x="0" y="0"/>
                    </a:moveTo>
                    <a:lnTo>
                      <a:pt x="378047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3B88529-A794-4F6D-8DEB-41DF233A0012}"/>
                  </a:ext>
                </a:extLst>
              </p:cNvPr>
              <p:cNvSpPr/>
              <p:nvPr/>
            </p:nvSpPr>
            <p:spPr>
              <a:xfrm>
                <a:off x="2395175" y="5024426"/>
                <a:ext cx="695325" cy="371475"/>
              </a:xfrm>
              <a:custGeom>
                <a:avLst/>
                <a:gdLst>
                  <a:gd name="connsiteX0" fmla="*/ 0 w 695325"/>
                  <a:gd name="connsiteY0" fmla="*/ 0 h 371475"/>
                  <a:gd name="connsiteX1" fmla="*/ 697802 w 695325"/>
                  <a:gd name="connsiteY1" fmla="*/ 0 h 371475"/>
                  <a:gd name="connsiteX2" fmla="*/ 697802 w 695325"/>
                  <a:gd name="connsiteY2" fmla="*/ 379762 h 371475"/>
                  <a:gd name="connsiteX3" fmla="*/ 0 w 695325"/>
                  <a:gd name="connsiteY3" fmla="*/ 379762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5325" h="371475">
                    <a:moveTo>
                      <a:pt x="0" y="0"/>
                    </a:moveTo>
                    <a:lnTo>
                      <a:pt x="697802" y="0"/>
                    </a:lnTo>
                    <a:lnTo>
                      <a:pt x="697802" y="379762"/>
                    </a:lnTo>
                    <a:lnTo>
                      <a:pt x="0" y="379762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6971341-D8D6-468E-92BC-23C863855977}"/>
                </a:ext>
              </a:extLst>
            </p:cNvPr>
            <p:cNvSpPr/>
            <p:nvPr/>
          </p:nvSpPr>
          <p:spPr>
            <a:xfrm>
              <a:off x="2445753" y="5056274"/>
              <a:ext cx="57579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6D0DD45-129D-45C0-9A4A-68F0BD530783}"/>
                </a:ext>
              </a:extLst>
            </p:cNvPr>
            <p:cNvSpPr/>
            <p:nvPr/>
          </p:nvSpPr>
          <p:spPr>
            <a:xfrm>
              <a:off x="2221725" y="3923858"/>
              <a:ext cx="1021433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5308E5FE-DCE8-489D-9323-99B9C247EFD6}"/>
                </a:ext>
              </a:extLst>
            </p:cNvPr>
            <p:cNvSpPr/>
            <p:nvPr/>
          </p:nvSpPr>
          <p:spPr>
            <a:xfrm>
              <a:off x="2111030" y="4389936"/>
              <a:ext cx="124282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lorem</a:t>
              </a:r>
            </a:p>
          </p:txBody>
        </p:sp>
        <p:pic>
          <p:nvPicPr>
            <p:cNvPr id="123" name="Graphic 122" descr="Internet">
              <a:extLst>
                <a:ext uri="{FF2B5EF4-FFF2-40B4-BE49-F238E27FC236}">
                  <a16:creationId xmlns:a16="http://schemas.microsoft.com/office/drawing/2014/main" id="{763D26AE-F782-4E0C-9C08-743A867F8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74363" y="3042704"/>
              <a:ext cx="516156" cy="516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528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166E13A-52A4-4027-B50B-8C581B726B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FBC9DC-D23A-4C09-9EDE-1C2380B79598}"/>
              </a:ext>
            </a:extLst>
          </p:cNvPr>
          <p:cNvSpPr/>
          <p:nvPr/>
        </p:nvSpPr>
        <p:spPr>
          <a:xfrm>
            <a:off x="5421080" y="4045892"/>
            <a:ext cx="1327241" cy="1549963"/>
          </a:xfrm>
          <a:custGeom>
            <a:avLst/>
            <a:gdLst>
              <a:gd name="connsiteX0" fmla="*/ 1313900 w 1327240"/>
              <a:gd name="connsiteY0" fmla="*/ 7613 h 1549962"/>
              <a:gd name="connsiteX1" fmla="*/ 1183153 w 1327240"/>
              <a:gd name="connsiteY1" fmla="*/ 346287 h 1549962"/>
              <a:gd name="connsiteX2" fmla="*/ 834343 w 1327240"/>
              <a:gd name="connsiteY2" fmla="*/ 511056 h 1549962"/>
              <a:gd name="connsiteX3" fmla="*/ 809276 w 1327240"/>
              <a:gd name="connsiteY3" fmla="*/ 511670 h 1549962"/>
              <a:gd name="connsiteX4" fmla="*/ 471170 w 1327240"/>
              <a:gd name="connsiteY4" fmla="*/ 380923 h 1549962"/>
              <a:gd name="connsiteX5" fmla="*/ 305810 w 1327240"/>
              <a:gd name="connsiteY5" fmla="*/ 7227 h 1549962"/>
              <a:gd name="connsiteX6" fmla="*/ 305810 w 1327240"/>
              <a:gd name="connsiteY6" fmla="*/ 0 h 1549962"/>
              <a:gd name="connsiteX7" fmla="*/ 26863 w 1327240"/>
              <a:gd name="connsiteY7" fmla="*/ 0 h 1549962"/>
              <a:gd name="connsiteX8" fmla="*/ 26863 w 1327240"/>
              <a:gd name="connsiteY8" fmla="*/ 1481601 h 1549962"/>
              <a:gd name="connsiteX9" fmla="*/ 0 w 1327240"/>
              <a:gd name="connsiteY9" fmla="*/ 1515714 h 1549962"/>
              <a:gd name="connsiteX10" fmla="*/ 35135 w 1327240"/>
              <a:gd name="connsiteY10" fmla="*/ 1550849 h 1549962"/>
              <a:gd name="connsiteX11" fmla="*/ 70271 w 1327240"/>
              <a:gd name="connsiteY11" fmla="*/ 1515714 h 1549962"/>
              <a:gd name="connsiteX12" fmla="*/ 41340 w 1327240"/>
              <a:gd name="connsiteY12" fmla="*/ 1481146 h 1549962"/>
              <a:gd name="connsiteX13" fmla="*/ 41340 w 1327240"/>
              <a:gd name="connsiteY13" fmla="*/ 14431 h 1549962"/>
              <a:gd name="connsiteX14" fmla="*/ 291402 w 1327240"/>
              <a:gd name="connsiteY14" fmla="*/ 14431 h 1549962"/>
              <a:gd name="connsiteX15" fmla="*/ 334060 w 1327240"/>
              <a:gd name="connsiteY15" fmla="*/ 213972 h 1549962"/>
              <a:gd name="connsiteX16" fmla="*/ 461466 w 1327240"/>
              <a:gd name="connsiteY16" fmla="*/ 391604 h 1549962"/>
              <a:gd name="connsiteX17" fmla="*/ 835048 w 1327240"/>
              <a:gd name="connsiteY17" fmla="*/ 525487 h 1549962"/>
              <a:gd name="connsiteX18" fmla="*/ 1193880 w 1327240"/>
              <a:gd name="connsiteY18" fmla="*/ 355992 h 1549962"/>
              <a:gd name="connsiteX19" fmla="*/ 1328377 w 1327240"/>
              <a:gd name="connsiteY19" fmla="*/ 7591 h 1549962"/>
              <a:gd name="connsiteX20" fmla="*/ 1313900 w 1327240"/>
              <a:gd name="connsiteY20" fmla="*/ 7613 h 154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327240" h="1549962">
                <a:moveTo>
                  <a:pt x="1313900" y="7613"/>
                </a:moveTo>
                <a:cubicBezTo>
                  <a:pt x="1313946" y="133042"/>
                  <a:pt x="1267515" y="253312"/>
                  <a:pt x="1183153" y="346287"/>
                </a:cubicBezTo>
                <a:cubicBezTo>
                  <a:pt x="1092701" y="445989"/>
                  <a:pt x="968817" y="504511"/>
                  <a:pt x="834343" y="511056"/>
                </a:cubicBezTo>
                <a:cubicBezTo>
                  <a:pt x="825957" y="511465"/>
                  <a:pt x="817617" y="511670"/>
                  <a:pt x="809276" y="511670"/>
                </a:cubicBezTo>
                <a:cubicBezTo>
                  <a:pt x="683915" y="511670"/>
                  <a:pt x="564668" y="465739"/>
                  <a:pt x="471170" y="380923"/>
                </a:cubicBezTo>
                <a:cubicBezTo>
                  <a:pt x="366014" y="285516"/>
                  <a:pt x="305743" y="149315"/>
                  <a:pt x="305810" y="7227"/>
                </a:cubicBezTo>
                <a:lnTo>
                  <a:pt x="305810" y="0"/>
                </a:lnTo>
                <a:lnTo>
                  <a:pt x="26863" y="0"/>
                </a:lnTo>
                <a:lnTo>
                  <a:pt x="26863" y="1481601"/>
                </a:lnTo>
                <a:cubicBezTo>
                  <a:pt x="11454" y="1485328"/>
                  <a:pt x="0" y="1499169"/>
                  <a:pt x="0" y="1515714"/>
                </a:cubicBezTo>
                <a:cubicBezTo>
                  <a:pt x="0" y="1535122"/>
                  <a:pt x="15727" y="1550849"/>
                  <a:pt x="35135" y="1550849"/>
                </a:cubicBezTo>
                <a:cubicBezTo>
                  <a:pt x="54544" y="1550849"/>
                  <a:pt x="70271" y="1535122"/>
                  <a:pt x="70271" y="1515714"/>
                </a:cubicBezTo>
                <a:cubicBezTo>
                  <a:pt x="70271" y="1498419"/>
                  <a:pt x="57771" y="1484101"/>
                  <a:pt x="41340" y="1481146"/>
                </a:cubicBezTo>
                <a:lnTo>
                  <a:pt x="41340" y="14431"/>
                </a:lnTo>
                <a:lnTo>
                  <a:pt x="291402" y="14431"/>
                </a:lnTo>
                <a:cubicBezTo>
                  <a:pt x="292311" y="83566"/>
                  <a:pt x="306652" y="150655"/>
                  <a:pt x="334060" y="213972"/>
                </a:cubicBezTo>
                <a:cubicBezTo>
                  <a:pt x="363423" y="281789"/>
                  <a:pt x="406286" y="341560"/>
                  <a:pt x="461466" y="391604"/>
                </a:cubicBezTo>
                <a:cubicBezTo>
                  <a:pt x="564032" y="484670"/>
                  <a:pt x="696733" y="532192"/>
                  <a:pt x="835048" y="525487"/>
                </a:cubicBezTo>
                <a:cubicBezTo>
                  <a:pt x="973385" y="518760"/>
                  <a:pt x="1100814" y="458557"/>
                  <a:pt x="1193880" y="355992"/>
                </a:cubicBezTo>
                <a:cubicBezTo>
                  <a:pt x="1280651" y="260357"/>
                  <a:pt x="1328423" y="136633"/>
                  <a:pt x="1328377" y="7591"/>
                </a:cubicBezTo>
                <a:lnTo>
                  <a:pt x="1313900" y="7613"/>
                </a:lnTo>
                <a:close/>
              </a:path>
            </a:pathLst>
          </a:custGeom>
          <a:solidFill>
            <a:srgbClr val="F7974E"/>
          </a:solidFill>
          <a:ln w="2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E16ED1-0FDA-49F7-981C-F8F60B21B1DF}"/>
              </a:ext>
            </a:extLst>
          </p:cNvPr>
          <p:cNvSpPr/>
          <p:nvPr/>
        </p:nvSpPr>
        <p:spPr>
          <a:xfrm>
            <a:off x="6996429" y="2505020"/>
            <a:ext cx="1327241" cy="1549963"/>
          </a:xfrm>
          <a:custGeom>
            <a:avLst/>
            <a:gdLst>
              <a:gd name="connsiteX0" fmla="*/ 1193858 w 1327240"/>
              <a:gd name="connsiteY0" fmla="*/ 1194835 h 1549962"/>
              <a:gd name="connsiteX1" fmla="*/ 835025 w 1327240"/>
              <a:gd name="connsiteY1" fmla="*/ 1025339 h 1549962"/>
              <a:gd name="connsiteX2" fmla="*/ 461444 w 1327240"/>
              <a:gd name="connsiteY2" fmla="*/ 1159222 h 1549962"/>
              <a:gd name="connsiteX3" fmla="*/ 334037 w 1327240"/>
              <a:gd name="connsiteY3" fmla="*/ 1336854 h 1549962"/>
              <a:gd name="connsiteX4" fmla="*/ 291379 w 1327240"/>
              <a:gd name="connsiteY4" fmla="*/ 1536395 h 1549962"/>
              <a:gd name="connsiteX5" fmla="*/ 41340 w 1327240"/>
              <a:gd name="connsiteY5" fmla="*/ 1536395 h 1549962"/>
              <a:gd name="connsiteX6" fmla="*/ 41340 w 1327240"/>
              <a:gd name="connsiteY6" fmla="*/ 69703 h 1549962"/>
              <a:gd name="connsiteX7" fmla="*/ 70271 w 1327240"/>
              <a:gd name="connsiteY7" fmla="*/ 35136 h 1549962"/>
              <a:gd name="connsiteX8" fmla="*/ 35135 w 1327240"/>
              <a:gd name="connsiteY8" fmla="*/ 0 h 1549962"/>
              <a:gd name="connsiteX9" fmla="*/ 0 w 1327240"/>
              <a:gd name="connsiteY9" fmla="*/ 35136 h 1549962"/>
              <a:gd name="connsiteX10" fmla="*/ 26863 w 1327240"/>
              <a:gd name="connsiteY10" fmla="*/ 69248 h 1549962"/>
              <a:gd name="connsiteX11" fmla="*/ 26863 w 1327240"/>
              <a:gd name="connsiteY11" fmla="*/ 1550849 h 1549962"/>
              <a:gd name="connsiteX12" fmla="*/ 305811 w 1327240"/>
              <a:gd name="connsiteY12" fmla="*/ 1550849 h 1549962"/>
              <a:gd name="connsiteX13" fmla="*/ 305811 w 1327240"/>
              <a:gd name="connsiteY13" fmla="*/ 1543622 h 1549962"/>
              <a:gd name="connsiteX14" fmla="*/ 471171 w 1327240"/>
              <a:gd name="connsiteY14" fmla="*/ 1169927 h 1549962"/>
              <a:gd name="connsiteX15" fmla="*/ 834321 w 1327240"/>
              <a:gd name="connsiteY15" fmla="*/ 1039793 h 1549962"/>
              <a:gd name="connsiteX16" fmla="*/ 1183131 w 1327240"/>
              <a:gd name="connsiteY16" fmla="*/ 1204562 h 1549962"/>
              <a:gd name="connsiteX17" fmla="*/ 1313877 w 1327240"/>
              <a:gd name="connsiteY17" fmla="*/ 1543236 h 1549962"/>
              <a:gd name="connsiteX18" fmla="*/ 1328355 w 1327240"/>
              <a:gd name="connsiteY18" fmla="*/ 1543236 h 1549962"/>
              <a:gd name="connsiteX19" fmla="*/ 1193858 w 1327240"/>
              <a:gd name="connsiteY19" fmla="*/ 1194835 h 154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27240" h="1549962">
                <a:moveTo>
                  <a:pt x="1193858" y="1194835"/>
                </a:moveTo>
                <a:cubicBezTo>
                  <a:pt x="1100792" y="1092269"/>
                  <a:pt x="973363" y="1032066"/>
                  <a:pt x="835025" y="1025339"/>
                </a:cubicBezTo>
                <a:cubicBezTo>
                  <a:pt x="696733" y="1018612"/>
                  <a:pt x="564032" y="1066156"/>
                  <a:pt x="461444" y="1159222"/>
                </a:cubicBezTo>
                <a:cubicBezTo>
                  <a:pt x="406263" y="1209267"/>
                  <a:pt x="363400" y="1269038"/>
                  <a:pt x="334037" y="1336854"/>
                </a:cubicBezTo>
                <a:cubicBezTo>
                  <a:pt x="306629" y="1400171"/>
                  <a:pt x="292289" y="1467260"/>
                  <a:pt x="291379" y="1536395"/>
                </a:cubicBezTo>
                <a:lnTo>
                  <a:pt x="41340" y="1536395"/>
                </a:lnTo>
                <a:lnTo>
                  <a:pt x="41340" y="69703"/>
                </a:lnTo>
                <a:cubicBezTo>
                  <a:pt x="57794" y="66771"/>
                  <a:pt x="70271" y="52431"/>
                  <a:pt x="70271" y="35136"/>
                </a:cubicBezTo>
                <a:cubicBezTo>
                  <a:pt x="70271" y="15727"/>
                  <a:pt x="54544" y="0"/>
                  <a:pt x="35135" y="0"/>
                </a:cubicBezTo>
                <a:cubicBezTo>
                  <a:pt x="15727" y="0"/>
                  <a:pt x="0" y="15727"/>
                  <a:pt x="0" y="35136"/>
                </a:cubicBezTo>
                <a:cubicBezTo>
                  <a:pt x="0" y="51681"/>
                  <a:pt x="11454" y="65521"/>
                  <a:pt x="26863" y="69248"/>
                </a:cubicBezTo>
                <a:lnTo>
                  <a:pt x="26863" y="1550849"/>
                </a:lnTo>
                <a:lnTo>
                  <a:pt x="305811" y="1550849"/>
                </a:lnTo>
                <a:lnTo>
                  <a:pt x="305811" y="1543622"/>
                </a:lnTo>
                <a:cubicBezTo>
                  <a:pt x="305743" y="1401535"/>
                  <a:pt x="366014" y="1265333"/>
                  <a:pt x="471171" y="1169927"/>
                </a:cubicBezTo>
                <a:cubicBezTo>
                  <a:pt x="570873" y="1079474"/>
                  <a:pt x="699847" y="1033248"/>
                  <a:pt x="834321" y="1039793"/>
                </a:cubicBezTo>
                <a:cubicBezTo>
                  <a:pt x="968795" y="1046339"/>
                  <a:pt x="1092678" y="1104837"/>
                  <a:pt x="1183131" y="1204562"/>
                </a:cubicBezTo>
                <a:cubicBezTo>
                  <a:pt x="1267470" y="1297537"/>
                  <a:pt x="1313900" y="1417807"/>
                  <a:pt x="1313877" y="1543236"/>
                </a:cubicBezTo>
                <a:lnTo>
                  <a:pt x="1328355" y="1543236"/>
                </a:lnTo>
                <a:cubicBezTo>
                  <a:pt x="1328400" y="1414193"/>
                  <a:pt x="1280628" y="1290469"/>
                  <a:pt x="1193858" y="1194835"/>
                </a:cubicBezTo>
                <a:close/>
              </a:path>
            </a:pathLst>
          </a:custGeom>
          <a:solidFill>
            <a:srgbClr val="69B7D5"/>
          </a:solidFill>
          <a:ln w="2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3340AE-1AA6-4699-B69E-34A22AAA5DEC}"/>
              </a:ext>
            </a:extLst>
          </p:cNvPr>
          <p:cNvSpPr/>
          <p:nvPr/>
        </p:nvSpPr>
        <p:spPr>
          <a:xfrm>
            <a:off x="754510" y="2505020"/>
            <a:ext cx="1327241" cy="1549963"/>
          </a:xfrm>
          <a:custGeom>
            <a:avLst/>
            <a:gdLst>
              <a:gd name="connsiteX0" fmla="*/ 1193858 w 1327240"/>
              <a:gd name="connsiteY0" fmla="*/ 1194835 h 1549962"/>
              <a:gd name="connsiteX1" fmla="*/ 835025 w 1327240"/>
              <a:gd name="connsiteY1" fmla="*/ 1025339 h 1549962"/>
              <a:gd name="connsiteX2" fmla="*/ 461443 w 1327240"/>
              <a:gd name="connsiteY2" fmla="*/ 1159222 h 1549962"/>
              <a:gd name="connsiteX3" fmla="*/ 334037 w 1327240"/>
              <a:gd name="connsiteY3" fmla="*/ 1336854 h 1549962"/>
              <a:gd name="connsiteX4" fmla="*/ 291379 w 1327240"/>
              <a:gd name="connsiteY4" fmla="*/ 1536395 h 1549962"/>
              <a:gd name="connsiteX5" fmla="*/ 41340 w 1327240"/>
              <a:gd name="connsiteY5" fmla="*/ 1536395 h 1549962"/>
              <a:gd name="connsiteX6" fmla="*/ 41340 w 1327240"/>
              <a:gd name="connsiteY6" fmla="*/ 69703 h 1549962"/>
              <a:gd name="connsiteX7" fmla="*/ 70271 w 1327240"/>
              <a:gd name="connsiteY7" fmla="*/ 35136 h 1549962"/>
              <a:gd name="connsiteX8" fmla="*/ 35136 w 1327240"/>
              <a:gd name="connsiteY8" fmla="*/ 0 h 1549962"/>
              <a:gd name="connsiteX9" fmla="*/ 0 w 1327240"/>
              <a:gd name="connsiteY9" fmla="*/ 35136 h 1549962"/>
              <a:gd name="connsiteX10" fmla="*/ 26863 w 1327240"/>
              <a:gd name="connsiteY10" fmla="*/ 69248 h 1549962"/>
              <a:gd name="connsiteX11" fmla="*/ 26863 w 1327240"/>
              <a:gd name="connsiteY11" fmla="*/ 1550849 h 1549962"/>
              <a:gd name="connsiteX12" fmla="*/ 305811 w 1327240"/>
              <a:gd name="connsiteY12" fmla="*/ 1550849 h 1549962"/>
              <a:gd name="connsiteX13" fmla="*/ 305811 w 1327240"/>
              <a:gd name="connsiteY13" fmla="*/ 1543622 h 1549962"/>
              <a:gd name="connsiteX14" fmla="*/ 471171 w 1327240"/>
              <a:gd name="connsiteY14" fmla="*/ 1169927 h 1549962"/>
              <a:gd name="connsiteX15" fmla="*/ 834321 w 1327240"/>
              <a:gd name="connsiteY15" fmla="*/ 1039793 h 1549962"/>
              <a:gd name="connsiteX16" fmla="*/ 1183131 w 1327240"/>
              <a:gd name="connsiteY16" fmla="*/ 1204562 h 1549962"/>
              <a:gd name="connsiteX17" fmla="*/ 1313878 w 1327240"/>
              <a:gd name="connsiteY17" fmla="*/ 1543236 h 1549962"/>
              <a:gd name="connsiteX18" fmla="*/ 1328355 w 1327240"/>
              <a:gd name="connsiteY18" fmla="*/ 1543236 h 1549962"/>
              <a:gd name="connsiteX19" fmla="*/ 1193858 w 1327240"/>
              <a:gd name="connsiteY19" fmla="*/ 1194835 h 154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27240" h="1549962">
                <a:moveTo>
                  <a:pt x="1193858" y="1194835"/>
                </a:moveTo>
                <a:cubicBezTo>
                  <a:pt x="1100792" y="1092269"/>
                  <a:pt x="973363" y="1032066"/>
                  <a:pt x="835025" y="1025339"/>
                </a:cubicBezTo>
                <a:cubicBezTo>
                  <a:pt x="696688" y="1018612"/>
                  <a:pt x="564032" y="1066156"/>
                  <a:pt x="461443" y="1159222"/>
                </a:cubicBezTo>
                <a:cubicBezTo>
                  <a:pt x="406263" y="1209267"/>
                  <a:pt x="363400" y="1269038"/>
                  <a:pt x="334037" y="1336854"/>
                </a:cubicBezTo>
                <a:cubicBezTo>
                  <a:pt x="306629" y="1400171"/>
                  <a:pt x="292288" y="1467260"/>
                  <a:pt x="291379" y="1536395"/>
                </a:cubicBezTo>
                <a:lnTo>
                  <a:pt x="41340" y="1536395"/>
                </a:lnTo>
                <a:lnTo>
                  <a:pt x="41340" y="69703"/>
                </a:lnTo>
                <a:cubicBezTo>
                  <a:pt x="57794" y="66771"/>
                  <a:pt x="70271" y="52431"/>
                  <a:pt x="70271" y="35136"/>
                </a:cubicBezTo>
                <a:cubicBezTo>
                  <a:pt x="70271" y="15727"/>
                  <a:pt x="54544" y="0"/>
                  <a:pt x="35136" y="0"/>
                </a:cubicBezTo>
                <a:cubicBezTo>
                  <a:pt x="15727" y="0"/>
                  <a:pt x="0" y="15727"/>
                  <a:pt x="0" y="35136"/>
                </a:cubicBezTo>
                <a:cubicBezTo>
                  <a:pt x="0" y="51681"/>
                  <a:pt x="11454" y="65521"/>
                  <a:pt x="26863" y="69248"/>
                </a:cubicBezTo>
                <a:lnTo>
                  <a:pt x="26863" y="1550849"/>
                </a:lnTo>
                <a:lnTo>
                  <a:pt x="305811" y="1550849"/>
                </a:lnTo>
                <a:lnTo>
                  <a:pt x="305811" y="1543622"/>
                </a:lnTo>
                <a:cubicBezTo>
                  <a:pt x="305743" y="1401535"/>
                  <a:pt x="366014" y="1265333"/>
                  <a:pt x="471171" y="1169927"/>
                </a:cubicBezTo>
                <a:cubicBezTo>
                  <a:pt x="570873" y="1079474"/>
                  <a:pt x="699847" y="1033248"/>
                  <a:pt x="834321" y="1039793"/>
                </a:cubicBezTo>
                <a:cubicBezTo>
                  <a:pt x="968795" y="1046339"/>
                  <a:pt x="1092678" y="1104837"/>
                  <a:pt x="1183131" y="1204562"/>
                </a:cubicBezTo>
                <a:cubicBezTo>
                  <a:pt x="1267470" y="1297537"/>
                  <a:pt x="1313900" y="1417807"/>
                  <a:pt x="1313878" y="1543236"/>
                </a:cubicBezTo>
                <a:lnTo>
                  <a:pt x="1328355" y="1543236"/>
                </a:lnTo>
                <a:cubicBezTo>
                  <a:pt x="1328400" y="1414193"/>
                  <a:pt x="1280628" y="1290469"/>
                  <a:pt x="1193858" y="1194835"/>
                </a:cubicBezTo>
                <a:close/>
              </a:path>
            </a:pathLst>
          </a:custGeom>
          <a:solidFill>
            <a:srgbClr val="903D85"/>
          </a:solidFill>
          <a:ln w="2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787157E-4CBC-48F0-997A-03E4D7A009C7}"/>
              </a:ext>
            </a:extLst>
          </p:cNvPr>
          <p:cNvSpPr/>
          <p:nvPr/>
        </p:nvSpPr>
        <p:spPr>
          <a:xfrm>
            <a:off x="3875458" y="2505020"/>
            <a:ext cx="1327241" cy="1549963"/>
          </a:xfrm>
          <a:custGeom>
            <a:avLst/>
            <a:gdLst>
              <a:gd name="connsiteX0" fmla="*/ 1193880 w 1327240"/>
              <a:gd name="connsiteY0" fmla="*/ 1194835 h 1549962"/>
              <a:gd name="connsiteX1" fmla="*/ 835048 w 1327240"/>
              <a:gd name="connsiteY1" fmla="*/ 1025339 h 1549962"/>
              <a:gd name="connsiteX2" fmla="*/ 461466 w 1327240"/>
              <a:gd name="connsiteY2" fmla="*/ 1159222 h 1549962"/>
              <a:gd name="connsiteX3" fmla="*/ 334060 w 1327240"/>
              <a:gd name="connsiteY3" fmla="*/ 1336854 h 1549962"/>
              <a:gd name="connsiteX4" fmla="*/ 291402 w 1327240"/>
              <a:gd name="connsiteY4" fmla="*/ 1536395 h 1549962"/>
              <a:gd name="connsiteX5" fmla="*/ 41340 w 1327240"/>
              <a:gd name="connsiteY5" fmla="*/ 1536395 h 1549962"/>
              <a:gd name="connsiteX6" fmla="*/ 41340 w 1327240"/>
              <a:gd name="connsiteY6" fmla="*/ 69703 h 1549962"/>
              <a:gd name="connsiteX7" fmla="*/ 70271 w 1327240"/>
              <a:gd name="connsiteY7" fmla="*/ 35136 h 1549962"/>
              <a:gd name="connsiteX8" fmla="*/ 35135 w 1327240"/>
              <a:gd name="connsiteY8" fmla="*/ 0 h 1549962"/>
              <a:gd name="connsiteX9" fmla="*/ 0 w 1327240"/>
              <a:gd name="connsiteY9" fmla="*/ 35136 h 1549962"/>
              <a:gd name="connsiteX10" fmla="*/ 26863 w 1327240"/>
              <a:gd name="connsiteY10" fmla="*/ 69248 h 1549962"/>
              <a:gd name="connsiteX11" fmla="*/ 26863 w 1327240"/>
              <a:gd name="connsiteY11" fmla="*/ 1550849 h 1549962"/>
              <a:gd name="connsiteX12" fmla="*/ 305811 w 1327240"/>
              <a:gd name="connsiteY12" fmla="*/ 1550849 h 1549962"/>
              <a:gd name="connsiteX13" fmla="*/ 305811 w 1327240"/>
              <a:gd name="connsiteY13" fmla="*/ 1543622 h 1549962"/>
              <a:gd name="connsiteX14" fmla="*/ 471170 w 1327240"/>
              <a:gd name="connsiteY14" fmla="*/ 1169927 h 1549962"/>
              <a:gd name="connsiteX15" fmla="*/ 834321 w 1327240"/>
              <a:gd name="connsiteY15" fmla="*/ 1039793 h 1549962"/>
              <a:gd name="connsiteX16" fmla="*/ 1183131 w 1327240"/>
              <a:gd name="connsiteY16" fmla="*/ 1204562 h 1549962"/>
              <a:gd name="connsiteX17" fmla="*/ 1313878 w 1327240"/>
              <a:gd name="connsiteY17" fmla="*/ 1543236 h 1549962"/>
              <a:gd name="connsiteX18" fmla="*/ 1328355 w 1327240"/>
              <a:gd name="connsiteY18" fmla="*/ 1543236 h 1549962"/>
              <a:gd name="connsiteX19" fmla="*/ 1193880 w 1327240"/>
              <a:gd name="connsiteY19" fmla="*/ 1194835 h 154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27240" h="1549962">
                <a:moveTo>
                  <a:pt x="1193880" y="1194835"/>
                </a:moveTo>
                <a:cubicBezTo>
                  <a:pt x="1100815" y="1092269"/>
                  <a:pt x="973386" y="1032066"/>
                  <a:pt x="835048" y="1025339"/>
                </a:cubicBezTo>
                <a:cubicBezTo>
                  <a:pt x="696733" y="1018612"/>
                  <a:pt x="564055" y="1066156"/>
                  <a:pt x="461466" y="1159222"/>
                </a:cubicBezTo>
                <a:cubicBezTo>
                  <a:pt x="406286" y="1209267"/>
                  <a:pt x="363423" y="1269038"/>
                  <a:pt x="334060" y="1336854"/>
                </a:cubicBezTo>
                <a:cubicBezTo>
                  <a:pt x="306652" y="1400171"/>
                  <a:pt x="292311" y="1467260"/>
                  <a:pt x="291402" y="1536395"/>
                </a:cubicBezTo>
                <a:lnTo>
                  <a:pt x="41340" y="1536395"/>
                </a:lnTo>
                <a:lnTo>
                  <a:pt x="41340" y="69703"/>
                </a:lnTo>
                <a:cubicBezTo>
                  <a:pt x="57794" y="66771"/>
                  <a:pt x="70271" y="52431"/>
                  <a:pt x="70271" y="35136"/>
                </a:cubicBezTo>
                <a:cubicBezTo>
                  <a:pt x="70271" y="15727"/>
                  <a:pt x="54544" y="0"/>
                  <a:pt x="35135" y="0"/>
                </a:cubicBezTo>
                <a:cubicBezTo>
                  <a:pt x="15727" y="0"/>
                  <a:pt x="0" y="15727"/>
                  <a:pt x="0" y="35136"/>
                </a:cubicBezTo>
                <a:cubicBezTo>
                  <a:pt x="0" y="51681"/>
                  <a:pt x="11454" y="65521"/>
                  <a:pt x="26863" y="69248"/>
                </a:cubicBezTo>
                <a:lnTo>
                  <a:pt x="26863" y="1550849"/>
                </a:lnTo>
                <a:lnTo>
                  <a:pt x="305811" y="1550849"/>
                </a:lnTo>
                <a:lnTo>
                  <a:pt x="305811" y="1543622"/>
                </a:lnTo>
                <a:cubicBezTo>
                  <a:pt x="305743" y="1401535"/>
                  <a:pt x="366014" y="1265333"/>
                  <a:pt x="471170" y="1169927"/>
                </a:cubicBezTo>
                <a:cubicBezTo>
                  <a:pt x="570873" y="1079474"/>
                  <a:pt x="699847" y="1033248"/>
                  <a:pt x="834321" y="1039793"/>
                </a:cubicBezTo>
                <a:cubicBezTo>
                  <a:pt x="968795" y="1046339"/>
                  <a:pt x="1092678" y="1104837"/>
                  <a:pt x="1183131" y="1204562"/>
                </a:cubicBezTo>
                <a:cubicBezTo>
                  <a:pt x="1267470" y="1297537"/>
                  <a:pt x="1313900" y="1417807"/>
                  <a:pt x="1313878" y="1543236"/>
                </a:cubicBezTo>
                <a:lnTo>
                  <a:pt x="1328355" y="1543236"/>
                </a:lnTo>
                <a:cubicBezTo>
                  <a:pt x="1328400" y="1414193"/>
                  <a:pt x="1280651" y="1290469"/>
                  <a:pt x="1193880" y="1194835"/>
                </a:cubicBezTo>
                <a:close/>
              </a:path>
            </a:pathLst>
          </a:custGeom>
          <a:solidFill>
            <a:srgbClr val="FFAA01"/>
          </a:solidFill>
          <a:ln w="2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53C9CA2D-F768-4B61-BF86-77F238447A26}"/>
              </a:ext>
            </a:extLst>
          </p:cNvPr>
          <p:cNvSpPr/>
          <p:nvPr/>
        </p:nvSpPr>
        <p:spPr>
          <a:xfrm>
            <a:off x="2300132" y="4045892"/>
            <a:ext cx="1327241" cy="1549963"/>
          </a:xfrm>
          <a:custGeom>
            <a:avLst/>
            <a:gdLst>
              <a:gd name="connsiteX0" fmla="*/ 1313877 w 1327240"/>
              <a:gd name="connsiteY0" fmla="*/ 7613 h 1549962"/>
              <a:gd name="connsiteX1" fmla="*/ 1183131 w 1327240"/>
              <a:gd name="connsiteY1" fmla="*/ 346287 h 1549962"/>
              <a:gd name="connsiteX2" fmla="*/ 834321 w 1327240"/>
              <a:gd name="connsiteY2" fmla="*/ 511056 h 1549962"/>
              <a:gd name="connsiteX3" fmla="*/ 809253 w 1327240"/>
              <a:gd name="connsiteY3" fmla="*/ 511670 h 1549962"/>
              <a:gd name="connsiteX4" fmla="*/ 471148 w 1327240"/>
              <a:gd name="connsiteY4" fmla="*/ 380923 h 1549962"/>
              <a:gd name="connsiteX5" fmla="*/ 305788 w 1327240"/>
              <a:gd name="connsiteY5" fmla="*/ 7227 h 1549962"/>
              <a:gd name="connsiteX6" fmla="*/ 305788 w 1327240"/>
              <a:gd name="connsiteY6" fmla="*/ 0 h 1549962"/>
              <a:gd name="connsiteX7" fmla="*/ 26863 w 1327240"/>
              <a:gd name="connsiteY7" fmla="*/ 0 h 1549962"/>
              <a:gd name="connsiteX8" fmla="*/ 26863 w 1327240"/>
              <a:gd name="connsiteY8" fmla="*/ 1481601 h 1549962"/>
              <a:gd name="connsiteX9" fmla="*/ 0 w 1327240"/>
              <a:gd name="connsiteY9" fmla="*/ 1515714 h 1549962"/>
              <a:gd name="connsiteX10" fmla="*/ 35135 w 1327240"/>
              <a:gd name="connsiteY10" fmla="*/ 1550849 h 1549962"/>
              <a:gd name="connsiteX11" fmla="*/ 70271 w 1327240"/>
              <a:gd name="connsiteY11" fmla="*/ 1515714 h 1549962"/>
              <a:gd name="connsiteX12" fmla="*/ 41340 w 1327240"/>
              <a:gd name="connsiteY12" fmla="*/ 1481146 h 1549962"/>
              <a:gd name="connsiteX13" fmla="*/ 41340 w 1327240"/>
              <a:gd name="connsiteY13" fmla="*/ 14431 h 1549962"/>
              <a:gd name="connsiteX14" fmla="*/ 291379 w 1327240"/>
              <a:gd name="connsiteY14" fmla="*/ 14431 h 1549962"/>
              <a:gd name="connsiteX15" fmla="*/ 334037 w 1327240"/>
              <a:gd name="connsiteY15" fmla="*/ 213972 h 1549962"/>
              <a:gd name="connsiteX16" fmla="*/ 461443 w 1327240"/>
              <a:gd name="connsiteY16" fmla="*/ 391604 h 1549962"/>
              <a:gd name="connsiteX17" fmla="*/ 835025 w 1327240"/>
              <a:gd name="connsiteY17" fmla="*/ 525487 h 1549962"/>
              <a:gd name="connsiteX18" fmla="*/ 1193858 w 1327240"/>
              <a:gd name="connsiteY18" fmla="*/ 355992 h 1549962"/>
              <a:gd name="connsiteX19" fmla="*/ 1328354 w 1327240"/>
              <a:gd name="connsiteY19" fmla="*/ 7591 h 1549962"/>
              <a:gd name="connsiteX20" fmla="*/ 1313877 w 1327240"/>
              <a:gd name="connsiteY20" fmla="*/ 7613 h 154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327240" h="1549962">
                <a:moveTo>
                  <a:pt x="1313877" y="7613"/>
                </a:moveTo>
                <a:cubicBezTo>
                  <a:pt x="1313923" y="133042"/>
                  <a:pt x="1267492" y="253312"/>
                  <a:pt x="1183131" y="346287"/>
                </a:cubicBezTo>
                <a:cubicBezTo>
                  <a:pt x="1092678" y="445989"/>
                  <a:pt x="968795" y="504511"/>
                  <a:pt x="834321" y="511056"/>
                </a:cubicBezTo>
                <a:cubicBezTo>
                  <a:pt x="825935" y="511465"/>
                  <a:pt x="817594" y="511670"/>
                  <a:pt x="809253" y="511670"/>
                </a:cubicBezTo>
                <a:cubicBezTo>
                  <a:pt x="683893" y="511670"/>
                  <a:pt x="564645" y="465739"/>
                  <a:pt x="471148" y="380923"/>
                </a:cubicBezTo>
                <a:cubicBezTo>
                  <a:pt x="365991" y="285516"/>
                  <a:pt x="305720" y="149315"/>
                  <a:pt x="305788" y="7227"/>
                </a:cubicBezTo>
                <a:lnTo>
                  <a:pt x="305788" y="0"/>
                </a:lnTo>
                <a:lnTo>
                  <a:pt x="26863" y="0"/>
                </a:lnTo>
                <a:lnTo>
                  <a:pt x="26863" y="1481601"/>
                </a:lnTo>
                <a:cubicBezTo>
                  <a:pt x="11454" y="1485328"/>
                  <a:pt x="0" y="1499169"/>
                  <a:pt x="0" y="1515714"/>
                </a:cubicBezTo>
                <a:cubicBezTo>
                  <a:pt x="0" y="1535122"/>
                  <a:pt x="15727" y="1550849"/>
                  <a:pt x="35135" y="1550849"/>
                </a:cubicBezTo>
                <a:cubicBezTo>
                  <a:pt x="54544" y="1550849"/>
                  <a:pt x="70271" y="1535122"/>
                  <a:pt x="70271" y="1515714"/>
                </a:cubicBezTo>
                <a:cubicBezTo>
                  <a:pt x="70271" y="1498419"/>
                  <a:pt x="57771" y="1484101"/>
                  <a:pt x="41340" y="1481146"/>
                </a:cubicBezTo>
                <a:lnTo>
                  <a:pt x="41340" y="14431"/>
                </a:lnTo>
                <a:lnTo>
                  <a:pt x="291379" y="14431"/>
                </a:lnTo>
                <a:cubicBezTo>
                  <a:pt x="292288" y="83566"/>
                  <a:pt x="306629" y="150655"/>
                  <a:pt x="334037" y="213972"/>
                </a:cubicBezTo>
                <a:cubicBezTo>
                  <a:pt x="363400" y="281789"/>
                  <a:pt x="406263" y="341560"/>
                  <a:pt x="461443" y="391604"/>
                </a:cubicBezTo>
                <a:cubicBezTo>
                  <a:pt x="564009" y="484670"/>
                  <a:pt x="696665" y="532192"/>
                  <a:pt x="835025" y="525487"/>
                </a:cubicBezTo>
                <a:cubicBezTo>
                  <a:pt x="973363" y="518760"/>
                  <a:pt x="1100792" y="458557"/>
                  <a:pt x="1193858" y="355992"/>
                </a:cubicBezTo>
                <a:cubicBezTo>
                  <a:pt x="1280628" y="260357"/>
                  <a:pt x="1328400" y="136633"/>
                  <a:pt x="1328354" y="7591"/>
                </a:cubicBezTo>
                <a:lnTo>
                  <a:pt x="1313877" y="7613"/>
                </a:lnTo>
                <a:close/>
              </a:path>
            </a:pathLst>
          </a:custGeom>
          <a:solidFill>
            <a:srgbClr val="E368A1"/>
          </a:solidFill>
          <a:ln w="2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C839BB26-75DF-4665-BDFC-A5C7F2C278A6}"/>
              </a:ext>
            </a:extLst>
          </p:cNvPr>
          <p:cNvSpPr/>
          <p:nvPr/>
        </p:nvSpPr>
        <p:spPr>
          <a:xfrm>
            <a:off x="8543643" y="4045892"/>
            <a:ext cx="1327241" cy="1549963"/>
          </a:xfrm>
          <a:custGeom>
            <a:avLst/>
            <a:gdLst>
              <a:gd name="connsiteX0" fmla="*/ 1313900 w 1327240"/>
              <a:gd name="connsiteY0" fmla="*/ 7613 h 1549962"/>
              <a:gd name="connsiteX1" fmla="*/ 1183153 w 1327240"/>
              <a:gd name="connsiteY1" fmla="*/ 346287 h 1549962"/>
              <a:gd name="connsiteX2" fmla="*/ 834343 w 1327240"/>
              <a:gd name="connsiteY2" fmla="*/ 511056 h 1549962"/>
              <a:gd name="connsiteX3" fmla="*/ 809276 w 1327240"/>
              <a:gd name="connsiteY3" fmla="*/ 511670 h 1549962"/>
              <a:gd name="connsiteX4" fmla="*/ 471170 w 1327240"/>
              <a:gd name="connsiteY4" fmla="*/ 380923 h 1549962"/>
              <a:gd name="connsiteX5" fmla="*/ 305810 w 1327240"/>
              <a:gd name="connsiteY5" fmla="*/ 7227 h 1549962"/>
              <a:gd name="connsiteX6" fmla="*/ 305810 w 1327240"/>
              <a:gd name="connsiteY6" fmla="*/ 0 h 1549962"/>
              <a:gd name="connsiteX7" fmla="*/ 26863 w 1327240"/>
              <a:gd name="connsiteY7" fmla="*/ 0 h 1549962"/>
              <a:gd name="connsiteX8" fmla="*/ 26863 w 1327240"/>
              <a:gd name="connsiteY8" fmla="*/ 1481601 h 1549962"/>
              <a:gd name="connsiteX9" fmla="*/ 0 w 1327240"/>
              <a:gd name="connsiteY9" fmla="*/ 1515714 h 1549962"/>
              <a:gd name="connsiteX10" fmla="*/ 35135 w 1327240"/>
              <a:gd name="connsiteY10" fmla="*/ 1550849 h 1549962"/>
              <a:gd name="connsiteX11" fmla="*/ 70271 w 1327240"/>
              <a:gd name="connsiteY11" fmla="*/ 1515714 h 1549962"/>
              <a:gd name="connsiteX12" fmla="*/ 41340 w 1327240"/>
              <a:gd name="connsiteY12" fmla="*/ 1481146 h 1549962"/>
              <a:gd name="connsiteX13" fmla="*/ 41340 w 1327240"/>
              <a:gd name="connsiteY13" fmla="*/ 14431 h 1549962"/>
              <a:gd name="connsiteX14" fmla="*/ 291402 w 1327240"/>
              <a:gd name="connsiteY14" fmla="*/ 14431 h 1549962"/>
              <a:gd name="connsiteX15" fmla="*/ 334060 w 1327240"/>
              <a:gd name="connsiteY15" fmla="*/ 213972 h 1549962"/>
              <a:gd name="connsiteX16" fmla="*/ 461466 w 1327240"/>
              <a:gd name="connsiteY16" fmla="*/ 391604 h 1549962"/>
              <a:gd name="connsiteX17" fmla="*/ 835048 w 1327240"/>
              <a:gd name="connsiteY17" fmla="*/ 525487 h 1549962"/>
              <a:gd name="connsiteX18" fmla="*/ 1193880 w 1327240"/>
              <a:gd name="connsiteY18" fmla="*/ 355992 h 1549962"/>
              <a:gd name="connsiteX19" fmla="*/ 1328377 w 1327240"/>
              <a:gd name="connsiteY19" fmla="*/ 7591 h 1549962"/>
              <a:gd name="connsiteX20" fmla="*/ 1313900 w 1327240"/>
              <a:gd name="connsiteY20" fmla="*/ 7613 h 154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327240" h="1549962">
                <a:moveTo>
                  <a:pt x="1313900" y="7613"/>
                </a:moveTo>
                <a:cubicBezTo>
                  <a:pt x="1313946" y="133042"/>
                  <a:pt x="1267515" y="253312"/>
                  <a:pt x="1183153" y="346287"/>
                </a:cubicBezTo>
                <a:cubicBezTo>
                  <a:pt x="1092701" y="445989"/>
                  <a:pt x="968817" y="504511"/>
                  <a:pt x="834343" y="511056"/>
                </a:cubicBezTo>
                <a:cubicBezTo>
                  <a:pt x="825957" y="511465"/>
                  <a:pt x="817617" y="511670"/>
                  <a:pt x="809276" y="511670"/>
                </a:cubicBezTo>
                <a:cubicBezTo>
                  <a:pt x="683915" y="511670"/>
                  <a:pt x="564668" y="465739"/>
                  <a:pt x="471170" y="380923"/>
                </a:cubicBezTo>
                <a:cubicBezTo>
                  <a:pt x="366014" y="285516"/>
                  <a:pt x="305743" y="149315"/>
                  <a:pt x="305810" y="7227"/>
                </a:cubicBezTo>
                <a:lnTo>
                  <a:pt x="305810" y="0"/>
                </a:lnTo>
                <a:lnTo>
                  <a:pt x="26863" y="0"/>
                </a:lnTo>
                <a:lnTo>
                  <a:pt x="26863" y="1481601"/>
                </a:lnTo>
                <a:cubicBezTo>
                  <a:pt x="11454" y="1485328"/>
                  <a:pt x="0" y="1499169"/>
                  <a:pt x="0" y="1515714"/>
                </a:cubicBezTo>
                <a:cubicBezTo>
                  <a:pt x="0" y="1535122"/>
                  <a:pt x="15727" y="1550849"/>
                  <a:pt x="35135" y="1550849"/>
                </a:cubicBezTo>
                <a:cubicBezTo>
                  <a:pt x="54544" y="1550849"/>
                  <a:pt x="70271" y="1535122"/>
                  <a:pt x="70271" y="1515714"/>
                </a:cubicBezTo>
                <a:cubicBezTo>
                  <a:pt x="70271" y="1498419"/>
                  <a:pt x="57771" y="1484101"/>
                  <a:pt x="41340" y="1481146"/>
                </a:cubicBezTo>
                <a:lnTo>
                  <a:pt x="41340" y="14431"/>
                </a:lnTo>
                <a:lnTo>
                  <a:pt x="291402" y="14431"/>
                </a:lnTo>
                <a:cubicBezTo>
                  <a:pt x="292311" y="83566"/>
                  <a:pt x="306652" y="150655"/>
                  <a:pt x="334060" y="213972"/>
                </a:cubicBezTo>
                <a:cubicBezTo>
                  <a:pt x="363423" y="281789"/>
                  <a:pt x="406286" y="341560"/>
                  <a:pt x="461466" y="391604"/>
                </a:cubicBezTo>
                <a:cubicBezTo>
                  <a:pt x="564032" y="484670"/>
                  <a:pt x="696733" y="532192"/>
                  <a:pt x="835048" y="525487"/>
                </a:cubicBezTo>
                <a:cubicBezTo>
                  <a:pt x="973385" y="518760"/>
                  <a:pt x="1100814" y="458557"/>
                  <a:pt x="1193880" y="355992"/>
                </a:cubicBezTo>
                <a:cubicBezTo>
                  <a:pt x="1280651" y="260357"/>
                  <a:pt x="1328423" y="136633"/>
                  <a:pt x="1328377" y="7591"/>
                </a:cubicBezTo>
                <a:lnTo>
                  <a:pt x="1313900" y="7613"/>
                </a:lnTo>
                <a:close/>
              </a:path>
            </a:pathLst>
          </a:custGeom>
          <a:solidFill>
            <a:srgbClr val="60C9C4"/>
          </a:solidFill>
          <a:ln w="2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8664863-7FE4-4607-86DA-D0EB36F19A61}"/>
              </a:ext>
            </a:extLst>
          </p:cNvPr>
          <p:cNvSpPr/>
          <p:nvPr/>
        </p:nvSpPr>
        <p:spPr>
          <a:xfrm>
            <a:off x="10118992" y="2505020"/>
            <a:ext cx="1327241" cy="1549963"/>
          </a:xfrm>
          <a:custGeom>
            <a:avLst/>
            <a:gdLst>
              <a:gd name="connsiteX0" fmla="*/ 1193858 w 1327240"/>
              <a:gd name="connsiteY0" fmla="*/ 1194835 h 1549962"/>
              <a:gd name="connsiteX1" fmla="*/ 835025 w 1327240"/>
              <a:gd name="connsiteY1" fmla="*/ 1025339 h 1549962"/>
              <a:gd name="connsiteX2" fmla="*/ 461444 w 1327240"/>
              <a:gd name="connsiteY2" fmla="*/ 1159222 h 1549962"/>
              <a:gd name="connsiteX3" fmla="*/ 334037 w 1327240"/>
              <a:gd name="connsiteY3" fmla="*/ 1336854 h 1549962"/>
              <a:gd name="connsiteX4" fmla="*/ 291379 w 1327240"/>
              <a:gd name="connsiteY4" fmla="*/ 1536395 h 1549962"/>
              <a:gd name="connsiteX5" fmla="*/ 41340 w 1327240"/>
              <a:gd name="connsiteY5" fmla="*/ 1536395 h 1549962"/>
              <a:gd name="connsiteX6" fmla="*/ 41340 w 1327240"/>
              <a:gd name="connsiteY6" fmla="*/ 69703 h 1549962"/>
              <a:gd name="connsiteX7" fmla="*/ 70271 w 1327240"/>
              <a:gd name="connsiteY7" fmla="*/ 35136 h 1549962"/>
              <a:gd name="connsiteX8" fmla="*/ 35135 w 1327240"/>
              <a:gd name="connsiteY8" fmla="*/ 0 h 1549962"/>
              <a:gd name="connsiteX9" fmla="*/ 0 w 1327240"/>
              <a:gd name="connsiteY9" fmla="*/ 35136 h 1549962"/>
              <a:gd name="connsiteX10" fmla="*/ 26863 w 1327240"/>
              <a:gd name="connsiteY10" fmla="*/ 69248 h 1549962"/>
              <a:gd name="connsiteX11" fmla="*/ 26863 w 1327240"/>
              <a:gd name="connsiteY11" fmla="*/ 1550849 h 1549962"/>
              <a:gd name="connsiteX12" fmla="*/ 305811 w 1327240"/>
              <a:gd name="connsiteY12" fmla="*/ 1550849 h 1549962"/>
              <a:gd name="connsiteX13" fmla="*/ 305811 w 1327240"/>
              <a:gd name="connsiteY13" fmla="*/ 1543622 h 1549962"/>
              <a:gd name="connsiteX14" fmla="*/ 471171 w 1327240"/>
              <a:gd name="connsiteY14" fmla="*/ 1169927 h 1549962"/>
              <a:gd name="connsiteX15" fmla="*/ 834321 w 1327240"/>
              <a:gd name="connsiteY15" fmla="*/ 1039793 h 1549962"/>
              <a:gd name="connsiteX16" fmla="*/ 1183131 w 1327240"/>
              <a:gd name="connsiteY16" fmla="*/ 1204562 h 1549962"/>
              <a:gd name="connsiteX17" fmla="*/ 1313877 w 1327240"/>
              <a:gd name="connsiteY17" fmla="*/ 1543236 h 1549962"/>
              <a:gd name="connsiteX18" fmla="*/ 1328355 w 1327240"/>
              <a:gd name="connsiteY18" fmla="*/ 1543236 h 1549962"/>
              <a:gd name="connsiteX19" fmla="*/ 1193858 w 1327240"/>
              <a:gd name="connsiteY19" fmla="*/ 1194835 h 1549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27240" h="1549962">
                <a:moveTo>
                  <a:pt x="1193858" y="1194835"/>
                </a:moveTo>
                <a:cubicBezTo>
                  <a:pt x="1100792" y="1092269"/>
                  <a:pt x="973363" y="1032066"/>
                  <a:pt x="835025" y="1025339"/>
                </a:cubicBezTo>
                <a:cubicBezTo>
                  <a:pt x="696733" y="1018612"/>
                  <a:pt x="564032" y="1066156"/>
                  <a:pt x="461444" y="1159222"/>
                </a:cubicBezTo>
                <a:cubicBezTo>
                  <a:pt x="406263" y="1209267"/>
                  <a:pt x="363400" y="1269038"/>
                  <a:pt x="334037" y="1336854"/>
                </a:cubicBezTo>
                <a:cubicBezTo>
                  <a:pt x="306629" y="1400171"/>
                  <a:pt x="292289" y="1467260"/>
                  <a:pt x="291379" y="1536395"/>
                </a:cubicBezTo>
                <a:lnTo>
                  <a:pt x="41340" y="1536395"/>
                </a:lnTo>
                <a:lnTo>
                  <a:pt x="41340" y="69703"/>
                </a:lnTo>
                <a:cubicBezTo>
                  <a:pt x="57794" y="66771"/>
                  <a:pt x="70271" y="52431"/>
                  <a:pt x="70271" y="35136"/>
                </a:cubicBezTo>
                <a:cubicBezTo>
                  <a:pt x="70271" y="15727"/>
                  <a:pt x="54544" y="0"/>
                  <a:pt x="35135" y="0"/>
                </a:cubicBezTo>
                <a:cubicBezTo>
                  <a:pt x="15727" y="0"/>
                  <a:pt x="0" y="15727"/>
                  <a:pt x="0" y="35136"/>
                </a:cubicBezTo>
                <a:cubicBezTo>
                  <a:pt x="0" y="51681"/>
                  <a:pt x="11454" y="65521"/>
                  <a:pt x="26863" y="69248"/>
                </a:cubicBezTo>
                <a:lnTo>
                  <a:pt x="26863" y="1550849"/>
                </a:lnTo>
                <a:lnTo>
                  <a:pt x="305811" y="1550849"/>
                </a:lnTo>
                <a:lnTo>
                  <a:pt x="305811" y="1543622"/>
                </a:lnTo>
                <a:cubicBezTo>
                  <a:pt x="305743" y="1401535"/>
                  <a:pt x="366014" y="1265333"/>
                  <a:pt x="471171" y="1169927"/>
                </a:cubicBezTo>
                <a:cubicBezTo>
                  <a:pt x="570873" y="1079474"/>
                  <a:pt x="699847" y="1033248"/>
                  <a:pt x="834321" y="1039793"/>
                </a:cubicBezTo>
                <a:cubicBezTo>
                  <a:pt x="968795" y="1046339"/>
                  <a:pt x="1092678" y="1104837"/>
                  <a:pt x="1183131" y="1204562"/>
                </a:cubicBezTo>
                <a:cubicBezTo>
                  <a:pt x="1267470" y="1297537"/>
                  <a:pt x="1313900" y="1417807"/>
                  <a:pt x="1313877" y="1543236"/>
                </a:cubicBezTo>
                <a:lnTo>
                  <a:pt x="1328355" y="1543236"/>
                </a:lnTo>
                <a:cubicBezTo>
                  <a:pt x="1328400" y="1414193"/>
                  <a:pt x="1280628" y="1290469"/>
                  <a:pt x="1193858" y="1194835"/>
                </a:cubicBezTo>
                <a:close/>
              </a:path>
            </a:pathLst>
          </a:custGeom>
          <a:solidFill>
            <a:srgbClr val="69787D"/>
          </a:solidFill>
          <a:ln w="22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93BA05-89BC-41B0-9791-4131DA830FA6}"/>
              </a:ext>
            </a:extLst>
          </p:cNvPr>
          <p:cNvGrpSpPr/>
          <p:nvPr/>
        </p:nvGrpSpPr>
        <p:grpSpPr>
          <a:xfrm>
            <a:off x="838351" y="2399893"/>
            <a:ext cx="1692783" cy="822146"/>
            <a:chOff x="838351" y="2399893"/>
            <a:chExt cx="1692783" cy="82214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1364359-D1C7-4374-ADB2-098DBA615F1E}"/>
                </a:ext>
              </a:extLst>
            </p:cNvPr>
            <p:cNvSpPr/>
            <p:nvPr/>
          </p:nvSpPr>
          <p:spPr>
            <a:xfrm>
              <a:off x="838351" y="2399893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2A26AD6-3273-495F-9638-19DD181F08AF}"/>
                </a:ext>
              </a:extLst>
            </p:cNvPr>
            <p:cNvSpPr/>
            <p:nvPr/>
          </p:nvSpPr>
          <p:spPr>
            <a:xfrm>
              <a:off x="838351" y="2668041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6EF067-A614-441A-A974-EC02C7B894B8}"/>
              </a:ext>
            </a:extLst>
          </p:cNvPr>
          <p:cNvGrpSpPr/>
          <p:nvPr/>
        </p:nvGrpSpPr>
        <p:grpSpPr>
          <a:xfrm>
            <a:off x="3981046" y="2399893"/>
            <a:ext cx="1692783" cy="822146"/>
            <a:chOff x="3981046" y="2399893"/>
            <a:chExt cx="1692783" cy="822146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682EAEE-3FB1-4DC6-BC3D-A9E0A6F494EF}"/>
                </a:ext>
              </a:extLst>
            </p:cNvPr>
            <p:cNvSpPr/>
            <p:nvPr/>
          </p:nvSpPr>
          <p:spPr>
            <a:xfrm>
              <a:off x="3981046" y="2399893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AF2CDF5-CA8F-4D14-A1A9-4E989B1E2AE2}"/>
                </a:ext>
              </a:extLst>
            </p:cNvPr>
            <p:cNvSpPr/>
            <p:nvPr/>
          </p:nvSpPr>
          <p:spPr>
            <a:xfrm>
              <a:off x="3981046" y="2668041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C8B964-9BF9-43A0-B7A6-BE9B3F6696B4}"/>
              </a:ext>
            </a:extLst>
          </p:cNvPr>
          <p:cNvGrpSpPr/>
          <p:nvPr/>
        </p:nvGrpSpPr>
        <p:grpSpPr>
          <a:xfrm>
            <a:off x="7094731" y="2399893"/>
            <a:ext cx="1692783" cy="822146"/>
            <a:chOff x="7094731" y="2399893"/>
            <a:chExt cx="1692783" cy="822146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D7119B4-36FB-47AE-BDC3-2D69934C12D9}"/>
                </a:ext>
              </a:extLst>
            </p:cNvPr>
            <p:cNvSpPr/>
            <p:nvPr/>
          </p:nvSpPr>
          <p:spPr>
            <a:xfrm>
              <a:off x="7094731" y="2399893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0789647-C133-4575-A4B4-5DEA4C4CD9BC}"/>
                </a:ext>
              </a:extLst>
            </p:cNvPr>
            <p:cNvSpPr/>
            <p:nvPr/>
          </p:nvSpPr>
          <p:spPr>
            <a:xfrm>
              <a:off x="7094731" y="2668041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EB154C-4044-46FF-9B3B-3BEAF3676884}"/>
              </a:ext>
            </a:extLst>
          </p:cNvPr>
          <p:cNvGrpSpPr/>
          <p:nvPr/>
        </p:nvGrpSpPr>
        <p:grpSpPr>
          <a:xfrm>
            <a:off x="10208416" y="2399893"/>
            <a:ext cx="1692783" cy="822146"/>
            <a:chOff x="10208416" y="2399893"/>
            <a:chExt cx="1692783" cy="822146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8D4E8CD-E06A-40BE-9757-41AC07D0161B}"/>
                </a:ext>
              </a:extLst>
            </p:cNvPr>
            <p:cNvSpPr/>
            <p:nvPr/>
          </p:nvSpPr>
          <p:spPr>
            <a:xfrm>
              <a:off x="10208416" y="2399893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381CB42-4126-447B-B4C8-33A63D789334}"/>
                </a:ext>
              </a:extLst>
            </p:cNvPr>
            <p:cNvSpPr/>
            <p:nvPr/>
          </p:nvSpPr>
          <p:spPr>
            <a:xfrm>
              <a:off x="10208416" y="2668041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1262A8-A0FA-4FEF-BACD-FA01E71B9B57}"/>
              </a:ext>
            </a:extLst>
          </p:cNvPr>
          <p:cNvGrpSpPr/>
          <p:nvPr/>
        </p:nvGrpSpPr>
        <p:grpSpPr>
          <a:xfrm>
            <a:off x="2374311" y="4841306"/>
            <a:ext cx="1692783" cy="822146"/>
            <a:chOff x="2374311" y="4841306"/>
            <a:chExt cx="1692783" cy="82214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C8EE80C-4CA4-45F6-9E6F-1DDDF6BBEDA5}"/>
                </a:ext>
              </a:extLst>
            </p:cNvPr>
            <p:cNvSpPr/>
            <p:nvPr/>
          </p:nvSpPr>
          <p:spPr>
            <a:xfrm>
              <a:off x="2374311" y="4841306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B7D124F-F1C9-4751-94FB-3AC22877BAF1}"/>
                </a:ext>
              </a:extLst>
            </p:cNvPr>
            <p:cNvSpPr/>
            <p:nvPr/>
          </p:nvSpPr>
          <p:spPr>
            <a:xfrm>
              <a:off x="2374311" y="5109454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F13EFE-9CC7-4AE9-A340-6A2A4AD0A253}"/>
              </a:ext>
            </a:extLst>
          </p:cNvPr>
          <p:cNvGrpSpPr/>
          <p:nvPr/>
        </p:nvGrpSpPr>
        <p:grpSpPr>
          <a:xfrm>
            <a:off x="5486362" y="4841306"/>
            <a:ext cx="1692783" cy="822146"/>
            <a:chOff x="5486362" y="4841306"/>
            <a:chExt cx="1692783" cy="822146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51F7124-901D-4881-AEE5-11EFC735F46A}"/>
                </a:ext>
              </a:extLst>
            </p:cNvPr>
            <p:cNvSpPr/>
            <p:nvPr/>
          </p:nvSpPr>
          <p:spPr>
            <a:xfrm>
              <a:off x="5486362" y="4841306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E85493A-92D1-4A15-BF99-A20B8753C1F4}"/>
                </a:ext>
              </a:extLst>
            </p:cNvPr>
            <p:cNvSpPr/>
            <p:nvPr/>
          </p:nvSpPr>
          <p:spPr>
            <a:xfrm>
              <a:off x="5486362" y="5109454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4E680F-E592-43E6-81E4-19BD5C07F730}"/>
              </a:ext>
            </a:extLst>
          </p:cNvPr>
          <p:cNvGrpSpPr/>
          <p:nvPr/>
        </p:nvGrpSpPr>
        <p:grpSpPr>
          <a:xfrm>
            <a:off x="8607291" y="4841306"/>
            <a:ext cx="1692783" cy="822146"/>
            <a:chOff x="8607291" y="4841306"/>
            <a:chExt cx="1692783" cy="82214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027A22E-50DB-41E4-B07E-82262E142BBA}"/>
                </a:ext>
              </a:extLst>
            </p:cNvPr>
            <p:cNvSpPr/>
            <p:nvPr/>
          </p:nvSpPr>
          <p:spPr>
            <a:xfrm>
              <a:off x="8607291" y="4841306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4A3EA6D-C780-4B36-8235-F5E09E37EC3F}"/>
                </a:ext>
              </a:extLst>
            </p:cNvPr>
            <p:cNvSpPr/>
            <p:nvPr/>
          </p:nvSpPr>
          <p:spPr>
            <a:xfrm>
              <a:off x="8607291" y="5109454"/>
              <a:ext cx="16927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F9E2510-0DD8-4E8B-BDA2-B77FD3FF4CA3}"/>
              </a:ext>
            </a:extLst>
          </p:cNvPr>
          <p:cNvGrpSpPr/>
          <p:nvPr/>
        </p:nvGrpSpPr>
        <p:grpSpPr>
          <a:xfrm>
            <a:off x="928393" y="3412297"/>
            <a:ext cx="1270424" cy="1270424"/>
            <a:chOff x="928393" y="3412297"/>
            <a:chExt cx="1270424" cy="127042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976C51-D7BD-4D35-9CCE-C631FAC582FC}"/>
                </a:ext>
              </a:extLst>
            </p:cNvPr>
            <p:cNvSpPr/>
            <p:nvPr/>
          </p:nvSpPr>
          <p:spPr>
            <a:xfrm>
              <a:off x="928393" y="3412297"/>
              <a:ext cx="1270424" cy="1270424"/>
            </a:xfrm>
            <a:custGeom>
              <a:avLst/>
              <a:gdLst>
                <a:gd name="connsiteX0" fmla="*/ 953935 w 1270424"/>
                <a:gd name="connsiteY0" fmla="*/ 317978 h 1270424"/>
                <a:gd name="connsiteX1" fmla="*/ 953935 w 1270424"/>
                <a:gd name="connsiteY1" fmla="*/ 953935 h 1270424"/>
                <a:gd name="connsiteX2" fmla="*/ 317978 w 1270424"/>
                <a:gd name="connsiteY2" fmla="*/ 953935 h 1270424"/>
                <a:gd name="connsiteX3" fmla="*/ 317978 w 1270424"/>
                <a:gd name="connsiteY3" fmla="*/ 317978 h 1270424"/>
                <a:gd name="connsiteX4" fmla="*/ 953935 w 1270424"/>
                <a:gd name="connsiteY4" fmla="*/ 317978 h 127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424" h="1270424">
                  <a:moveTo>
                    <a:pt x="953935" y="317978"/>
                  </a:moveTo>
                  <a:cubicBezTo>
                    <a:pt x="1129550" y="493593"/>
                    <a:pt x="1129550" y="778321"/>
                    <a:pt x="953935" y="953935"/>
                  </a:cubicBezTo>
                  <a:cubicBezTo>
                    <a:pt x="778321" y="1129550"/>
                    <a:pt x="493593" y="1129550"/>
                    <a:pt x="317978" y="953935"/>
                  </a:cubicBezTo>
                  <a:cubicBezTo>
                    <a:pt x="142364" y="778321"/>
                    <a:pt x="142364" y="493593"/>
                    <a:pt x="317978" y="317978"/>
                  </a:cubicBezTo>
                  <a:cubicBezTo>
                    <a:pt x="493593" y="142364"/>
                    <a:pt x="778321" y="142364"/>
                    <a:pt x="953935" y="317978"/>
                  </a:cubicBezTo>
                  <a:close/>
                </a:path>
              </a:pathLst>
            </a:custGeom>
            <a:solidFill>
              <a:srgbClr val="903D85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5B06831-3DB1-4D95-8489-1B60D7FE56A3}"/>
                </a:ext>
              </a:extLst>
            </p:cNvPr>
            <p:cNvSpPr/>
            <p:nvPr/>
          </p:nvSpPr>
          <p:spPr>
            <a:xfrm>
              <a:off x="1232286" y="3876615"/>
              <a:ext cx="65274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9865E1B-0A67-491B-AA46-B9E3D8D5EC9A}"/>
              </a:ext>
            </a:extLst>
          </p:cNvPr>
          <p:cNvGrpSpPr/>
          <p:nvPr/>
        </p:nvGrpSpPr>
        <p:grpSpPr>
          <a:xfrm>
            <a:off x="2474406" y="3412293"/>
            <a:ext cx="1270424" cy="1270424"/>
            <a:chOff x="2474406" y="3412293"/>
            <a:chExt cx="1270424" cy="1270424"/>
          </a:xfrm>
        </p:grpSpPr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270A4612-4B78-44C7-B003-683D91B389C5}"/>
                </a:ext>
              </a:extLst>
            </p:cNvPr>
            <p:cNvSpPr/>
            <p:nvPr/>
          </p:nvSpPr>
          <p:spPr>
            <a:xfrm>
              <a:off x="2474406" y="3412293"/>
              <a:ext cx="1270424" cy="1270424"/>
            </a:xfrm>
            <a:custGeom>
              <a:avLst/>
              <a:gdLst>
                <a:gd name="connsiteX0" fmla="*/ 953935 w 1270424"/>
                <a:gd name="connsiteY0" fmla="*/ 317978 h 1270424"/>
                <a:gd name="connsiteX1" fmla="*/ 953935 w 1270424"/>
                <a:gd name="connsiteY1" fmla="*/ 953935 h 1270424"/>
                <a:gd name="connsiteX2" fmla="*/ 317978 w 1270424"/>
                <a:gd name="connsiteY2" fmla="*/ 953935 h 1270424"/>
                <a:gd name="connsiteX3" fmla="*/ 317978 w 1270424"/>
                <a:gd name="connsiteY3" fmla="*/ 317978 h 1270424"/>
                <a:gd name="connsiteX4" fmla="*/ 953935 w 1270424"/>
                <a:gd name="connsiteY4" fmla="*/ 317978 h 127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424" h="1270424">
                  <a:moveTo>
                    <a:pt x="953935" y="317978"/>
                  </a:moveTo>
                  <a:cubicBezTo>
                    <a:pt x="1129550" y="493593"/>
                    <a:pt x="1129550" y="778321"/>
                    <a:pt x="953935" y="953935"/>
                  </a:cubicBezTo>
                  <a:cubicBezTo>
                    <a:pt x="778321" y="1129550"/>
                    <a:pt x="493593" y="1129550"/>
                    <a:pt x="317978" y="953935"/>
                  </a:cubicBezTo>
                  <a:cubicBezTo>
                    <a:pt x="142364" y="778321"/>
                    <a:pt x="142364" y="493593"/>
                    <a:pt x="317978" y="317978"/>
                  </a:cubicBezTo>
                  <a:cubicBezTo>
                    <a:pt x="493593" y="142364"/>
                    <a:pt x="778321" y="142364"/>
                    <a:pt x="953935" y="317978"/>
                  </a:cubicBezTo>
                  <a:close/>
                </a:path>
              </a:pathLst>
            </a:custGeom>
            <a:solidFill>
              <a:srgbClr val="E368A1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915544D-1378-4542-B6C4-F9D36B52B71A}"/>
                </a:ext>
              </a:extLst>
            </p:cNvPr>
            <p:cNvSpPr/>
            <p:nvPr/>
          </p:nvSpPr>
          <p:spPr>
            <a:xfrm>
              <a:off x="2785039" y="3876615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C53CEE7-FDA7-458E-BAD1-C79E3E594DE4}"/>
              </a:ext>
            </a:extLst>
          </p:cNvPr>
          <p:cNvGrpSpPr/>
          <p:nvPr/>
        </p:nvGrpSpPr>
        <p:grpSpPr>
          <a:xfrm>
            <a:off x="4049338" y="3412319"/>
            <a:ext cx="1270424" cy="1270424"/>
            <a:chOff x="4049338" y="3412319"/>
            <a:chExt cx="1270424" cy="1270424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3B6AB93-74BE-44E2-ACB3-23A8DFDDA0FB}"/>
                </a:ext>
              </a:extLst>
            </p:cNvPr>
            <p:cNvSpPr/>
            <p:nvPr/>
          </p:nvSpPr>
          <p:spPr>
            <a:xfrm>
              <a:off x="4049338" y="3412319"/>
              <a:ext cx="1270424" cy="1270424"/>
            </a:xfrm>
            <a:custGeom>
              <a:avLst/>
              <a:gdLst>
                <a:gd name="connsiteX0" fmla="*/ 953935 w 1270424"/>
                <a:gd name="connsiteY0" fmla="*/ 317978 h 1270424"/>
                <a:gd name="connsiteX1" fmla="*/ 953935 w 1270424"/>
                <a:gd name="connsiteY1" fmla="*/ 953935 h 1270424"/>
                <a:gd name="connsiteX2" fmla="*/ 317978 w 1270424"/>
                <a:gd name="connsiteY2" fmla="*/ 953935 h 1270424"/>
                <a:gd name="connsiteX3" fmla="*/ 317978 w 1270424"/>
                <a:gd name="connsiteY3" fmla="*/ 317978 h 1270424"/>
                <a:gd name="connsiteX4" fmla="*/ 953935 w 1270424"/>
                <a:gd name="connsiteY4" fmla="*/ 317978 h 127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424" h="1270424">
                  <a:moveTo>
                    <a:pt x="953935" y="317978"/>
                  </a:moveTo>
                  <a:cubicBezTo>
                    <a:pt x="1129550" y="493593"/>
                    <a:pt x="1129550" y="778321"/>
                    <a:pt x="953935" y="953935"/>
                  </a:cubicBezTo>
                  <a:cubicBezTo>
                    <a:pt x="778321" y="1129550"/>
                    <a:pt x="493593" y="1129550"/>
                    <a:pt x="317978" y="953935"/>
                  </a:cubicBezTo>
                  <a:cubicBezTo>
                    <a:pt x="142364" y="778321"/>
                    <a:pt x="142364" y="493593"/>
                    <a:pt x="317978" y="317978"/>
                  </a:cubicBezTo>
                  <a:cubicBezTo>
                    <a:pt x="493593" y="142364"/>
                    <a:pt x="778321" y="142364"/>
                    <a:pt x="953935" y="317978"/>
                  </a:cubicBezTo>
                  <a:close/>
                </a:path>
              </a:pathLst>
            </a:custGeom>
            <a:solidFill>
              <a:srgbClr val="FFAA01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6051550-3C54-45D5-A71C-E1FDA7CDD81D}"/>
                </a:ext>
              </a:extLst>
            </p:cNvPr>
            <p:cNvSpPr/>
            <p:nvPr/>
          </p:nvSpPr>
          <p:spPr>
            <a:xfrm>
              <a:off x="4356414" y="3876615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B472098-F9C1-43F1-871F-E213C36D6112}"/>
              </a:ext>
            </a:extLst>
          </p:cNvPr>
          <p:cNvGrpSpPr/>
          <p:nvPr/>
        </p:nvGrpSpPr>
        <p:grpSpPr>
          <a:xfrm>
            <a:off x="5593235" y="3412703"/>
            <a:ext cx="1270424" cy="1270424"/>
            <a:chOff x="5593235" y="3412703"/>
            <a:chExt cx="1270424" cy="127042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A863CB9-646F-4FAC-8C7B-4DD85B3346DF}"/>
                </a:ext>
              </a:extLst>
            </p:cNvPr>
            <p:cNvSpPr/>
            <p:nvPr/>
          </p:nvSpPr>
          <p:spPr>
            <a:xfrm>
              <a:off x="5593235" y="3412703"/>
              <a:ext cx="1270424" cy="1270424"/>
            </a:xfrm>
            <a:custGeom>
              <a:avLst/>
              <a:gdLst>
                <a:gd name="connsiteX0" fmla="*/ 953936 w 1270424"/>
                <a:gd name="connsiteY0" fmla="*/ 317978 h 1270424"/>
                <a:gd name="connsiteX1" fmla="*/ 953935 w 1270424"/>
                <a:gd name="connsiteY1" fmla="*/ 953936 h 1270424"/>
                <a:gd name="connsiteX2" fmla="*/ 317978 w 1270424"/>
                <a:gd name="connsiteY2" fmla="*/ 953936 h 1270424"/>
                <a:gd name="connsiteX3" fmla="*/ 317978 w 1270424"/>
                <a:gd name="connsiteY3" fmla="*/ 317979 h 1270424"/>
                <a:gd name="connsiteX4" fmla="*/ 953936 w 1270424"/>
                <a:gd name="connsiteY4" fmla="*/ 317978 h 127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424" h="1270424">
                  <a:moveTo>
                    <a:pt x="953936" y="317978"/>
                  </a:moveTo>
                  <a:cubicBezTo>
                    <a:pt x="1129550" y="493593"/>
                    <a:pt x="1129550" y="778321"/>
                    <a:pt x="953935" y="953936"/>
                  </a:cubicBezTo>
                  <a:cubicBezTo>
                    <a:pt x="778321" y="1129550"/>
                    <a:pt x="493593" y="1129550"/>
                    <a:pt x="317978" y="953936"/>
                  </a:cubicBezTo>
                  <a:cubicBezTo>
                    <a:pt x="142364" y="778321"/>
                    <a:pt x="142363" y="493594"/>
                    <a:pt x="317978" y="317979"/>
                  </a:cubicBezTo>
                  <a:cubicBezTo>
                    <a:pt x="493593" y="142364"/>
                    <a:pt x="778321" y="142364"/>
                    <a:pt x="953936" y="317978"/>
                  </a:cubicBezTo>
                  <a:close/>
                </a:path>
              </a:pathLst>
            </a:custGeom>
            <a:solidFill>
              <a:srgbClr val="F7974E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E454D41-87FD-415A-B38F-336CEBDE75E2}"/>
                </a:ext>
              </a:extLst>
            </p:cNvPr>
            <p:cNvSpPr/>
            <p:nvPr/>
          </p:nvSpPr>
          <p:spPr>
            <a:xfrm>
              <a:off x="5902075" y="3876615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F1EACDB-55B9-47AB-96EC-0A24E8E1DA2A}"/>
              </a:ext>
            </a:extLst>
          </p:cNvPr>
          <p:cNvGrpSpPr/>
          <p:nvPr/>
        </p:nvGrpSpPr>
        <p:grpSpPr>
          <a:xfrm>
            <a:off x="7170267" y="3412331"/>
            <a:ext cx="1270424" cy="1270424"/>
            <a:chOff x="7170267" y="3412331"/>
            <a:chExt cx="1270424" cy="127042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F7249BC-EBE8-4B1D-A6FB-191601F8F19C}"/>
                </a:ext>
              </a:extLst>
            </p:cNvPr>
            <p:cNvSpPr/>
            <p:nvPr/>
          </p:nvSpPr>
          <p:spPr>
            <a:xfrm>
              <a:off x="7170267" y="3412331"/>
              <a:ext cx="1270424" cy="1270424"/>
            </a:xfrm>
            <a:custGeom>
              <a:avLst/>
              <a:gdLst>
                <a:gd name="connsiteX0" fmla="*/ 953935 w 1270424"/>
                <a:gd name="connsiteY0" fmla="*/ 317978 h 1270424"/>
                <a:gd name="connsiteX1" fmla="*/ 953935 w 1270424"/>
                <a:gd name="connsiteY1" fmla="*/ 953936 h 1270424"/>
                <a:gd name="connsiteX2" fmla="*/ 317978 w 1270424"/>
                <a:gd name="connsiteY2" fmla="*/ 953936 h 1270424"/>
                <a:gd name="connsiteX3" fmla="*/ 317978 w 1270424"/>
                <a:gd name="connsiteY3" fmla="*/ 317979 h 1270424"/>
                <a:gd name="connsiteX4" fmla="*/ 953935 w 1270424"/>
                <a:gd name="connsiteY4" fmla="*/ 317978 h 127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424" h="1270424">
                  <a:moveTo>
                    <a:pt x="953935" y="317978"/>
                  </a:moveTo>
                  <a:cubicBezTo>
                    <a:pt x="1129550" y="493593"/>
                    <a:pt x="1129550" y="778321"/>
                    <a:pt x="953935" y="953936"/>
                  </a:cubicBezTo>
                  <a:cubicBezTo>
                    <a:pt x="778321" y="1129550"/>
                    <a:pt x="493593" y="1129550"/>
                    <a:pt x="317978" y="953936"/>
                  </a:cubicBezTo>
                  <a:cubicBezTo>
                    <a:pt x="142363" y="778321"/>
                    <a:pt x="142363" y="493594"/>
                    <a:pt x="317978" y="317979"/>
                  </a:cubicBezTo>
                  <a:cubicBezTo>
                    <a:pt x="493593" y="142364"/>
                    <a:pt x="778321" y="142364"/>
                    <a:pt x="953935" y="317978"/>
                  </a:cubicBezTo>
                  <a:close/>
                </a:path>
              </a:pathLst>
            </a:custGeom>
            <a:solidFill>
              <a:srgbClr val="69B7D5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B6956E9-B5B8-42E8-99E0-8A6978AFAD17}"/>
                </a:ext>
              </a:extLst>
            </p:cNvPr>
            <p:cNvSpPr/>
            <p:nvPr/>
          </p:nvSpPr>
          <p:spPr>
            <a:xfrm>
              <a:off x="7479588" y="3876615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2024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A14941-D8A3-4B1C-ABDC-A6BE9DB0E297}"/>
              </a:ext>
            </a:extLst>
          </p:cNvPr>
          <p:cNvGrpSpPr/>
          <p:nvPr/>
        </p:nvGrpSpPr>
        <p:grpSpPr>
          <a:xfrm>
            <a:off x="8715798" y="3412703"/>
            <a:ext cx="1270424" cy="1270424"/>
            <a:chOff x="8715798" y="3412703"/>
            <a:chExt cx="1270424" cy="1270424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D168F9B-67C0-44EE-8F25-4A365CA075A5}"/>
                </a:ext>
              </a:extLst>
            </p:cNvPr>
            <p:cNvSpPr/>
            <p:nvPr/>
          </p:nvSpPr>
          <p:spPr>
            <a:xfrm>
              <a:off x="8715798" y="3412703"/>
              <a:ext cx="1270424" cy="1270424"/>
            </a:xfrm>
            <a:custGeom>
              <a:avLst/>
              <a:gdLst>
                <a:gd name="connsiteX0" fmla="*/ 953936 w 1270424"/>
                <a:gd name="connsiteY0" fmla="*/ 317978 h 1270424"/>
                <a:gd name="connsiteX1" fmla="*/ 953935 w 1270424"/>
                <a:gd name="connsiteY1" fmla="*/ 953936 h 1270424"/>
                <a:gd name="connsiteX2" fmla="*/ 317978 w 1270424"/>
                <a:gd name="connsiteY2" fmla="*/ 953936 h 1270424"/>
                <a:gd name="connsiteX3" fmla="*/ 317978 w 1270424"/>
                <a:gd name="connsiteY3" fmla="*/ 317979 h 1270424"/>
                <a:gd name="connsiteX4" fmla="*/ 953936 w 1270424"/>
                <a:gd name="connsiteY4" fmla="*/ 317978 h 127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424" h="1270424">
                  <a:moveTo>
                    <a:pt x="953936" y="317978"/>
                  </a:moveTo>
                  <a:cubicBezTo>
                    <a:pt x="1129550" y="493593"/>
                    <a:pt x="1129550" y="778321"/>
                    <a:pt x="953935" y="953936"/>
                  </a:cubicBezTo>
                  <a:cubicBezTo>
                    <a:pt x="778321" y="1129550"/>
                    <a:pt x="493593" y="1129550"/>
                    <a:pt x="317978" y="953936"/>
                  </a:cubicBezTo>
                  <a:cubicBezTo>
                    <a:pt x="142364" y="778321"/>
                    <a:pt x="142363" y="493594"/>
                    <a:pt x="317978" y="317979"/>
                  </a:cubicBezTo>
                  <a:cubicBezTo>
                    <a:pt x="493593" y="142364"/>
                    <a:pt x="778321" y="142364"/>
                    <a:pt x="953936" y="317978"/>
                  </a:cubicBezTo>
                  <a:close/>
                </a:path>
              </a:pathLst>
            </a:custGeom>
            <a:solidFill>
              <a:srgbClr val="60C9C4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250AB6B-1440-4838-8A7A-88BBDE35E8FA}"/>
                </a:ext>
              </a:extLst>
            </p:cNvPr>
            <p:cNvSpPr/>
            <p:nvPr/>
          </p:nvSpPr>
          <p:spPr>
            <a:xfrm>
              <a:off x="9024638" y="3876615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2025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185989-A6C4-4244-B72F-834FFB95A9D0}"/>
              </a:ext>
            </a:extLst>
          </p:cNvPr>
          <p:cNvGrpSpPr/>
          <p:nvPr/>
        </p:nvGrpSpPr>
        <p:grpSpPr>
          <a:xfrm>
            <a:off x="10292830" y="3412331"/>
            <a:ext cx="1270424" cy="1270424"/>
            <a:chOff x="10292830" y="3412331"/>
            <a:chExt cx="1270424" cy="1270424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046C594-325E-4165-A59F-94C7EA6264E3}"/>
                </a:ext>
              </a:extLst>
            </p:cNvPr>
            <p:cNvSpPr/>
            <p:nvPr/>
          </p:nvSpPr>
          <p:spPr>
            <a:xfrm>
              <a:off x="10292830" y="3412331"/>
              <a:ext cx="1270424" cy="1270424"/>
            </a:xfrm>
            <a:custGeom>
              <a:avLst/>
              <a:gdLst>
                <a:gd name="connsiteX0" fmla="*/ 953935 w 1270424"/>
                <a:gd name="connsiteY0" fmla="*/ 317978 h 1270424"/>
                <a:gd name="connsiteX1" fmla="*/ 953935 w 1270424"/>
                <a:gd name="connsiteY1" fmla="*/ 953936 h 1270424"/>
                <a:gd name="connsiteX2" fmla="*/ 317978 w 1270424"/>
                <a:gd name="connsiteY2" fmla="*/ 953936 h 1270424"/>
                <a:gd name="connsiteX3" fmla="*/ 317978 w 1270424"/>
                <a:gd name="connsiteY3" fmla="*/ 317979 h 1270424"/>
                <a:gd name="connsiteX4" fmla="*/ 953935 w 1270424"/>
                <a:gd name="connsiteY4" fmla="*/ 317978 h 127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0424" h="1270424">
                  <a:moveTo>
                    <a:pt x="953935" y="317978"/>
                  </a:moveTo>
                  <a:cubicBezTo>
                    <a:pt x="1129550" y="493593"/>
                    <a:pt x="1129550" y="778321"/>
                    <a:pt x="953935" y="953936"/>
                  </a:cubicBezTo>
                  <a:cubicBezTo>
                    <a:pt x="778321" y="1129550"/>
                    <a:pt x="493593" y="1129550"/>
                    <a:pt x="317978" y="953936"/>
                  </a:cubicBezTo>
                  <a:cubicBezTo>
                    <a:pt x="142363" y="778321"/>
                    <a:pt x="142363" y="493594"/>
                    <a:pt x="317978" y="317979"/>
                  </a:cubicBezTo>
                  <a:cubicBezTo>
                    <a:pt x="493593" y="142364"/>
                    <a:pt x="778321" y="142364"/>
                    <a:pt x="953935" y="317978"/>
                  </a:cubicBezTo>
                  <a:close/>
                </a:path>
              </a:pathLst>
            </a:custGeom>
            <a:solidFill>
              <a:srgbClr val="69787D"/>
            </a:solidFill>
            <a:ln w="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A540DDE-DBE2-4BCD-932C-D8FEEF91B2CE}"/>
                </a:ext>
              </a:extLst>
            </p:cNvPr>
            <p:cNvSpPr/>
            <p:nvPr/>
          </p:nvSpPr>
          <p:spPr>
            <a:xfrm>
              <a:off x="10603907" y="3876615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7802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0"/>
                            </p:stCondLst>
                            <p:childTnLst>
                              <p:par>
                                <p:cTn id="8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27" grpId="0" animBg="1"/>
      <p:bldP spid="31" grpId="0" animBg="1"/>
      <p:bldP spid="229" grpId="0" animBg="1"/>
      <p:bldP spid="64" grpId="0" animBg="1"/>
      <p:bldP spid="6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89BEC70-F567-4869-9550-B59898523D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>
                    <a:lumMod val="95000"/>
                  </a:schemeClr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C85E6B8-64AB-4536-A9C5-DF9230B64B13}"/>
              </a:ext>
            </a:extLst>
          </p:cNvPr>
          <p:cNvGrpSpPr/>
          <p:nvPr/>
        </p:nvGrpSpPr>
        <p:grpSpPr>
          <a:xfrm>
            <a:off x="1532756" y="2411012"/>
            <a:ext cx="9126489" cy="1727936"/>
            <a:chOff x="1532756" y="2411012"/>
            <a:chExt cx="9126489" cy="1727936"/>
          </a:xfrm>
        </p:grpSpPr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B93A6292-EE0E-4EAC-B53D-9F4ABF216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9030" y="2418541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60C9C4">
                <a:alpha val="50000"/>
              </a:srgb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7531974A-1D0E-4F90-8C60-7886871C5D3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468406" y="3263540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69B7D5">
                <a:alpha val="50000"/>
              </a:srgb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BB2F37CC-BA6F-4ED6-B39F-4600D2E77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3220" y="2411012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4DB589AB-DAF7-4329-858C-58CE2499880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98189" y="3286420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E368A1">
                <a:alpha val="50000"/>
              </a:srgb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C36A1D1B-452D-4F83-B6B7-BD31F74E7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697" y="2411012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903D85">
                <a:alpha val="50000"/>
              </a:srgb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10419636-4797-42C4-8E2E-4EFA8BB6028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32756" y="3286420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DECC665-3F63-4296-BAAC-BFE9D2945219}"/>
              </a:ext>
            </a:extLst>
          </p:cNvPr>
          <p:cNvGrpSpPr/>
          <p:nvPr/>
        </p:nvGrpSpPr>
        <p:grpSpPr>
          <a:xfrm>
            <a:off x="1532756" y="2411012"/>
            <a:ext cx="9126489" cy="1705056"/>
            <a:chOff x="1532756" y="2411012"/>
            <a:chExt cx="9126489" cy="1705056"/>
          </a:xfrm>
        </p:grpSpPr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C40F1BF3-7C86-4638-824C-0FC1B836C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756" y="2433892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4E9ECBDC-1E54-48A9-8875-B5F80D0DC16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12697" y="3263540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903D85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09BA127D-9C34-4D00-B609-234D17180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189" y="2433892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E368A1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9489A82A-4E1F-46AD-A4A8-E735BD5E105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83220" y="3263540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FFAA01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CD0970B9-1055-47EC-B495-E743025E4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406" y="2411012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69B7D5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1216823E-F194-4246-96F7-B59BE169B3B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949030" y="3255716"/>
              <a:ext cx="1710215" cy="852528"/>
            </a:xfrm>
            <a:custGeom>
              <a:avLst/>
              <a:gdLst>
                <a:gd name="T0" fmla="*/ 210 w 421"/>
                <a:gd name="T1" fmla="*/ 57 h 210"/>
                <a:gd name="T2" fmla="*/ 364 w 421"/>
                <a:gd name="T3" fmla="*/ 210 h 210"/>
                <a:gd name="T4" fmla="*/ 421 w 421"/>
                <a:gd name="T5" fmla="*/ 210 h 210"/>
                <a:gd name="T6" fmla="*/ 210 w 421"/>
                <a:gd name="T7" fmla="*/ 0 h 210"/>
                <a:gd name="T8" fmla="*/ 0 w 421"/>
                <a:gd name="T9" fmla="*/ 210 h 210"/>
                <a:gd name="T10" fmla="*/ 57 w 421"/>
                <a:gd name="T11" fmla="*/ 210 h 210"/>
                <a:gd name="T12" fmla="*/ 210 w 421"/>
                <a:gd name="T13" fmla="*/ 5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1" h="210">
                  <a:moveTo>
                    <a:pt x="210" y="57"/>
                  </a:moveTo>
                  <a:cubicBezTo>
                    <a:pt x="295" y="57"/>
                    <a:pt x="364" y="126"/>
                    <a:pt x="364" y="210"/>
                  </a:cubicBezTo>
                  <a:cubicBezTo>
                    <a:pt x="421" y="210"/>
                    <a:pt x="421" y="210"/>
                    <a:pt x="421" y="210"/>
                  </a:cubicBezTo>
                  <a:cubicBezTo>
                    <a:pt x="421" y="93"/>
                    <a:pt x="327" y="0"/>
                    <a:pt x="210" y="0"/>
                  </a:cubicBezTo>
                  <a:cubicBezTo>
                    <a:pt x="93" y="0"/>
                    <a:pt x="0" y="93"/>
                    <a:pt x="0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126"/>
                    <a:pt x="126" y="57"/>
                    <a:pt x="210" y="57"/>
                  </a:cubicBezTo>
                  <a:close/>
                </a:path>
              </a:pathLst>
            </a:custGeom>
            <a:solidFill>
              <a:srgbClr val="60C9C4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>
              <a:prstTxWarp prst="textNoShape">
                <a:avLst/>
              </a:prstTxWarp>
            </a:bodyPr>
            <a:lstStyle/>
            <a:p>
              <a:endParaRPr lang="en-US" sz="2158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18D67B1-00B9-45BD-B038-D39F3CFFCB3A}"/>
              </a:ext>
            </a:extLst>
          </p:cNvPr>
          <p:cNvGrpSpPr/>
          <p:nvPr/>
        </p:nvGrpSpPr>
        <p:grpSpPr>
          <a:xfrm>
            <a:off x="1639176" y="4300444"/>
            <a:ext cx="1497373" cy="792863"/>
            <a:chOff x="1639176" y="4300444"/>
            <a:chExt cx="1497373" cy="792863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F70B3CB-F90F-4B64-9E40-A58C9C6F2B87}"/>
                </a:ext>
              </a:extLst>
            </p:cNvPr>
            <p:cNvSpPr/>
            <p:nvPr/>
          </p:nvSpPr>
          <p:spPr>
            <a:xfrm>
              <a:off x="1762532" y="43004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44546A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BA58CF5-9BE2-4079-AFA3-B74B4A066941}"/>
                </a:ext>
              </a:extLst>
            </p:cNvPr>
            <p:cNvSpPr/>
            <p:nvPr/>
          </p:nvSpPr>
          <p:spPr>
            <a:xfrm>
              <a:off x="1639176" y="45854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B9259CC-0445-4777-80DF-D237C530E8BA}"/>
              </a:ext>
            </a:extLst>
          </p:cNvPr>
          <p:cNvGrpSpPr/>
          <p:nvPr/>
        </p:nvGrpSpPr>
        <p:grpSpPr>
          <a:xfrm>
            <a:off x="3123373" y="4300444"/>
            <a:ext cx="1497373" cy="792863"/>
            <a:chOff x="3123373" y="4300444"/>
            <a:chExt cx="1497373" cy="792863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6CFE6DA-CB6A-4206-AD8B-2F40259D92B8}"/>
                </a:ext>
              </a:extLst>
            </p:cNvPr>
            <p:cNvSpPr/>
            <p:nvPr/>
          </p:nvSpPr>
          <p:spPr>
            <a:xfrm>
              <a:off x="3246729" y="43004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903D85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B8633AC-B7DF-43BC-9CBF-9BE80876B250}"/>
                </a:ext>
              </a:extLst>
            </p:cNvPr>
            <p:cNvSpPr/>
            <p:nvPr/>
          </p:nvSpPr>
          <p:spPr>
            <a:xfrm>
              <a:off x="3123373" y="45854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1E7B95B-8372-4D0C-A9E5-B8AD0E5E88A0}"/>
              </a:ext>
            </a:extLst>
          </p:cNvPr>
          <p:cNvGrpSpPr/>
          <p:nvPr/>
        </p:nvGrpSpPr>
        <p:grpSpPr>
          <a:xfrm>
            <a:off x="4607570" y="4300444"/>
            <a:ext cx="1497373" cy="792863"/>
            <a:chOff x="4607570" y="4300444"/>
            <a:chExt cx="1497373" cy="792863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2B74B94-EBCB-4AD4-B1BC-989A53CB8538}"/>
                </a:ext>
              </a:extLst>
            </p:cNvPr>
            <p:cNvSpPr/>
            <p:nvPr/>
          </p:nvSpPr>
          <p:spPr>
            <a:xfrm>
              <a:off x="4730926" y="43004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E368A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62AD3A-8EEF-4C7B-83C3-7B2265263FE1}"/>
                </a:ext>
              </a:extLst>
            </p:cNvPr>
            <p:cNvSpPr/>
            <p:nvPr/>
          </p:nvSpPr>
          <p:spPr>
            <a:xfrm>
              <a:off x="4607570" y="45854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182566-F803-4DAC-AC75-39C286B8EDDD}"/>
              </a:ext>
            </a:extLst>
          </p:cNvPr>
          <p:cNvGrpSpPr/>
          <p:nvPr/>
        </p:nvGrpSpPr>
        <p:grpSpPr>
          <a:xfrm>
            <a:off x="6091767" y="4300444"/>
            <a:ext cx="1497373" cy="792863"/>
            <a:chOff x="6091767" y="4300444"/>
            <a:chExt cx="1497373" cy="792863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1E2249B-6C09-4B63-832B-89BC7A949544}"/>
                </a:ext>
              </a:extLst>
            </p:cNvPr>
            <p:cNvSpPr/>
            <p:nvPr/>
          </p:nvSpPr>
          <p:spPr>
            <a:xfrm>
              <a:off x="6215123" y="43004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AA0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DFB881-6CAC-462E-B78C-77CABB815231}"/>
                </a:ext>
              </a:extLst>
            </p:cNvPr>
            <p:cNvSpPr/>
            <p:nvPr/>
          </p:nvSpPr>
          <p:spPr>
            <a:xfrm>
              <a:off x="6091767" y="45854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88E87B-793A-4DA5-887A-53EC61E18EE8}"/>
              </a:ext>
            </a:extLst>
          </p:cNvPr>
          <p:cNvGrpSpPr/>
          <p:nvPr/>
        </p:nvGrpSpPr>
        <p:grpSpPr>
          <a:xfrm>
            <a:off x="7575964" y="4300444"/>
            <a:ext cx="1497373" cy="792863"/>
            <a:chOff x="7575964" y="4300444"/>
            <a:chExt cx="1497373" cy="792863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D4F0B03-7FF9-4A1C-B721-CDA1AE99C220}"/>
                </a:ext>
              </a:extLst>
            </p:cNvPr>
            <p:cNvSpPr/>
            <p:nvPr/>
          </p:nvSpPr>
          <p:spPr>
            <a:xfrm>
              <a:off x="7699320" y="43004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69B7D5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644CD98-4769-464C-B52B-9353A952E7F6}"/>
                </a:ext>
              </a:extLst>
            </p:cNvPr>
            <p:cNvSpPr/>
            <p:nvPr/>
          </p:nvSpPr>
          <p:spPr>
            <a:xfrm>
              <a:off x="7575964" y="45854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E4665E-C644-494B-84F4-AD55E4579E8C}"/>
              </a:ext>
            </a:extLst>
          </p:cNvPr>
          <p:cNvGrpSpPr/>
          <p:nvPr/>
        </p:nvGrpSpPr>
        <p:grpSpPr>
          <a:xfrm>
            <a:off x="9060163" y="4300444"/>
            <a:ext cx="1497373" cy="792863"/>
            <a:chOff x="9060163" y="4300444"/>
            <a:chExt cx="1497373" cy="792863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A10788A-2A95-4B71-B373-3655DDD83636}"/>
                </a:ext>
              </a:extLst>
            </p:cNvPr>
            <p:cNvSpPr/>
            <p:nvPr/>
          </p:nvSpPr>
          <p:spPr>
            <a:xfrm>
              <a:off x="9183519" y="43004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60C9C4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AEBEA77-674C-4720-B350-32BEE4C500E9}"/>
                </a:ext>
              </a:extLst>
            </p:cNvPr>
            <p:cNvSpPr/>
            <p:nvPr/>
          </p:nvSpPr>
          <p:spPr>
            <a:xfrm>
              <a:off x="9060163" y="45854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79F1A08-4513-4C0E-A846-D19E704CEF25}"/>
              </a:ext>
            </a:extLst>
          </p:cNvPr>
          <p:cNvSpPr/>
          <p:nvPr/>
        </p:nvSpPr>
        <p:spPr>
          <a:xfrm>
            <a:off x="1949737" y="305558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81B903B-8240-401A-9547-6ACF274832CE}"/>
              </a:ext>
            </a:extLst>
          </p:cNvPr>
          <p:cNvSpPr/>
          <p:nvPr/>
        </p:nvSpPr>
        <p:spPr>
          <a:xfrm>
            <a:off x="3434923" y="305558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F6BB202-CE0D-4128-B6A2-5F4E72EAD739}"/>
              </a:ext>
            </a:extLst>
          </p:cNvPr>
          <p:cNvSpPr/>
          <p:nvPr/>
        </p:nvSpPr>
        <p:spPr>
          <a:xfrm>
            <a:off x="4903360" y="305558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7C09846-7FAC-4272-87A0-4FE296CDF02E}"/>
              </a:ext>
            </a:extLst>
          </p:cNvPr>
          <p:cNvSpPr/>
          <p:nvPr/>
        </p:nvSpPr>
        <p:spPr>
          <a:xfrm>
            <a:off x="6388546" y="305558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FA00F27-F56E-4F57-8C62-724BA49B12A5}"/>
              </a:ext>
            </a:extLst>
          </p:cNvPr>
          <p:cNvSpPr/>
          <p:nvPr/>
        </p:nvSpPr>
        <p:spPr>
          <a:xfrm>
            <a:off x="7873732" y="305558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ABFF142-F0F8-4CB3-813A-D41BA49DA04B}"/>
              </a:ext>
            </a:extLst>
          </p:cNvPr>
          <p:cNvSpPr/>
          <p:nvPr/>
        </p:nvSpPr>
        <p:spPr>
          <a:xfrm>
            <a:off x="9368494" y="3055587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itchFamily="2" charset="0"/>
                <a:ea typeface="Roboto" pitchFamily="2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291778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5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116" grpId="0"/>
      <p:bldP spid="117" grpId="0"/>
      <p:bldP spid="118" grpId="0"/>
      <p:bldP spid="119" grpId="0"/>
      <p:bldP spid="1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154B16B-06AB-497C-9769-7FC6E7AEB8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0" name="Freeform 93">
            <a:extLst>
              <a:ext uri="{FF2B5EF4-FFF2-40B4-BE49-F238E27FC236}">
                <a16:creationId xmlns:a16="http://schemas.microsoft.com/office/drawing/2014/main" id="{8DBEDFAE-C86B-4C89-8A28-59F868BB8716}"/>
              </a:ext>
            </a:extLst>
          </p:cNvPr>
          <p:cNvSpPr>
            <a:spLocks/>
          </p:cNvSpPr>
          <p:nvPr/>
        </p:nvSpPr>
        <p:spPr bwMode="auto">
          <a:xfrm>
            <a:off x="0" y="1518678"/>
            <a:ext cx="12191999" cy="3525212"/>
          </a:xfrm>
          <a:custGeom>
            <a:avLst/>
            <a:gdLst>
              <a:gd name="T0" fmla="*/ 6336 w 6336"/>
              <a:gd name="T1" fmla="*/ 0 h 1832"/>
              <a:gd name="T2" fmla="*/ 3168 w 6336"/>
              <a:gd name="T3" fmla="*/ 1761 h 1832"/>
              <a:gd name="T4" fmla="*/ 0 w 6336"/>
              <a:gd name="T5" fmla="*/ 0 h 1832"/>
              <a:gd name="T6" fmla="*/ 0 w 6336"/>
              <a:gd name="T7" fmla="*/ 70 h 1832"/>
              <a:gd name="T8" fmla="*/ 3168 w 6336"/>
              <a:gd name="T9" fmla="*/ 1832 h 1832"/>
              <a:gd name="T10" fmla="*/ 6336 w 6336"/>
              <a:gd name="T11" fmla="*/ 70 h 1832"/>
              <a:gd name="T12" fmla="*/ 6336 w 6336"/>
              <a:gd name="T13" fmla="*/ 0 h 18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36" h="1832">
                <a:moveTo>
                  <a:pt x="6336" y="0"/>
                </a:moveTo>
                <a:lnTo>
                  <a:pt x="3168" y="1761"/>
                </a:lnTo>
                <a:lnTo>
                  <a:pt x="0" y="0"/>
                </a:lnTo>
                <a:lnTo>
                  <a:pt x="0" y="70"/>
                </a:lnTo>
                <a:lnTo>
                  <a:pt x="3168" y="1832"/>
                </a:lnTo>
                <a:lnTo>
                  <a:pt x="6336" y="70"/>
                </a:lnTo>
                <a:lnTo>
                  <a:pt x="633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5440219-4BFC-4542-92D0-AEBDE01F90FA}"/>
              </a:ext>
            </a:extLst>
          </p:cNvPr>
          <p:cNvGrpSpPr/>
          <p:nvPr/>
        </p:nvGrpSpPr>
        <p:grpSpPr>
          <a:xfrm>
            <a:off x="804003" y="1870814"/>
            <a:ext cx="2053167" cy="1285393"/>
            <a:chOff x="687306" y="2456784"/>
            <a:chExt cx="2090925" cy="1309032"/>
          </a:xfrm>
        </p:grpSpPr>
        <p:sp>
          <p:nvSpPr>
            <p:cNvPr id="61" name="Freeform 95">
              <a:extLst>
                <a:ext uri="{FF2B5EF4-FFF2-40B4-BE49-F238E27FC236}">
                  <a16:creationId xmlns:a16="http://schemas.microsoft.com/office/drawing/2014/main" id="{D7242BB0-3FD9-4622-A864-8B15971B8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06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96">
              <a:extLst>
                <a:ext uri="{FF2B5EF4-FFF2-40B4-BE49-F238E27FC236}">
                  <a16:creationId xmlns:a16="http://schemas.microsoft.com/office/drawing/2014/main" id="{AC9742ED-EB52-4A31-8964-B7DC70216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943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3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5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5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3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3517A1D-E3A8-40B9-A59F-E89618C9AEE0}"/>
              </a:ext>
            </a:extLst>
          </p:cNvPr>
          <p:cNvGrpSpPr/>
          <p:nvPr/>
        </p:nvGrpSpPr>
        <p:grpSpPr>
          <a:xfrm>
            <a:off x="2949534" y="3054223"/>
            <a:ext cx="2049318" cy="1285394"/>
            <a:chOff x="2872293" y="3661956"/>
            <a:chExt cx="2087005" cy="1309033"/>
          </a:xfrm>
        </p:grpSpPr>
        <p:sp>
          <p:nvSpPr>
            <p:cNvPr id="59" name="Freeform 99">
              <a:extLst>
                <a:ext uri="{FF2B5EF4-FFF2-40B4-BE49-F238E27FC236}">
                  <a16:creationId xmlns:a16="http://schemas.microsoft.com/office/drawing/2014/main" id="{254AF6CC-452E-44C6-BD1A-D8007854D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293" y="3661956"/>
              <a:ext cx="2087005" cy="1162060"/>
            </a:xfrm>
            <a:custGeom>
              <a:avLst/>
              <a:gdLst>
                <a:gd name="T0" fmla="*/ 468 w 484"/>
                <a:gd name="T1" fmla="*/ 118 h 269"/>
                <a:gd name="T2" fmla="*/ 468 w 484"/>
                <a:gd name="T3" fmla="*/ 151 h 269"/>
                <a:gd name="T4" fmla="*/ 272 w 484"/>
                <a:gd name="T5" fmla="*/ 260 h 269"/>
                <a:gd name="T6" fmla="*/ 212 w 484"/>
                <a:gd name="T7" fmla="*/ 260 h 269"/>
                <a:gd name="T8" fmla="*/ 16 w 484"/>
                <a:gd name="T9" fmla="*/ 151 h 269"/>
                <a:gd name="T10" fmla="*/ 16 w 484"/>
                <a:gd name="T11" fmla="*/ 118 h 269"/>
                <a:gd name="T12" fmla="*/ 212 w 484"/>
                <a:gd name="T13" fmla="*/ 9 h 269"/>
                <a:gd name="T14" fmla="*/ 272 w 484"/>
                <a:gd name="T15" fmla="*/ 9 h 269"/>
                <a:gd name="T16" fmla="*/ 468 w 484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4" h="269">
                  <a:moveTo>
                    <a:pt x="468" y="118"/>
                  </a:moveTo>
                  <a:cubicBezTo>
                    <a:pt x="484" y="127"/>
                    <a:pt x="484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2" y="260"/>
                  </a:cubicBezTo>
                  <a:cubicBezTo>
                    <a:pt x="16" y="151"/>
                    <a:pt x="16" y="151"/>
                    <a:pt x="16" y="151"/>
                  </a:cubicBezTo>
                  <a:cubicBezTo>
                    <a:pt x="0" y="142"/>
                    <a:pt x="0" y="127"/>
                    <a:pt x="16" y="118"/>
                  </a:cubicBezTo>
                  <a:cubicBezTo>
                    <a:pt x="212" y="9"/>
                    <a:pt x="212" y="9"/>
                    <a:pt x="212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00">
              <a:extLst>
                <a:ext uri="{FF2B5EF4-FFF2-40B4-BE49-F238E27FC236}">
                  <a16:creationId xmlns:a16="http://schemas.microsoft.com/office/drawing/2014/main" id="{F7A7CE05-90FA-4612-8D43-7C23B993B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929" y="4240047"/>
              <a:ext cx="2051732" cy="730942"/>
            </a:xfrm>
            <a:custGeom>
              <a:avLst/>
              <a:gdLst>
                <a:gd name="T0" fmla="*/ 476 w 476"/>
                <a:gd name="T1" fmla="*/ 0 h 169"/>
                <a:gd name="T2" fmla="*/ 464 w 476"/>
                <a:gd name="T3" fmla="*/ 17 h 169"/>
                <a:gd name="T4" fmla="*/ 268 w 476"/>
                <a:gd name="T5" fmla="*/ 126 h 169"/>
                <a:gd name="T6" fmla="*/ 208 w 476"/>
                <a:gd name="T7" fmla="*/ 126 h 169"/>
                <a:gd name="T8" fmla="*/ 12 w 476"/>
                <a:gd name="T9" fmla="*/ 17 h 169"/>
                <a:gd name="T10" fmla="*/ 0 w 476"/>
                <a:gd name="T11" fmla="*/ 0 h 169"/>
                <a:gd name="T12" fmla="*/ 0 w 476"/>
                <a:gd name="T13" fmla="*/ 34 h 169"/>
                <a:gd name="T14" fmla="*/ 12 w 476"/>
                <a:gd name="T15" fmla="*/ 51 h 169"/>
                <a:gd name="T16" fmla="*/ 208 w 476"/>
                <a:gd name="T17" fmla="*/ 160 h 169"/>
                <a:gd name="T18" fmla="*/ 268 w 476"/>
                <a:gd name="T19" fmla="*/ 160 h 169"/>
                <a:gd name="T20" fmla="*/ 464 w 476"/>
                <a:gd name="T21" fmla="*/ 51 h 169"/>
                <a:gd name="T22" fmla="*/ 476 w 476"/>
                <a:gd name="T23" fmla="*/ 34 h 169"/>
                <a:gd name="T24" fmla="*/ 476 w 476"/>
                <a:gd name="T25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69">
                  <a:moveTo>
                    <a:pt x="476" y="0"/>
                  </a:moveTo>
                  <a:cubicBezTo>
                    <a:pt x="476" y="6"/>
                    <a:pt x="472" y="12"/>
                    <a:pt x="464" y="17"/>
                  </a:cubicBezTo>
                  <a:cubicBezTo>
                    <a:pt x="268" y="126"/>
                    <a:pt x="268" y="126"/>
                    <a:pt x="268" y="126"/>
                  </a:cubicBezTo>
                  <a:cubicBezTo>
                    <a:pt x="252" y="135"/>
                    <a:pt x="225" y="135"/>
                    <a:pt x="208" y="12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4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4" y="46"/>
                    <a:pt x="12" y="51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25" y="169"/>
                    <a:pt x="252" y="169"/>
                    <a:pt x="268" y="160"/>
                  </a:cubicBezTo>
                  <a:cubicBezTo>
                    <a:pt x="464" y="51"/>
                    <a:pt x="464" y="51"/>
                    <a:pt x="464" y="51"/>
                  </a:cubicBezTo>
                  <a:cubicBezTo>
                    <a:pt x="472" y="46"/>
                    <a:pt x="476" y="40"/>
                    <a:pt x="476" y="34"/>
                  </a:cubicBezTo>
                  <a:lnTo>
                    <a:pt x="47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D53BAB-86ED-49F2-918D-6A4D45C9A4DB}"/>
              </a:ext>
            </a:extLst>
          </p:cNvPr>
          <p:cNvGrpSpPr/>
          <p:nvPr/>
        </p:nvGrpSpPr>
        <p:grpSpPr>
          <a:xfrm>
            <a:off x="5096988" y="4233784"/>
            <a:ext cx="2047394" cy="1285393"/>
            <a:chOff x="5059239" y="4863209"/>
            <a:chExt cx="2085046" cy="1309032"/>
          </a:xfrm>
        </p:grpSpPr>
        <p:sp>
          <p:nvSpPr>
            <p:cNvPr id="57" name="Freeform 103">
              <a:extLst>
                <a:ext uri="{FF2B5EF4-FFF2-40B4-BE49-F238E27FC236}">
                  <a16:creationId xmlns:a16="http://schemas.microsoft.com/office/drawing/2014/main" id="{95FBAE42-CAC7-4861-A6BF-4916B54B9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239" y="4863209"/>
              <a:ext cx="2085046" cy="1162060"/>
            </a:xfrm>
            <a:custGeom>
              <a:avLst/>
              <a:gdLst>
                <a:gd name="T0" fmla="*/ 468 w 484"/>
                <a:gd name="T1" fmla="*/ 118 h 269"/>
                <a:gd name="T2" fmla="*/ 468 w 484"/>
                <a:gd name="T3" fmla="*/ 151 h 269"/>
                <a:gd name="T4" fmla="*/ 272 w 484"/>
                <a:gd name="T5" fmla="*/ 260 h 269"/>
                <a:gd name="T6" fmla="*/ 212 w 484"/>
                <a:gd name="T7" fmla="*/ 260 h 269"/>
                <a:gd name="T8" fmla="*/ 16 w 484"/>
                <a:gd name="T9" fmla="*/ 151 h 269"/>
                <a:gd name="T10" fmla="*/ 16 w 484"/>
                <a:gd name="T11" fmla="*/ 118 h 269"/>
                <a:gd name="T12" fmla="*/ 212 w 484"/>
                <a:gd name="T13" fmla="*/ 9 h 269"/>
                <a:gd name="T14" fmla="*/ 272 w 484"/>
                <a:gd name="T15" fmla="*/ 9 h 269"/>
                <a:gd name="T16" fmla="*/ 468 w 484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4" h="269">
                  <a:moveTo>
                    <a:pt x="468" y="118"/>
                  </a:moveTo>
                  <a:cubicBezTo>
                    <a:pt x="484" y="127"/>
                    <a:pt x="484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5" y="269"/>
                    <a:pt x="229" y="269"/>
                    <a:pt x="212" y="260"/>
                  </a:cubicBezTo>
                  <a:cubicBezTo>
                    <a:pt x="16" y="151"/>
                    <a:pt x="16" y="151"/>
                    <a:pt x="16" y="151"/>
                  </a:cubicBezTo>
                  <a:cubicBezTo>
                    <a:pt x="0" y="142"/>
                    <a:pt x="0" y="127"/>
                    <a:pt x="16" y="118"/>
                  </a:cubicBezTo>
                  <a:cubicBezTo>
                    <a:pt x="212" y="9"/>
                    <a:pt x="212" y="9"/>
                    <a:pt x="212" y="9"/>
                  </a:cubicBezTo>
                  <a:cubicBezTo>
                    <a:pt x="229" y="0"/>
                    <a:pt x="255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04">
              <a:extLst>
                <a:ext uri="{FF2B5EF4-FFF2-40B4-BE49-F238E27FC236}">
                  <a16:creationId xmlns:a16="http://schemas.microsoft.com/office/drawing/2014/main" id="{976EC67F-3AC9-4EAD-8435-4C54874EF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916" y="5445219"/>
              <a:ext cx="2053692" cy="727022"/>
            </a:xfrm>
            <a:custGeom>
              <a:avLst/>
              <a:gdLst>
                <a:gd name="T0" fmla="*/ 476 w 476"/>
                <a:gd name="T1" fmla="*/ 0 h 168"/>
                <a:gd name="T2" fmla="*/ 464 w 476"/>
                <a:gd name="T3" fmla="*/ 16 h 168"/>
                <a:gd name="T4" fmla="*/ 268 w 476"/>
                <a:gd name="T5" fmla="*/ 125 h 168"/>
                <a:gd name="T6" fmla="*/ 208 w 476"/>
                <a:gd name="T7" fmla="*/ 125 h 168"/>
                <a:gd name="T8" fmla="*/ 12 w 476"/>
                <a:gd name="T9" fmla="*/ 16 h 168"/>
                <a:gd name="T10" fmla="*/ 0 w 476"/>
                <a:gd name="T11" fmla="*/ 0 h 168"/>
                <a:gd name="T12" fmla="*/ 0 w 476"/>
                <a:gd name="T13" fmla="*/ 34 h 168"/>
                <a:gd name="T14" fmla="*/ 12 w 476"/>
                <a:gd name="T15" fmla="*/ 50 h 168"/>
                <a:gd name="T16" fmla="*/ 208 w 476"/>
                <a:gd name="T17" fmla="*/ 159 h 168"/>
                <a:gd name="T18" fmla="*/ 268 w 476"/>
                <a:gd name="T19" fmla="*/ 159 h 168"/>
                <a:gd name="T20" fmla="*/ 464 w 476"/>
                <a:gd name="T21" fmla="*/ 50 h 168"/>
                <a:gd name="T22" fmla="*/ 476 w 476"/>
                <a:gd name="T23" fmla="*/ 34 h 168"/>
                <a:gd name="T24" fmla="*/ 476 w 476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68">
                  <a:moveTo>
                    <a:pt x="476" y="0"/>
                  </a:moveTo>
                  <a:cubicBezTo>
                    <a:pt x="476" y="6"/>
                    <a:pt x="472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1" y="134"/>
                    <a:pt x="225" y="134"/>
                    <a:pt x="208" y="12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4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4" y="46"/>
                    <a:pt x="12" y="50"/>
                  </a:cubicBezTo>
                  <a:cubicBezTo>
                    <a:pt x="208" y="159"/>
                    <a:pt x="208" y="159"/>
                    <a:pt x="208" y="159"/>
                  </a:cubicBezTo>
                  <a:cubicBezTo>
                    <a:pt x="225" y="168"/>
                    <a:pt x="251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2" y="46"/>
                    <a:pt x="476" y="40"/>
                    <a:pt x="476" y="34"/>
                  </a:cubicBezTo>
                  <a:lnTo>
                    <a:pt x="476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215769-FBE5-45BE-8AE9-7AD00BCA3A3D}"/>
              </a:ext>
            </a:extLst>
          </p:cNvPr>
          <p:cNvGrpSpPr/>
          <p:nvPr/>
        </p:nvGrpSpPr>
        <p:grpSpPr>
          <a:xfrm>
            <a:off x="7238670" y="3054223"/>
            <a:ext cx="2053167" cy="1285394"/>
            <a:chOff x="7240307" y="3661956"/>
            <a:chExt cx="2090925" cy="1309033"/>
          </a:xfrm>
        </p:grpSpPr>
        <p:sp>
          <p:nvSpPr>
            <p:cNvPr id="55" name="Freeform 107">
              <a:extLst>
                <a:ext uri="{FF2B5EF4-FFF2-40B4-BE49-F238E27FC236}">
                  <a16:creationId xmlns:a16="http://schemas.microsoft.com/office/drawing/2014/main" id="{C4F1AD64-E784-4F2E-A795-31CA85E7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0307" y="3661956"/>
              <a:ext cx="2090925" cy="1162060"/>
            </a:xfrm>
            <a:custGeom>
              <a:avLst/>
              <a:gdLst>
                <a:gd name="T0" fmla="*/ 469 w 485"/>
                <a:gd name="T1" fmla="*/ 118 h 269"/>
                <a:gd name="T2" fmla="*/ 469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9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9" y="118"/>
                  </a:moveTo>
                  <a:cubicBezTo>
                    <a:pt x="485" y="127"/>
                    <a:pt x="485" y="142"/>
                    <a:pt x="469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1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9" y="11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08">
              <a:extLst>
                <a:ext uri="{FF2B5EF4-FFF2-40B4-BE49-F238E27FC236}">
                  <a16:creationId xmlns:a16="http://schemas.microsoft.com/office/drawing/2014/main" id="{AF44A868-5E32-4FA9-9579-695C9FB4C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1863" y="4240047"/>
              <a:ext cx="2051732" cy="730942"/>
            </a:xfrm>
            <a:custGeom>
              <a:avLst/>
              <a:gdLst>
                <a:gd name="T0" fmla="*/ 476 w 476"/>
                <a:gd name="T1" fmla="*/ 0 h 169"/>
                <a:gd name="T2" fmla="*/ 464 w 476"/>
                <a:gd name="T3" fmla="*/ 17 h 169"/>
                <a:gd name="T4" fmla="*/ 267 w 476"/>
                <a:gd name="T5" fmla="*/ 126 h 169"/>
                <a:gd name="T6" fmla="*/ 208 w 476"/>
                <a:gd name="T7" fmla="*/ 126 h 169"/>
                <a:gd name="T8" fmla="*/ 12 w 476"/>
                <a:gd name="T9" fmla="*/ 17 h 169"/>
                <a:gd name="T10" fmla="*/ 0 w 476"/>
                <a:gd name="T11" fmla="*/ 0 h 169"/>
                <a:gd name="T12" fmla="*/ 0 w 476"/>
                <a:gd name="T13" fmla="*/ 34 h 169"/>
                <a:gd name="T14" fmla="*/ 12 w 476"/>
                <a:gd name="T15" fmla="*/ 51 h 169"/>
                <a:gd name="T16" fmla="*/ 208 w 476"/>
                <a:gd name="T17" fmla="*/ 160 h 169"/>
                <a:gd name="T18" fmla="*/ 267 w 476"/>
                <a:gd name="T19" fmla="*/ 160 h 169"/>
                <a:gd name="T20" fmla="*/ 464 w 476"/>
                <a:gd name="T21" fmla="*/ 51 h 169"/>
                <a:gd name="T22" fmla="*/ 476 w 476"/>
                <a:gd name="T23" fmla="*/ 34 h 169"/>
                <a:gd name="T24" fmla="*/ 476 w 476"/>
                <a:gd name="T25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6" h="169">
                  <a:moveTo>
                    <a:pt x="476" y="0"/>
                  </a:moveTo>
                  <a:cubicBezTo>
                    <a:pt x="476" y="6"/>
                    <a:pt x="472" y="12"/>
                    <a:pt x="464" y="17"/>
                  </a:cubicBezTo>
                  <a:cubicBezTo>
                    <a:pt x="267" y="126"/>
                    <a:pt x="267" y="126"/>
                    <a:pt x="267" y="126"/>
                  </a:cubicBezTo>
                  <a:cubicBezTo>
                    <a:pt x="251" y="135"/>
                    <a:pt x="224" y="135"/>
                    <a:pt x="208" y="12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4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4" y="46"/>
                    <a:pt x="12" y="51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24" y="169"/>
                    <a:pt x="251" y="169"/>
                    <a:pt x="267" y="160"/>
                  </a:cubicBezTo>
                  <a:cubicBezTo>
                    <a:pt x="464" y="51"/>
                    <a:pt x="464" y="51"/>
                    <a:pt x="464" y="51"/>
                  </a:cubicBezTo>
                  <a:cubicBezTo>
                    <a:pt x="472" y="46"/>
                    <a:pt x="476" y="40"/>
                    <a:pt x="476" y="34"/>
                  </a:cubicBezTo>
                  <a:lnTo>
                    <a:pt x="47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07B05A-9224-4C3A-9317-01A1589873A4}"/>
              </a:ext>
            </a:extLst>
          </p:cNvPr>
          <p:cNvGrpSpPr/>
          <p:nvPr/>
        </p:nvGrpSpPr>
        <p:grpSpPr>
          <a:xfrm>
            <a:off x="9384199" y="1870814"/>
            <a:ext cx="2053167" cy="1285393"/>
            <a:chOff x="9425293" y="2456784"/>
            <a:chExt cx="2090925" cy="1309032"/>
          </a:xfrm>
        </p:grpSpPr>
        <p:sp>
          <p:nvSpPr>
            <p:cNvPr id="53" name="Freeform 111">
              <a:extLst>
                <a:ext uri="{FF2B5EF4-FFF2-40B4-BE49-F238E27FC236}">
                  <a16:creationId xmlns:a16="http://schemas.microsoft.com/office/drawing/2014/main" id="{B99807E7-E336-430A-B70B-FFA79224C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5293" y="2456784"/>
              <a:ext cx="2090925" cy="1162060"/>
            </a:xfrm>
            <a:custGeom>
              <a:avLst/>
              <a:gdLst>
                <a:gd name="T0" fmla="*/ 468 w 485"/>
                <a:gd name="T1" fmla="*/ 118 h 269"/>
                <a:gd name="T2" fmla="*/ 468 w 485"/>
                <a:gd name="T3" fmla="*/ 151 h 269"/>
                <a:gd name="T4" fmla="*/ 272 w 485"/>
                <a:gd name="T5" fmla="*/ 260 h 269"/>
                <a:gd name="T6" fmla="*/ 213 w 485"/>
                <a:gd name="T7" fmla="*/ 260 h 269"/>
                <a:gd name="T8" fmla="*/ 17 w 485"/>
                <a:gd name="T9" fmla="*/ 151 h 269"/>
                <a:gd name="T10" fmla="*/ 17 w 485"/>
                <a:gd name="T11" fmla="*/ 118 h 269"/>
                <a:gd name="T12" fmla="*/ 213 w 485"/>
                <a:gd name="T13" fmla="*/ 9 h 269"/>
                <a:gd name="T14" fmla="*/ 272 w 485"/>
                <a:gd name="T15" fmla="*/ 9 h 269"/>
                <a:gd name="T16" fmla="*/ 468 w 485"/>
                <a:gd name="T17" fmla="*/ 118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5" h="269">
                  <a:moveTo>
                    <a:pt x="468" y="118"/>
                  </a:moveTo>
                  <a:cubicBezTo>
                    <a:pt x="485" y="127"/>
                    <a:pt x="485" y="142"/>
                    <a:pt x="468" y="151"/>
                  </a:cubicBezTo>
                  <a:cubicBezTo>
                    <a:pt x="272" y="260"/>
                    <a:pt x="272" y="260"/>
                    <a:pt x="272" y="260"/>
                  </a:cubicBezTo>
                  <a:cubicBezTo>
                    <a:pt x="256" y="269"/>
                    <a:pt x="229" y="269"/>
                    <a:pt x="213" y="260"/>
                  </a:cubicBezTo>
                  <a:cubicBezTo>
                    <a:pt x="17" y="151"/>
                    <a:pt x="17" y="151"/>
                    <a:pt x="17" y="151"/>
                  </a:cubicBezTo>
                  <a:cubicBezTo>
                    <a:pt x="0" y="142"/>
                    <a:pt x="0" y="127"/>
                    <a:pt x="17" y="118"/>
                  </a:cubicBezTo>
                  <a:cubicBezTo>
                    <a:pt x="213" y="9"/>
                    <a:pt x="213" y="9"/>
                    <a:pt x="213" y="9"/>
                  </a:cubicBezTo>
                  <a:cubicBezTo>
                    <a:pt x="229" y="0"/>
                    <a:pt x="256" y="0"/>
                    <a:pt x="272" y="9"/>
                  </a:cubicBezTo>
                  <a:lnTo>
                    <a:pt x="468" y="1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12">
              <a:extLst>
                <a:ext uri="{FF2B5EF4-FFF2-40B4-BE49-F238E27FC236}">
                  <a16:creationId xmlns:a16="http://schemas.microsoft.com/office/drawing/2014/main" id="{2BA7354A-0190-4516-859F-A3E49F14E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2930" y="3038794"/>
              <a:ext cx="2055651" cy="727022"/>
            </a:xfrm>
            <a:custGeom>
              <a:avLst/>
              <a:gdLst>
                <a:gd name="T0" fmla="*/ 477 w 477"/>
                <a:gd name="T1" fmla="*/ 0 h 168"/>
                <a:gd name="T2" fmla="*/ 464 w 477"/>
                <a:gd name="T3" fmla="*/ 16 h 168"/>
                <a:gd name="T4" fmla="*/ 268 w 477"/>
                <a:gd name="T5" fmla="*/ 125 h 168"/>
                <a:gd name="T6" fmla="*/ 209 w 477"/>
                <a:gd name="T7" fmla="*/ 125 h 168"/>
                <a:gd name="T8" fmla="*/ 13 w 477"/>
                <a:gd name="T9" fmla="*/ 16 h 168"/>
                <a:gd name="T10" fmla="*/ 0 w 477"/>
                <a:gd name="T11" fmla="*/ 0 h 168"/>
                <a:gd name="T12" fmla="*/ 0 w 477"/>
                <a:gd name="T13" fmla="*/ 34 h 168"/>
                <a:gd name="T14" fmla="*/ 13 w 477"/>
                <a:gd name="T15" fmla="*/ 50 h 168"/>
                <a:gd name="T16" fmla="*/ 209 w 477"/>
                <a:gd name="T17" fmla="*/ 159 h 168"/>
                <a:gd name="T18" fmla="*/ 268 w 477"/>
                <a:gd name="T19" fmla="*/ 159 h 168"/>
                <a:gd name="T20" fmla="*/ 464 w 477"/>
                <a:gd name="T21" fmla="*/ 50 h 168"/>
                <a:gd name="T22" fmla="*/ 477 w 477"/>
                <a:gd name="T23" fmla="*/ 34 h 168"/>
                <a:gd name="T24" fmla="*/ 477 w 477"/>
                <a:gd name="T25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7" h="168">
                  <a:moveTo>
                    <a:pt x="477" y="0"/>
                  </a:moveTo>
                  <a:cubicBezTo>
                    <a:pt x="477" y="6"/>
                    <a:pt x="472" y="12"/>
                    <a:pt x="464" y="16"/>
                  </a:cubicBezTo>
                  <a:cubicBezTo>
                    <a:pt x="268" y="125"/>
                    <a:pt x="268" y="125"/>
                    <a:pt x="268" y="125"/>
                  </a:cubicBezTo>
                  <a:cubicBezTo>
                    <a:pt x="252" y="134"/>
                    <a:pt x="225" y="134"/>
                    <a:pt x="209" y="12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4" y="12"/>
                    <a:pt x="0" y="6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40"/>
                    <a:pt x="4" y="46"/>
                    <a:pt x="13" y="5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25" y="168"/>
                    <a:pt x="252" y="168"/>
                    <a:pt x="268" y="159"/>
                  </a:cubicBezTo>
                  <a:cubicBezTo>
                    <a:pt x="464" y="50"/>
                    <a:pt x="464" y="50"/>
                    <a:pt x="464" y="50"/>
                  </a:cubicBezTo>
                  <a:cubicBezTo>
                    <a:pt x="472" y="46"/>
                    <a:pt x="477" y="40"/>
                    <a:pt x="477" y="34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88C615D-9EC8-4200-9696-1AF1CB28D5C7}"/>
              </a:ext>
            </a:extLst>
          </p:cNvPr>
          <p:cNvGrpSpPr/>
          <p:nvPr/>
        </p:nvGrpSpPr>
        <p:grpSpPr>
          <a:xfrm>
            <a:off x="1061696" y="3346426"/>
            <a:ext cx="1497373" cy="792863"/>
            <a:chOff x="1061696" y="3346426"/>
            <a:chExt cx="1497373" cy="79286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C7EC4C3-9F8F-47B8-A7A7-E96852852669}"/>
                </a:ext>
              </a:extLst>
            </p:cNvPr>
            <p:cNvSpPr/>
            <p:nvPr/>
          </p:nvSpPr>
          <p:spPr>
            <a:xfrm>
              <a:off x="1185052" y="3346426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7736ADA-09FB-4981-84CD-728CF5422BDA}"/>
                </a:ext>
              </a:extLst>
            </p:cNvPr>
            <p:cNvSpPr/>
            <p:nvPr/>
          </p:nvSpPr>
          <p:spPr>
            <a:xfrm>
              <a:off x="1061696" y="3631458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9EDE18-1A3C-45B6-9586-16FA18440011}"/>
              </a:ext>
            </a:extLst>
          </p:cNvPr>
          <p:cNvGrpSpPr/>
          <p:nvPr/>
        </p:nvGrpSpPr>
        <p:grpSpPr>
          <a:xfrm>
            <a:off x="3183460" y="4460647"/>
            <a:ext cx="1497373" cy="792863"/>
            <a:chOff x="3183460" y="4460647"/>
            <a:chExt cx="1497373" cy="79286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AF44F03-47F3-4BF3-9C7F-DB147308011C}"/>
                </a:ext>
              </a:extLst>
            </p:cNvPr>
            <p:cNvSpPr/>
            <p:nvPr/>
          </p:nvSpPr>
          <p:spPr>
            <a:xfrm>
              <a:off x="3306816" y="4460647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E6E6439-788C-49F4-9AB3-144EBF4EA4D4}"/>
                </a:ext>
              </a:extLst>
            </p:cNvPr>
            <p:cNvSpPr/>
            <p:nvPr/>
          </p:nvSpPr>
          <p:spPr>
            <a:xfrm>
              <a:off x="3183460" y="4745679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BBEB00C-1BC2-4D10-A19A-70D6C1181BE9}"/>
              </a:ext>
            </a:extLst>
          </p:cNvPr>
          <p:cNvGrpSpPr/>
          <p:nvPr/>
        </p:nvGrpSpPr>
        <p:grpSpPr>
          <a:xfrm>
            <a:off x="5447265" y="5643166"/>
            <a:ext cx="1497373" cy="792863"/>
            <a:chOff x="5447265" y="5643166"/>
            <a:chExt cx="1497373" cy="79286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BA81027-78B5-439E-8650-620C7F493098}"/>
                </a:ext>
              </a:extLst>
            </p:cNvPr>
            <p:cNvSpPr/>
            <p:nvPr/>
          </p:nvSpPr>
          <p:spPr>
            <a:xfrm>
              <a:off x="5570621" y="5643166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FA1DC87-822F-428B-A3BC-9587A9C352E9}"/>
                </a:ext>
              </a:extLst>
            </p:cNvPr>
            <p:cNvSpPr/>
            <p:nvPr/>
          </p:nvSpPr>
          <p:spPr>
            <a:xfrm>
              <a:off x="5447265" y="5928198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39FB276-C2B9-4F38-93ED-E1BBC8B58827}"/>
              </a:ext>
            </a:extLst>
          </p:cNvPr>
          <p:cNvGrpSpPr/>
          <p:nvPr/>
        </p:nvGrpSpPr>
        <p:grpSpPr>
          <a:xfrm>
            <a:off x="9696189" y="3346426"/>
            <a:ext cx="1497373" cy="792863"/>
            <a:chOff x="9696189" y="3346426"/>
            <a:chExt cx="1497373" cy="792863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7018669-C1C7-4458-8EA7-2A3A71F09CB4}"/>
                </a:ext>
              </a:extLst>
            </p:cNvPr>
            <p:cNvSpPr/>
            <p:nvPr/>
          </p:nvSpPr>
          <p:spPr>
            <a:xfrm>
              <a:off x="9819545" y="3346426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E63A246-52D1-4625-8387-5F45DEDC055F}"/>
                </a:ext>
              </a:extLst>
            </p:cNvPr>
            <p:cNvSpPr/>
            <p:nvPr/>
          </p:nvSpPr>
          <p:spPr>
            <a:xfrm>
              <a:off x="9696189" y="3631458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8959A93-57D0-4E0D-A182-3C0096CAF797}"/>
              </a:ext>
            </a:extLst>
          </p:cNvPr>
          <p:cNvGrpSpPr/>
          <p:nvPr/>
        </p:nvGrpSpPr>
        <p:grpSpPr>
          <a:xfrm>
            <a:off x="7565550" y="4460647"/>
            <a:ext cx="1497373" cy="792863"/>
            <a:chOff x="7565550" y="4460647"/>
            <a:chExt cx="1497373" cy="79286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C403D81-AD48-4525-830B-4EF0B8FB8A86}"/>
                </a:ext>
              </a:extLst>
            </p:cNvPr>
            <p:cNvSpPr/>
            <p:nvPr/>
          </p:nvSpPr>
          <p:spPr>
            <a:xfrm>
              <a:off x="7688906" y="4460647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>
                      <a:lumMod val="95000"/>
                    </a:schemeClr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337B6C9-1987-4471-B1B7-3B4C044715EE}"/>
                </a:ext>
              </a:extLst>
            </p:cNvPr>
            <p:cNvSpPr/>
            <p:nvPr/>
          </p:nvSpPr>
          <p:spPr>
            <a:xfrm>
              <a:off x="7565550" y="4745679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pic>
        <p:nvPicPr>
          <p:cNvPr id="75" name="Graphic 74" descr="Circles with arrows">
            <a:extLst>
              <a:ext uri="{FF2B5EF4-FFF2-40B4-BE49-F238E27FC236}">
                <a16:creationId xmlns:a16="http://schemas.microsoft.com/office/drawing/2014/main" id="{FA1BF73B-9FE5-4DF7-B726-C0C746462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2930" y="2043556"/>
            <a:ext cx="755704" cy="755704"/>
          </a:xfrm>
          <a:prstGeom prst="rect">
            <a:avLst/>
          </a:prstGeom>
        </p:spPr>
      </p:pic>
      <p:pic>
        <p:nvPicPr>
          <p:cNvPr id="76" name="Graphic 75" descr="Lock">
            <a:extLst>
              <a:ext uri="{FF2B5EF4-FFF2-40B4-BE49-F238E27FC236}">
                <a16:creationId xmlns:a16="http://schemas.microsoft.com/office/drawing/2014/main" id="{8AF9F291-2A8D-4D6D-9F1E-A3078D7FF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7183" y="4411055"/>
            <a:ext cx="687004" cy="687004"/>
          </a:xfrm>
          <a:prstGeom prst="rect">
            <a:avLst/>
          </a:prstGeom>
        </p:spPr>
      </p:pic>
      <p:pic>
        <p:nvPicPr>
          <p:cNvPr id="77" name="Graphic 76" descr="Cloud Computing">
            <a:extLst>
              <a:ext uri="{FF2B5EF4-FFF2-40B4-BE49-F238E27FC236}">
                <a16:creationId xmlns:a16="http://schemas.microsoft.com/office/drawing/2014/main" id="{B25F419F-74B8-47AA-B49A-AFA293D12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5704" y="3281284"/>
            <a:ext cx="624549" cy="624549"/>
          </a:xfrm>
          <a:prstGeom prst="rect">
            <a:avLst/>
          </a:prstGeom>
        </p:spPr>
      </p:pic>
      <p:pic>
        <p:nvPicPr>
          <p:cNvPr id="78" name="Graphic 77" descr="Internet">
            <a:extLst>
              <a:ext uri="{FF2B5EF4-FFF2-40B4-BE49-F238E27FC236}">
                <a16:creationId xmlns:a16="http://schemas.microsoft.com/office/drawing/2014/main" id="{276A002F-A518-44B3-B145-ED969B29FE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4186" y="3278373"/>
            <a:ext cx="687004" cy="687004"/>
          </a:xfrm>
          <a:prstGeom prst="rect">
            <a:avLst/>
          </a:prstGeom>
        </p:spPr>
      </p:pic>
      <p:pic>
        <p:nvPicPr>
          <p:cNvPr id="79" name="Graphic 78" descr="Tools">
            <a:extLst>
              <a:ext uri="{FF2B5EF4-FFF2-40B4-BE49-F238E27FC236}">
                <a16:creationId xmlns:a16="http://schemas.microsoft.com/office/drawing/2014/main" id="{DA0DAD88-21CD-47D0-8249-0703400121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52304" y="2147676"/>
            <a:ext cx="516156" cy="51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03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5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A73C7829-EE85-463F-8036-4A4C3BCA36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BAC8199-257E-4B97-9A52-78C4C0CF1711}"/>
              </a:ext>
            </a:extLst>
          </p:cNvPr>
          <p:cNvSpPr/>
          <p:nvPr/>
        </p:nvSpPr>
        <p:spPr>
          <a:xfrm>
            <a:off x="2015330" y="3219376"/>
            <a:ext cx="8161341" cy="1449210"/>
          </a:xfrm>
          <a:custGeom>
            <a:avLst/>
            <a:gdLst>
              <a:gd name="connsiteX0" fmla="*/ 7143274 w 7134225"/>
              <a:gd name="connsiteY0" fmla="*/ 1269111 h 1266825"/>
              <a:gd name="connsiteX1" fmla="*/ 5827490 w 7134225"/>
              <a:gd name="connsiteY1" fmla="*/ 1269111 h 1266825"/>
              <a:gd name="connsiteX2" fmla="*/ 5810250 w 7134225"/>
              <a:gd name="connsiteY2" fmla="*/ 1261682 h 1266825"/>
              <a:gd name="connsiteX3" fmla="*/ 4664107 w 7134225"/>
              <a:gd name="connsiteY3" fmla="*/ 58293 h 1266825"/>
              <a:gd name="connsiteX4" fmla="*/ 3514058 w 7134225"/>
              <a:gd name="connsiteY4" fmla="*/ 1261777 h 1266825"/>
              <a:gd name="connsiteX5" fmla="*/ 3496628 w 7134225"/>
              <a:gd name="connsiteY5" fmla="*/ 1269111 h 1266825"/>
              <a:gd name="connsiteX6" fmla="*/ 3479387 w 7134225"/>
              <a:gd name="connsiteY6" fmla="*/ 1261491 h 1266825"/>
              <a:gd name="connsiteX7" fmla="*/ 2365724 w 7134225"/>
              <a:gd name="connsiteY7" fmla="*/ 58865 h 1266825"/>
              <a:gd name="connsiteX8" fmla="*/ 1256062 w 7134225"/>
              <a:gd name="connsiteY8" fmla="*/ 1259967 h 1266825"/>
              <a:gd name="connsiteX9" fmla="*/ 1238536 w 7134225"/>
              <a:gd name="connsiteY9" fmla="*/ 1267587 h 1266825"/>
              <a:gd name="connsiteX10" fmla="*/ 0 w 7134225"/>
              <a:gd name="connsiteY10" fmla="*/ 1267587 h 1266825"/>
              <a:gd name="connsiteX11" fmla="*/ 0 w 7134225"/>
              <a:gd name="connsiteY11" fmla="*/ 1219962 h 1266825"/>
              <a:gd name="connsiteX12" fmla="*/ 1228154 w 7134225"/>
              <a:gd name="connsiteY12" fmla="*/ 1219962 h 1266825"/>
              <a:gd name="connsiteX13" fmla="*/ 2348198 w 7134225"/>
              <a:gd name="connsiteY13" fmla="*/ 7620 h 1266825"/>
              <a:gd name="connsiteX14" fmla="*/ 2365629 w 7134225"/>
              <a:gd name="connsiteY14" fmla="*/ 0 h 1266825"/>
              <a:gd name="connsiteX15" fmla="*/ 2365629 w 7134225"/>
              <a:gd name="connsiteY15" fmla="*/ 0 h 1266825"/>
              <a:gd name="connsiteX16" fmla="*/ 2383060 w 7134225"/>
              <a:gd name="connsiteY16" fmla="*/ 7620 h 1266825"/>
              <a:gd name="connsiteX17" fmla="*/ 3497104 w 7134225"/>
              <a:gd name="connsiteY17" fmla="*/ 1210532 h 1266825"/>
              <a:gd name="connsiteX18" fmla="*/ 4646962 w 7134225"/>
              <a:gd name="connsiteY18" fmla="*/ 7334 h 1266825"/>
              <a:gd name="connsiteX19" fmla="*/ 4664202 w 7134225"/>
              <a:gd name="connsiteY19" fmla="*/ 0 h 1266825"/>
              <a:gd name="connsiteX20" fmla="*/ 4664202 w 7134225"/>
              <a:gd name="connsiteY20" fmla="*/ 0 h 1266825"/>
              <a:gd name="connsiteX21" fmla="*/ 4681442 w 7134225"/>
              <a:gd name="connsiteY21" fmla="*/ 7429 h 1266825"/>
              <a:gd name="connsiteX22" fmla="*/ 5837778 w 7134225"/>
              <a:gd name="connsiteY22" fmla="*/ 1221581 h 1266825"/>
              <a:gd name="connsiteX23" fmla="*/ 7143369 w 7134225"/>
              <a:gd name="connsiteY23" fmla="*/ 1221581 h 1266825"/>
              <a:gd name="connsiteX24" fmla="*/ 7143369 w 7134225"/>
              <a:gd name="connsiteY24" fmla="*/ 1269111 h 126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134225" h="1266825">
                <a:moveTo>
                  <a:pt x="7143274" y="1269111"/>
                </a:moveTo>
                <a:lnTo>
                  <a:pt x="5827490" y="1269111"/>
                </a:lnTo>
                <a:cubicBezTo>
                  <a:pt x="5821014" y="1269111"/>
                  <a:pt x="5814727" y="1266444"/>
                  <a:pt x="5810250" y="1261682"/>
                </a:cubicBezTo>
                <a:lnTo>
                  <a:pt x="4664107" y="58293"/>
                </a:lnTo>
                <a:lnTo>
                  <a:pt x="3514058" y="1261777"/>
                </a:lnTo>
                <a:cubicBezTo>
                  <a:pt x="3509486" y="1266539"/>
                  <a:pt x="3502914" y="1269302"/>
                  <a:pt x="3496628" y="1269111"/>
                </a:cubicBezTo>
                <a:cubicBezTo>
                  <a:pt x="3490055" y="1269016"/>
                  <a:pt x="3483769" y="1266349"/>
                  <a:pt x="3479387" y="1261491"/>
                </a:cubicBezTo>
                <a:lnTo>
                  <a:pt x="2365724" y="58865"/>
                </a:lnTo>
                <a:lnTo>
                  <a:pt x="1256062" y="1259967"/>
                </a:lnTo>
                <a:cubicBezTo>
                  <a:pt x="1251585" y="1264825"/>
                  <a:pt x="1245203" y="1267587"/>
                  <a:pt x="1238536" y="1267587"/>
                </a:cubicBezTo>
                <a:lnTo>
                  <a:pt x="0" y="1267587"/>
                </a:lnTo>
                <a:lnTo>
                  <a:pt x="0" y="1219962"/>
                </a:lnTo>
                <a:lnTo>
                  <a:pt x="1228154" y="1219962"/>
                </a:lnTo>
                <a:lnTo>
                  <a:pt x="2348198" y="7620"/>
                </a:lnTo>
                <a:cubicBezTo>
                  <a:pt x="2352675" y="2762"/>
                  <a:pt x="2359057" y="0"/>
                  <a:pt x="2365629" y="0"/>
                </a:cubicBezTo>
                <a:cubicBezTo>
                  <a:pt x="2365629" y="0"/>
                  <a:pt x="2365629" y="0"/>
                  <a:pt x="2365629" y="0"/>
                </a:cubicBezTo>
                <a:cubicBezTo>
                  <a:pt x="2372297" y="0"/>
                  <a:pt x="2378583" y="2762"/>
                  <a:pt x="2383060" y="7620"/>
                </a:cubicBezTo>
                <a:lnTo>
                  <a:pt x="3497104" y="1210532"/>
                </a:lnTo>
                <a:lnTo>
                  <a:pt x="4646962" y="7334"/>
                </a:lnTo>
                <a:cubicBezTo>
                  <a:pt x="4651439" y="2667"/>
                  <a:pt x="4657725" y="0"/>
                  <a:pt x="4664202" y="0"/>
                </a:cubicBezTo>
                <a:cubicBezTo>
                  <a:pt x="4664202" y="0"/>
                  <a:pt x="4664202" y="0"/>
                  <a:pt x="4664202" y="0"/>
                </a:cubicBezTo>
                <a:cubicBezTo>
                  <a:pt x="4670679" y="0"/>
                  <a:pt x="4676966" y="2667"/>
                  <a:pt x="4681442" y="7429"/>
                </a:cubicBezTo>
                <a:lnTo>
                  <a:pt x="5837778" y="1221581"/>
                </a:lnTo>
                <a:lnTo>
                  <a:pt x="7143369" y="1221581"/>
                </a:lnTo>
                <a:lnTo>
                  <a:pt x="7143369" y="12691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24C5E0E-22ED-48EF-B095-7C10838D4F13}"/>
              </a:ext>
            </a:extLst>
          </p:cNvPr>
          <p:cNvSpPr/>
          <p:nvPr/>
        </p:nvSpPr>
        <p:spPr>
          <a:xfrm>
            <a:off x="3085893" y="4292009"/>
            <a:ext cx="686468" cy="686468"/>
          </a:xfrm>
          <a:custGeom>
            <a:avLst/>
            <a:gdLst>
              <a:gd name="connsiteX0" fmla="*/ 601789 w 600075"/>
              <a:gd name="connsiteY0" fmla="*/ 300895 h 600075"/>
              <a:gd name="connsiteX1" fmla="*/ 300895 w 600075"/>
              <a:gd name="connsiteY1" fmla="*/ 601790 h 600075"/>
              <a:gd name="connsiteX2" fmla="*/ 0 w 600075"/>
              <a:gd name="connsiteY2" fmla="*/ 300895 h 600075"/>
              <a:gd name="connsiteX3" fmla="*/ 300895 w 600075"/>
              <a:gd name="connsiteY3" fmla="*/ 0 h 600075"/>
              <a:gd name="connsiteX4" fmla="*/ 601789 w 600075"/>
              <a:gd name="connsiteY4" fmla="*/ 30089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075" h="600075">
                <a:moveTo>
                  <a:pt x="601789" y="300895"/>
                </a:moveTo>
                <a:cubicBezTo>
                  <a:pt x="601789" y="467074"/>
                  <a:pt x="467074" y="601790"/>
                  <a:pt x="300895" y="601790"/>
                </a:cubicBezTo>
                <a:cubicBezTo>
                  <a:pt x="134715" y="601790"/>
                  <a:pt x="0" y="467074"/>
                  <a:pt x="0" y="300895"/>
                </a:cubicBezTo>
                <a:cubicBezTo>
                  <a:pt x="0" y="134715"/>
                  <a:pt x="134715" y="0"/>
                  <a:pt x="300895" y="0"/>
                </a:cubicBezTo>
                <a:cubicBezTo>
                  <a:pt x="467074" y="0"/>
                  <a:pt x="601789" y="134715"/>
                  <a:pt x="601789" y="3008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A5FDBE2-8869-48E8-BAEE-7F4EB54581DE}"/>
              </a:ext>
            </a:extLst>
          </p:cNvPr>
          <p:cNvSpPr/>
          <p:nvPr/>
        </p:nvSpPr>
        <p:spPr>
          <a:xfrm>
            <a:off x="5660148" y="4292009"/>
            <a:ext cx="686468" cy="686468"/>
          </a:xfrm>
          <a:custGeom>
            <a:avLst/>
            <a:gdLst>
              <a:gd name="connsiteX0" fmla="*/ 601789 w 600075"/>
              <a:gd name="connsiteY0" fmla="*/ 300895 h 600075"/>
              <a:gd name="connsiteX1" fmla="*/ 300895 w 600075"/>
              <a:gd name="connsiteY1" fmla="*/ 601790 h 600075"/>
              <a:gd name="connsiteX2" fmla="*/ 0 w 600075"/>
              <a:gd name="connsiteY2" fmla="*/ 300895 h 600075"/>
              <a:gd name="connsiteX3" fmla="*/ 300895 w 600075"/>
              <a:gd name="connsiteY3" fmla="*/ 0 h 600075"/>
              <a:gd name="connsiteX4" fmla="*/ 601789 w 600075"/>
              <a:gd name="connsiteY4" fmla="*/ 30089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075" h="600075">
                <a:moveTo>
                  <a:pt x="601789" y="300895"/>
                </a:moveTo>
                <a:cubicBezTo>
                  <a:pt x="601789" y="467074"/>
                  <a:pt x="467074" y="601790"/>
                  <a:pt x="300895" y="601790"/>
                </a:cubicBezTo>
                <a:cubicBezTo>
                  <a:pt x="134715" y="601790"/>
                  <a:pt x="0" y="467074"/>
                  <a:pt x="0" y="300895"/>
                </a:cubicBezTo>
                <a:cubicBezTo>
                  <a:pt x="0" y="134715"/>
                  <a:pt x="134715" y="0"/>
                  <a:pt x="300895" y="0"/>
                </a:cubicBezTo>
                <a:cubicBezTo>
                  <a:pt x="467074" y="0"/>
                  <a:pt x="601789" y="134715"/>
                  <a:pt x="601789" y="3008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9296A3-0115-4EC6-86E7-05407810CAFE}"/>
              </a:ext>
            </a:extLst>
          </p:cNvPr>
          <p:cNvSpPr/>
          <p:nvPr/>
        </p:nvSpPr>
        <p:spPr>
          <a:xfrm>
            <a:off x="8336610" y="4292009"/>
            <a:ext cx="686468" cy="686468"/>
          </a:xfrm>
          <a:custGeom>
            <a:avLst/>
            <a:gdLst>
              <a:gd name="connsiteX0" fmla="*/ 601790 w 600075"/>
              <a:gd name="connsiteY0" fmla="*/ 300895 h 600075"/>
              <a:gd name="connsiteX1" fmla="*/ 300894 w 600075"/>
              <a:gd name="connsiteY1" fmla="*/ 601790 h 600075"/>
              <a:gd name="connsiteX2" fmla="*/ -1 w 600075"/>
              <a:gd name="connsiteY2" fmla="*/ 300895 h 600075"/>
              <a:gd name="connsiteX3" fmla="*/ 300894 w 600075"/>
              <a:gd name="connsiteY3" fmla="*/ 0 h 600075"/>
              <a:gd name="connsiteX4" fmla="*/ 601790 w 600075"/>
              <a:gd name="connsiteY4" fmla="*/ 30089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075" h="600075">
                <a:moveTo>
                  <a:pt x="601790" y="300895"/>
                </a:moveTo>
                <a:cubicBezTo>
                  <a:pt x="601790" y="467074"/>
                  <a:pt x="467074" y="601790"/>
                  <a:pt x="300894" y="601790"/>
                </a:cubicBezTo>
                <a:cubicBezTo>
                  <a:pt x="134715" y="601790"/>
                  <a:pt x="-1" y="467074"/>
                  <a:pt x="-1" y="300895"/>
                </a:cubicBezTo>
                <a:cubicBezTo>
                  <a:pt x="-1" y="134715"/>
                  <a:pt x="134715" y="0"/>
                  <a:pt x="300894" y="0"/>
                </a:cubicBezTo>
                <a:cubicBezTo>
                  <a:pt x="467074" y="0"/>
                  <a:pt x="601790" y="134715"/>
                  <a:pt x="601790" y="3008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EABD7D-8371-4808-9D0B-D22944070F49}"/>
              </a:ext>
            </a:extLst>
          </p:cNvPr>
          <p:cNvSpPr/>
          <p:nvPr/>
        </p:nvSpPr>
        <p:spPr>
          <a:xfrm>
            <a:off x="6996363" y="2919073"/>
            <a:ext cx="686468" cy="686468"/>
          </a:xfrm>
          <a:custGeom>
            <a:avLst/>
            <a:gdLst>
              <a:gd name="connsiteX0" fmla="*/ 601790 w 600075"/>
              <a:gd name="connsiteY0" fmla="*/ 300895 h 600075"/>
              <a:gd name="connsiteX1" fmla="*/ 300895 w 600075"/>
              <a:gd name="connsiteY1" fmla="*/ 601790 h 600075"/>
              <a:gd name="connsiteX2" fmla="*/ 0 w 600075"/>
              <a:gd name="connsiteY2" fmla="*/ 300895 h 600075"/>
              <a:gd name="connsiteX3" fmla="*/ 300895 w 600075"/>
              <a:gd name="connsiteY3" fmla="*/ 0 h 600075"/>
              <a:gd name="connsiteX4" fmla="*/ 601790 w 600075"/>
              <a:gd name="connsiteY4" fmla="*/ 30089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075" h="600075">
                <a:moveTo>
                  <a:pt x="601790" y="300895"/>
                </a:moveTo>
                <a:cubicBezTo>
                  <a:pt x="601790" y="467074"/>
                  <a:pt x="467074" y="601790"/>
                  <a:pt x="300895" y="601790"/>
                </a:cubicBezTo>
                <a:cubicBezTo>
                  <a:pt x="134715" y="601790"/>
                  <a:pt x="0" y="467074"/>
                  <a:pt x="0" y="300895"/>
                </a:cubicBezTo>
                <a:cubicBezTo>
                  <a:pt x="0" y="134715"/>
                  <a:pt x="134715" y="0"/>
                  <a:pt x="300895" y="0"/>
                </a:cubicBezTo>
                <a:cubicBezTo>
                  <a:pt x="467074" y="0"/>
                  <a:pt x="601790" y="134715"/>
                  <a:pt x="601790" y="3008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92A393-C23A-4691-9298-5823448DB663}"/>
              </a:ext>
            </a:extLst>
          </p:cNvPr>
          <p:cNvSpPr/>
          <p:nvPr/>
        </p:nvSpPr>
        <p:spPr>
          <a:xfrm>
            <a:off x="4360762" y="2919073"/>
            <a:ext cx="686468" cy="686468"/>
          </a:xfrm>
          <a:custGeom>
            <a:avLst/>
            <a:gdLst>
              <a:gd name="connsiteX0" fmla="*/ 601789 w 600075"/>
              <a:gd name="connsiteY0" fmla="*/ 300895 h 600075"/>
              <a:gd name="connsiteX1" fmla="*/ 300895 w 600075"/>
              <a:gd name="connsiteY1" fmla="*/ 601790 h 600075"/>
              <a:gd name="connsiteX2" fmla="*/ 0 w 600075"/>
              <a:gd name="connsiteY2" fmla="*/ 300895 h 600075"/>
              <a:gd name="connsiteX3" fmla="*/ 300895 w 600075"/>
              <a:gd name="connsiteY3" fmla="*/ 0 h 600075"/>
              <a:gd name="connsiteX4" fmla="*/ 601789 w 600075"/>
              <a:gd name="connsiteY4" fmla="*/ 30089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075" h="600075">
                <a:moveTo>
                  <a:pt x="601789" y="300895"/>
                </a:moveTo>
                <a:cubicBezTo>
                  <a:pt x="601789" y="467074"/>
                  <a:pt x="467074" y="601790"/>
                  <a:pt x="300895" y="601790"/>
                </a:cubicBezTo>
                <a:cubicBezTo>
                  <a:pt x="134715" y="601790"/>
                  <a:pt x="0" y="467074"/>
                  <a:pt x="0" y="300895"/>
                </a:cubicBezTo>
                <a:cubicBezTo>
                  <a:pt x="0" y="134715"/>
                  <a:pt x="134715" y="0"/>
                  <a:pt x="300895" y="0"/>
                </a:cubicBezTo>
                <a:cubicBezTo>
                  <a:pt x="467074" y="0"/>
                  <a:pt x="601789" y="134715"/>
                  <a:pt x="601789" y="3008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5EE9AA-70C9-43CD-8171-8DC96BCE3FA0}"/>
              </a:ext>
            </a:extLst>
          </p:cNvPr>
          <p:cNvGrpSpPr/>
          <p:nvPr/>
        </p:nvGrpSpPr>
        <p:grpSpPr>
          <a:xfrm>
            <a:off x="7995664" y="2152048"/>
            <a:ext cx="1351143" cy="2607739"/>
            <a:chOff x="7995664" y="2152048"/>
            <a:chExt cx="1351143" cy="2607739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9A6CF4D-1BC1-41CE-9378-811F01AB54E7}"/>
                </a:ext>
              </a:extLst>
            </p:cNvPr>
            <p:cNvSpPr/>
            <p:nvPr/>
          </p:nvSpPr>
          <p:spPr>
            <a:xfrm>
              <a:off x="8105608" y="2515146"/>
              <a:ext cx="1155010" cy="2244641"/>
            </a:xfrm>
            <a:custGeom>
              <a:avLst/>
              <a:gdLst>
                <a:gd name="connsiteX0" fmla="*/ 783527 w 1009650"/>
                <a:gd name="connsiteY0" fmla="*/ 0 h 1962150"/>
                <a:gd name="connsiteX1" fmla="*/ 228029 w 1009650"/>
                <a:gd name="connsiteY1" fmla="*/ 0 h 1962150"/>
                <a:gd name="connsiteX2" fmla="*/ 0 w 1009650"/>
                <a:gd name="connsiteY2" fmla="*/ 228029 h 1962150"/>
                <a:gd name="connsiteX3" fmla="*/ 0 w 1009650"/>
                <a:gd name="connsiteY3" fmla="*/ 883825 h 1962150"/>
                <a:gd name="connsiteX4" fmla="*/ 278606 w 1009650"/>
                <a:gd name="connsiteY4" fmla="*/ 1335310 h 1962150"/>
                <a:gd name="connsiteX5" fmla="*/ 458248 w 1009650"/>
                <a:gd name="connsiteY5" fmla="*/ 1623536 h 1962150"/>
                <a:gd name="connsiteX6" fmla="*/ 458248 w 1009650"/>
                <a:gd name="connsiteY6" fmla="*/ 1635443 h 1962150"/>
                <a:gd name="connsiteX7" fmla="*/ 410528 w 1009650"/>
                <a:gd name="connsiteY7" fmla="*/ 1804988 h 1962150"/>
                <a:gd name="connsiteX8" fmla="*/ 396716 w 1009650"/>
                <a:gd name="connsiteY8" fmla="*/ 1871377 h 1962150"/>
                <a:gd name="connsiteX9" fmla="*/ 492919 w 1009650"/>
                <a:gd name="connsiteY9" fmla="*/ 1967960 h 1962150"/>
                <a:gd name="connsiteX10" fmla="*/ 614839 w 1009650"/>
                <a:gd name="connsiteY10" fmla="*/ 1859280 h 1962150"/>
                <a:gd name="connsiteX11" fmla="*/ 599790 w 1009650"/>
                <a:gd name="connsiteY11" fmla="*/ 1803940 h 1962150"/>
                <a:gd name="connsiteX12" fmla="*/ 553212 w 1009650"/>
                <a:gd name="connsiteY12" fmla="*/ 1636395 h 1962150"/>
                <a:gd name="connsiteX13" fmla="*/ 553212 w 1009650"/>
                <a:gd name="connsiteY13" fmla="*/ 1623632 h 1962150"/>
                <a:gd name="connsiteX14" fmla="*/ 732854 w 1009650"/>
                <a:gd name="connsiteY14" fmla="*/ 1335405 h 1962150"/>
                <a:gd name="connsiteX15" fmla="*/ 1011460 w 1009650"/>
                <a:gd name="connsiteY15" fmla="*/ 883920 h 1962150"/>
                <a:gd name="connsiteX16" fmla="*/ 1011460 w 1009650"/>
                <a:gd name="connsiteY16" fmla="*/ 228029 h 1962150"/>
                <a:gd name="connsiteX17" fmla="*/ 783527 w 1009650"/>
                <a:gd name="connsiteY17" fmla="*/ 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9650" h="1962150">
                  <a:moveTo>
                    <a:pt x="783527" y="0"/>
                  </a:moveTo>
                  <a:lnTo>
                    <a:pt x="228029" y="0"/>
                  </a:lnTo>
                  <a:cubicBezTo>
                    <a:pt x="102584" y="0"/>
                    <a:pt x="0" y="102584"/>
                    <a:pt x="0" y="228029"/>
                  </a:cubicBezTo>
                  <a:lnTo>
                    <a:pt x="0" y="883825"/>
                  </a:lnTo>
                  <a:cubicBezTo>
                    <a:pt x="0" y="1080421"/>
                    <a:pt x="113729" y="1251776"/>
                    <a:pt x="278606" y="1335310"/>
                  </a:cubicBezTo>
                  <a:cubicBezTo>
                    <a:pt x="387858" y="1390650"/>
                    <a:pt x="458248" y="1501045"/>
                    <a:pt x="458248" y="1623536"/>
                  </a:cubicBezTo>
                  <a:lnTo>
                    <a:pt x="458248" y="1635443"/>
                  </a:lnTo>
                  <a:cubicBezTo>
                    <a:pt x="458248" y="1695260"/>
                    <a:pt x="440341" y="1753076"/>
                    <a:pt x="410528" y="1804988"/>
                  </a:cubicBezTo>
                  <a:cubicBezTo>
                    <a:pt x="399479" y="1824228"/>
                    <a:pt x="394145" y="1847088"/>
                    <a:pt x="396716" y="1871377"/>
                  </a:cubicBezTo>
                  <a:cubicBezTo>
                    <a:pt x="402146" y="1921669"/>
                    <a:pt x="442722" y="1962341"/>
                    <a:pt x="492919" y="1967960"/>
                  </a:cubicBezTo>
                  <a:cubicBezTo>
                    <a:pt x="558927" y="1975295"/>
                    <a:pt x="614839" y="1923764"/>
                    <a:pt x="614839" y="1859280"/>
                  </a:cubicBezTo>
                  <a:cubicBezTo>
                    <a:pt x="614839" y="1839087"/>
                    <a:pt x="609315" y="1820132"/>
                    <a:pt x="599790" y="1803940"/>
                  </a:cubicBezTo>
                  <a:cubicBezTo>
                    <a:pt x="569786" y="1753076"/>
                    <a:pt x="553212" y="1695450"/>
                    <a:pt x="553212" y="1636395"/>
                  </a:cubicBezTo>
                  <a:cubicBezTo>
                    <a:pt x="553212" y="1632204"/>
                    <a:pt x="553212" y="1627918"/>
                    <a:pt x="553212" y="1623632"/>
                  </a:cubicBezTo>
                  <a:cubicBezTo>
                    <a:pt x="553212" y="1501140"/>
                    <a:pt x="623602" y="1390745"/>
                    <a:pt x="732854" y="1335405"/>
                  </a:cubicBezTo>
                  <a:cubicBezTo>
                    <a:pt x="897731" y="1251871"/>
                    <a:pt x="1011460" y="1080516"/>
                    <a:pt x="1011460" y="883920"/>
                  </a:cubicBezTo>
                  <a:lnTo>
                    <a:pt x="1011460" y="228029"/>
                  </a:lnTo>
                  <a:cubicBezTo>
                    <a:pt x="1011555" y="102584"/>
                    <a:pt x="908875" y="0"/>
                    <a:pt x="783527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AC29EB4-5EA0-4687-8EEC-03AA68C20288}"/>
                </a:ext>
              </a:extLst>
            </p:cNvPr>
            <p:cNvSpPr/>
            <p:nvPr/>
          </p:nvSpPr>
          <p:spPr>
            <a:xfrm>
              <a:off x="7995664" y="2747456"/>
              <a:ext cx="1351143" cy="337786"/>
            </a:xfrm>
            <a:custGeom>
              <a:avLst/>
              <a:gdLst>
                <a:gd name="connsiteX0" fmla="*/ 1101947 w 1181100"/>
                <a:gd name="connsiteY0" fmla="*/ 304610 h 295275"/>
                <a:gd name="connsiteX1" fmla="*/ 84772 w 1181100"/>
                <a:gd name="connsiteY1" fmla="*/ 304610 h 295275"/>
                <a:gd name="connsiteX2" fmla="*/ 0 w 1181100"/>
                <a:gd name="connsiteY2" fmla="*/ 219837 h 295275"/>
                <a:gd name="connsiteX3" fmla="*/ 0 w 1181100"/>
                <a:gd name="connsiteY3" fmla="*/ 84772 h 295275"/>
                <a:gd name="connsiteX4" fmla="*/ 84772 w 1181100"/>
                <a:gd name="connsiteY4" fmla="*/ 0 h 295275"/>
                <a:gd name="connsiteX5" fmla="*/ 1101947 w 1181100"/>
                <a:gd name="connsiteY5" fmla="*/ 0 h 295275"/>
                <a:gd name="connsiteX6" fmla="*/ 1186719 w 1181100"/>
                <a:gd name="connsiteY6" fmla="*/ 84772 h 295275"/>
                <a:gd name="connsiteX7" fmla="*/ 1186719 w 1181100"/>
                <a:gd name="connsiteY7" fmla="*/ 219837 h 295275"/>
                <a:gd name="connsiteX8" fmla="*/ 1101947 w 1181100"/>
                <a:gd name="connsiteY8" fmla="*/ 30461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1100" h="295275">
                  <a:moveTo>
                    <a:pt x="1101947" y="304610"/>
                  </a:moveTo>
                  <a:lnTo>
                    <a:pt x="84772" y="304610"/>
                  </a:lnTo>
                  <a:cubicBezTo>
                    <a:pt x="38195" y="304610"/>
                    <a:pt x="0" y="266510"/>
                    <a:pt x="0" y="219837"/>
                  </a:cubicBezTo>
                  <a:lnTo>
                    <a:pt x="0" y="84772"/>
                  </a:lnTo>
                  <a:cubicBezTo>
                    <a:pt x="0" y="38195"/>
                    <a:pt x="38100" y="0"/>
                    <a:pt x="84772" y="0"/>
                  </a:cubicBezTo>
                  <a:lnTo>
                    <a:pt x="1101947" y="0"/>
                  </a:lnTo>
                  <a:cubicBezTo>
                    <a:pt x="1148524" y="0"/>
                    <a:pt x="1186719" y="38100"/>
                    <a:pt x="1186719" y="84772"/>
                  </a:cubicBezTo>
                  <a:lnTo>
                    <a:pt x="1186719" y="219837"/>
                  </a:lnTo>
                  <a:cubicBezTo>
                    <a:pt x="1186719" y="266510"/>
                    <a:pt x="1148524" y="304610"/>
                    <a:pt x="1101947" y="304610"/>
                  </a:cubicBezTo>
                  <a:close/>
                </a:path>
              </a:pathLst>
            </a:custGeom>
            <a:solidFill>
              <a:srgbClr val="F797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775AFBE-426B-4BB2-9B0A-A0C00C8DD84F}"/>
                </a:ext>
              </a:extLst>
            </p:cNvPr>
            <p:cNvSpPr/>
            <p:nvPr/>
          </p:nvSpPr>
          <p:spPr>
            <a:xfrm>
              <a:off x="8606838" y="4568884"/>
              <a:ext cx="141652" cy="141652"/>
            </a:xfrm>
            <a:custGeom>
              <a:avLst/>
              <a:gdLst>
                <a:gd name="connsiteX0" fmla="*/ 131255 w 123825"/>
                <a:gd name="connsiteY0" fmla="*/ 65627 h 123825"/>
                <a:gd name="connsiteX1" fmla="*/ 65627 w 123825"/>
                <a:gd name="connsiteY1" fmla="*/ 131254 h 123825"/>
                <a:gd name="connsiteX2" fmla="*/ 0 w 123825"/>
                <a:gd name="connsiteY2" fmla="*/ 65627 h 123825"/>
                <a:gd name="connsiteX3" fmla="*/ 65627 w 123825"/>
                <a:gd name="connsiteY3" fmla="*/ 0 h 123825"/>
                <a:gd name="connsiteX4" fmla="*/ 131255 w 123825"/>
                <a:gd name="connsiteY4" fmla="*/ 6562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31255" y="65627"/>
                  </a:moveTo>
                  <a:cubicBezTo>
                    <a:pt x="131255" y="101917"/>
                    <a:pt x="101822" y="131254"/>
                    <a:pt x="65627" y="131254"/>
                  </a:cubicBezTo>
                  <a:cubicBezTo>
                    <a:pt x="29337" y="131254"/>
                    <a:pt x="0" y="101822"/>
                    <a:pt x="0" y="65627"/>
                  </a:cubicBezTo>
                  <a:cubicBezTo>
                    <a:pt x="0" y="29432"/>
                    <a:pt x="29433" y="0"/>
                    <a:pt x="65627" y="0"/>
                  </a:cubicBezTo>
                  <a:cubicBezTo>
                    <a:pt x="101822" y="0"/>
                    <a:pt x="131255" y="29432"/>
                    <a:pt x="131255" y="65627"/>
                  </a:cubicBezTo>
                  <a:close/>
                </a:path>
              </a:pathLst>
            </a:custGeom>
            <a:solidFill>
              <a:srgbClr val="F797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EE1B234-1820-410E-B4CC-82A85906413A}"/>
                </a:ext>
              </a:extLst>
            </p:cNvPr>
            <p:cNvSpPr/>
            <p:nvPr/>
          </p:nvSpPr>
          <p:spPr>
            <a:xfrm>
              <a:off x="8335957" y="2181392"/>
              <a:ext cx="664675" cy="664675"/>
            </a:xfrm>
            <a:custGeom>
              <a:avLst/>
              <a:gdLst>
                <a:gd name="connsiteX0" fmla="*/ 582168 w 581025"/>
                <a:gd name="connsiteY0" fmla="*/ 291084 h 581025"/>
                <a:gd name="connsiteX1" fmla="*/ 291084 w 581025"/>
                <a:gd name="connsiteY1" fmla="*/ 582168 h 581025"/>
                <a:gd name="connsiteX2" fmla="*/ 0 w 581025"/>
                <a:gd name="connsiteY2" fmla="*/ 291084 h 581025"/>
                <a:gd name="connsiteX3" fmla="*/ 291084 w 581025"/>
                <a:gd name="connsiteY3" fmla="*/ 0 h 581025"/>
                <a:gd name="connsiteX4" fmla="*/ 582168 w 581025"/>
                <a:gd name="connsiteY4" fmla="*/ 29108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025" h="581025">
                  <a:moveTo>
                    <a:pt x="582168" y="291084"/>
                  </a:moveTo>
                  <a:cubicBezTo>
                    <a:pt x="582168" y="451845"/>
                    <a:pt x="451845" y="582168"/>
                    <a:pt x="291084" y="582168"/>
                  </a:cubicBezTo>
                  <a:cubicBezTo>
                    <a:pt x="130323" y="582168"/>
                    <a:pt x="0" y="451845"/>
                    <a:pt x="0" y="291084"/>
                  </a:cubicBezTo>
                  <a:cubicBezTo>
                    <a:pt x="0" y="130323"/>
                    <a:pt x="130323" y="0"/>
                    <a:pt x="291084" y="0"/>
                  </a:cubicBezTo>
                  <a:cubicBezTo>
                    <a:pt x="451845" y="0"/>
                    <a:pt x="582168" y="130323"/>
                    <a:pt x="582168" y="291084"/>
                  </a:cubicBezTo>
                  <a:close/>
                </a:path>
              </a:pathLst>
            </a:custGeom>
            <a:solidFill>
              <a:srgbClr val="60606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AB125F8-4507-4EED-A990-AB8565F61C7D}"/>
                </a:ext>
              </a:extLst>
            </p:cNvPr>
            <p:cNvSpPr/>
            <p:nvPr/>
          </p:nvSpPr>
          <p:spPr>
            <a:xfrm>
              <a:off x="8307068" y="2152048"/>
              <a:ext cx="719157" cy="719157"/>
            </a:xfrm>
            <a:custGeom>
              <a:avLst/>
              <a:gdLst>
                <a:gd name="connsiteX0" fmla="*/ 376521 w 628650"/>
                <a:gd name="connsiteY0" fmla="*/ 59875 h 628650"/>
                <a:gd name="connsiteX1" fmla="*/ 573417 w 628650"/>
                <a:gd name="connsiteY1" fmla="*/ 376521 h 628650"/>
                <a:gd name="connsiteX2" fmla="*/ 256771 w 628650"/>
                <a:gd name="connsiteY2" fmla="*/ 573417 h 628650"/>
                <a:gd name="connsiteX3" fmla="*/ 59875 w 628650"/>
                <a:gd name="connsiteY3" fmla="*/ 256771 h 628650"/>
                <a:gd name="connsiteX4" fmla="*/ 376521 w 628650"/>
                <a:gd name="connsiteY4" fmla="*/ 59875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50" h="628650">
                  <a:moveTo>
                    <a:pt x="376521" y="59875"/>
                  </a:moveTo>
                  <a:cubicBezTo>
                    <a:pt x="518332" y="92944"/>
                    <a:pt x="606485" y="234711"/>
                    <a:pt x="573417" y="376521"/>
                  </a:cubicBezTo>
                  <a:cubicBezTo>
                    <a:pt x="540349" y="518332"/>
                    <a:pt x="398581" y="606485"/>
                    <a:pt x="256771" y="573417"/>
                  </a:cubicBezTo>
                  <a:cubicBezTo>
                    <a:pt x="114960" y="540348"/>
                    <a:pt x="26807" y="398581"/>
                    <a:pt x="59875" y="256771"/>
                  </a:cubicBezTo>
                  <a:cubicBezTo>
                    <a:pt x="92944" y="114960"/>
                    <a:pt x="234711" y="26807"/>
                    <a:pt x="376521" y="5987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3474FD4-EB2E-4FC8-8BA6-18B34700B1FA}"/>
                </a:ext>
              </a:extLst>
            </p:cNvPr>
            <p:cNvSpPr/>
            <p:nvPr/>
          </p:nvSpPr>
          <p:spPr>
            <a:xfrm>
              <a:off x="8405366" y="2250801"/>
              <a:ext cx="523023" cy="523023"/>
            </a:xfrm>
            <a:custGeom>
              <a:avLst/>
              <a:gdLst>
                <a:gd name="connsiteX0" fmla="*/ 460820 w 457200"/>
                <a:gd name="connsiteY0" fmla="*/ 230410 h 457200"/>
                <a:gd name="connsiteX1" fmla="*/ 230410 w 457200"/>
                <a:gd name="connsiteY1" fmla="*/ 460820 h 457200"/>
                <a:gd name="connsiteX2" fmla="*/ 0 w 457200"/>
                <a:gd name="connsiteY2" fmla="*/ 230410 h 457200"/>
                <a:gd name="connsiteX3" fmla="*/ 230410 w 457200"/>
                <a:gd name="connsiteY3" fmla="*/ 0 h 457200"/>
                <a:gd name="connsiteX4" fmla="*/ 460820 w 457200"/>
                <a:gd name="connsiteY4" fmla="*/ 23041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457200">
                  <a:moveTo>
                    <a:pt x="460820" y="230410"/>
                  </a:moveTo>
                  <a:cubicBezTo>
                    <a:pt x="460820" y="357662"/>
                    <a:pt x="357661" y="460820"/>
                    <a:pt x="230410" y="460820"/>
                  </a:cubicBezTo>
                  <a:cubicBezTo>
                    <a:pt x="103158" y="460820"/>
                    <a:pt x="0" y="357662"/>
                    <a:pt x="0" y="230410"/>
                  </a:cubicBezTo>
                  <a:cubicBezTo>
                    <a:pt x="0" y="103158"/>
                    <a:pt x="103158" y="0"/>
                    <a:pt x="230410" y="0"/>
                  </a:cubicBezTo>
                  <a:cubicBezTo>
                    <a:pt x="357661" y="0"/>
                    <a:pt x="460820" y="103158"/>
                    <a:pt x="460820" y="230410"/>
                  </a:cubicBezTo>
                  <a:close/>
                </a:path>
              </a:pathLst>
            </a:custGeom>
            <a:solidFill>
              <a:srgbClr val="F7974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97531B8-C373-423A-998B-F2A26034A7CF}"/>
                </a:ext>
              </a:extLst>
            </p:cNvPr>
            <p:cNvSpPr/>
            <p:nvPr/>
          </p:nvSpPr>
          <p:spPr>
            <a:xfrm>
              <a:off x="8438163" y="2283600"/>
              <a:ext cx="457645" cy="457645"/>
            </a:xfrm>
            <a:custGeom>
              <a:avLst/>
              <a:gdLst>
                <a:gd name="connsiteX0" fmla="*/ 403479 w 400050"/>
                <a:gd name="connsiteY0" fmla="*/ 201740 h 400050"/>
                <a:gd name="connsiteX1" fmla="*/ 201740 w 400050"/>
                <a:gd name="connsiteY1" fmla="*/ 403479 h 400050"/>
                <a:gd name="connsiteX2" fmla="*/ 0 w 400050"/>
                <a:gd name="connsiteY2" fmla="*/ 201739 h 400050"/>
                <a:gd name="connsiteX3" fmla="*/ 201740 w 400050"/>
                <a:gd name="connsiteY3" fmla="*/ 0 h 400050"/>
                <a:gd name="connsiteX4" fmla="*/ 403479 w 400050"/>
                <a:gd name="connsiteY4" fmla="*/ 20174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050" h="400050">
                  <a:moveTo>
                    <a:pt x="403479" y="201740"/>
                  </a:moveTo>
                  <a:cubicBezTo>
                    <a:pt x="403479" y="313157"/>
                    <a:pt x="313157" y="403479"/>
                    <a:pt x="201740" y="403479"/>
                  </a:cubicBezTo>
                  <a:cubicBezTo>
                    <a:pt x="90322" y="403479"/>
                    <a:pt x="0" y="313157"/>
                    <a:pt x="0" y="201739"/>
                  </a:cubicBezTo>
                  <a:cubicBezTo>
                    <a:pt x="0" y="90322"/>
                    <a:pt x="90322" y="0"/>
                    <a:pt x="201740" y="0"/>
                  </a:cubicBezTo>
                  <a:cubicBezTo>
                    <a:pt x="313157" y="0"/>
                    <a:pt x="403479" y="90322"/>
                    <a:pt x="403479" y="201740"/>
                  </a:cubicBezTo>
                  <a:close/>
                </a:path>
              </a:pathLst>
            </a:custGeom>
            <a:solidFill>
              <a:srgbClr val="F5761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022AA62-4079-4F73-BE1F-3FB2440C299F}"/>
                </a:ext>
              </a:extLst>
            </p:cNvPr>
            <p:cNvSpPr/>
            <p:nvPr/>
          </p:nvSpPr>
          <p:spPr>
            <a:xfrm>
              <a:off x="8154941" y="3198167"/>
              <a:ext cx="10647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90377C4-D854-4F2B-B349-FE232A8141A7}"/>
                </a:ext>
              </a:extLst>
            </p:cNvPr>
            <p:cNvSpPr/>
            <p:nvPr/>
          </p:nvSpPr>
          <p:spPr>
            <a:xfrm>
              <a:off x="8428262" y="2819865"/>
              <a:ext cx="5180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2024</a:t>
              </a:r>
            </a:p>
          </p:txBody>
        </p:sp>
        <p:pic>
          <p:nvPicPr>
            <p:cNvPr id="140" name="Graphic 139" descr="Circles with arrows">
              <a:extLst>
                <a:ext uri="{FF2B5EF4-FFF2-40B4-BE49-F238E27FC236}">
                  <a16:creationId xmlns:a16="http://schemas.microsoft.com/office/drawing/2014/main" id="{48C88280-F85D-4514-9AE9-E31A2A970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85131" y="2316297"/>
              <a:ext cx="387795" cy="387795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0B5485-799A-48B6-9F44-627DF6018887}"/>
              </a:ext>
            </a:extLst>
          </p:cNvPr>
          <p:cNvGrpSpPr/>
          <p:nvPr/>
        </p:nvGrpSpPr>
        <p:grpSpPr>
          <a:xfrm>
            <a:off x="5329445" y="2152024"/>
            <a:ext cx="1351143" cy="2607763"/>
            <a:chOff x="5329445" y="2152024"/>
            <a:chExt cx="1351143" cy="260776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C7582C7-0590-4FE8-9DC0-8FE1EF54E19A}"/>
                </a:ext>
              </a:extLst>
            </p:cNvPr>
            <p:cNvSpPr/>
            <p:nvPr/>
          </p:nvSpPr>
          <p:spPr>
            <a:xfrm>
              <a:off x="5439388" y="2515146"/>
              <a:ext cx="1155010" cy="2244641"/>
            </a:xfrm>
            <a:custGeom>
              <a:avLst/>
              <a:gdLst>
                <a:gd name="connsiteX0" fmla="*/ 783527 w 1009650"/>
                <a:gd name="connsiteY0" fmla="*/ 0 h 1962150"/>
                <a:gd name="connsiteX1" fmla="*/ 228029 w 1009650"/>
                <a:gd name="connsiteY1" fmla="*/ 0 h 1962150"/>
                <a:gd name="connsiteX2" fmla="*/ 0 w 1009650"/>
                <a:gd name="connsiteY2" fmla="*/ 228029 h 1962150"/>
                <a:gd name="connsiteX3" fmla="*/ 0 w 1009650"/>
                <a:gd name="connsiteY3" fmla="*/ 883825 h 1962150"/>
                <a:gd name="connsiteX4" fmla="*/ 278606 w 1009650"/>
                <a:gd name="connsiteY4" fmla="*/ 1335310 h 1962150"/>
                <a:gd name="connsiteX5" fmla="*/ 458248 w 1009650"/>
                <a:gd name="connsiteY5" fmla="*/ 1623536 h 1962150"/>
                <a:gd name="connsiteX6" fmla="*/ 458248 w 1009650"/>
                <a:gd name="connsiteY6" fmla="*/ 1635443 h 1962150"/>
                <a:gd name="connsiteX7" fmla="*/ 410528 w 1009650"/>
                <a:gd name="connsiteY7" fmla="*/ 1804988 h 1962150"/>
                <a:gd name="connsiteX8" fmla="*/ 396812 w 1009650"/>
                <a:gd name="connsiteY8" fmla="*/ 1871377 h 1962150"/>
                <a:gd name="connsiteX9" fmla="*/ 493014 w 1009650"/>
                <a:gd name="connsiteY9" fmla="*/ 1967960 h 1962150"/>
                <a:gd name="connsiteX10" fmla="*/ 614934 w 1009650"/>
                <a:gd name="connsiteY10" fmla="*/ 1859280 h 1962150"/>
                <a:gd name="connsiteX11" fmla="*/ 599885 w 1009650"/>
                <a:gd name="connsiteY11" fmla="*/ 1803940 h 1962150"/>
                <a:gd name="connsiteX12" fmla="*/ 553307 w 1009650"/>
                <a:gd name="connsiteY12" fmla="*/ 1636395 h 1962150"/>
                <a:gd name="connsiteX13" fmla="*/ 553307 w 1009650"/>
                <a:gd name="connsiteY13" fmla="*/ 1623632 h 1962150"/>
                <a:gd name="connsiteX14" fmla="*/ 732949 w 1009650"/>
                <a:gd name="connsiteY14" fmla="*/ 1335405 h 1962150"/>
                <a:gd name="connsiteX15" fmla="*/ 1011555 w 1009650"/>
                <a:gd name="connsiteY15" fmla="*/ 883920 h 1962150"/>
                <a:gd name="connsiteX16" fmla="*/ 1011555 w 1009650"/>
                <a:gd name="connsiteY16" fmla="*/ 228029 h 1962150"/>
                <a:gd name="connsiteX17" fmla="*/ 783527 w 1009650"/>
                <a:gd name="connsiteY17" fmla="*/ 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9650" h="1962150">
                  <a:moveTo>
                    <a:pt x="783527" y="0"/>
                  </a:moveTo>
                  <a:lnTo>
                    <a:pt x="228029" y="0"/>
                  </a:lnTo>
                  <a:cubicBezTo>
                    <a:pt x="102584" y="0"/>
                    <a:pt x="0" y="102584"/>
                    <a:pt x="0" y="228029"/>
                  </a:cubicBezTo>
                  <a:lnTo>
                    <a:pt x="0" y="883825"/>
                  </a:lnTo>
                  <a:cubicBezTo>
                    <a:pt x="0" y="1080421"/>
                    <a:pt x="113729" y="1251776"/>
                    <a:pt x="278606" y="1335310"/>
                  </a:cubicBezTo>
                  <a:cubicBezTo>
                    <a:pt x="387858" y="1390650"/>
                    <a:pt x="458248" y="1501045"/>
                    <a:pt x="458248" y="1623536"/>
                  </a:cubicBezTo>
                  <a:lnTo>
                    <a:pt x="458248" y="1635443"/>
                  </a:lnTo>
                  <a:cubicBezTo>
                    <a:pt x="458248" y="1695260"/>
                    <a:pt x="440341" y="1753076"/>
                    <a:pt x="410528" y="1804988"/>
                  </a:cubicBezTo>
                  <a:cubicBezTo>
                    <a:pt x="399479" y="1824228"/>
                    <a:pt x="394145" y="1847088"/>
                    <a:pt x="396812" y="1871377"/>
                  </a:cubicBezTo>
                  <a:cubicBezTo>
                    <a:pt x="402241" y="1921669"/>
                    <a:pt x="442817" y="1962341"/>
                    <a:pt x="493014" y="1967960"/>
                  </a:cubicBezTo>
                  <a:cubicBezTo>
                    <a:pt x="559022" y="1975295"/>
                    <a:pt x="614934" y="1923764"/>
                    <a:pt x="614934" y="1859280"/>
                  </a:cubicBezTo>
                  <a:cubicBezTo>
                    <a:pt x="614934" y="1839087"/>
                    <a:pt x="609410" y="1820132"/>
                    <a:pt x="599885" y="1803940"/>
                  </a:cubicBezTo>
                  <a:cubicBezTo>
                    <a:pt x="569881" y="1753076"/>
                    <a:pt x="553307" y="1695450"/>
                    <a:pt x="553307" y="1636395"/>
                  </a:cubicBezTo>
                  <a:cubicBezTo>
                    <a:pt x="553307" y="1632204"/>
                    <a:pt x="553307" y="1627918"/>
                    <a:pt x="553307" y="1623632"/>
                  </a:cubicBezTo>
                  <a:cubicBezTo>
                    <a:pt x="553307" y="1501140"/>
                    <a:pt x="623697" y="1390745"/>
                    <a:pt x="732949" y="1335405"/>
                  </a:cubicBezTo>
                  <a:cubicBezTo>
                    <a:pt x="897827" y="1251871"/>
                    <a:pt x="1011555" y="1080516"/>
                    <a:pt x="1011555" y="883920"/>
                  </a:cubicBezTo>
                  <a:lnTo>
                    <a:pt x="1011555" y="228029"/>
                  </a:lnTo>
                  <a:cubicBezTo>
                    <a:pt x="1011555" y="102584"/>
                    <a:pt x="908971" y="0"/>
                    <a:pt x="783527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3121CB9-62E7-4F5B-B220-06A3B3E24BAD}"/>
                </a:ext>
              </a:extLst>
            </p:cNvPr>
            <p:cNvSpPr/>
            <p:nvPr/>
          </p:nvSpPr>
          <p:spPr>
            <a:xfrm>
              <a:off x="5329445" y="2747456"/>
              <a:ext cx="1351143" cy="337786"/>
            </a:xfrm>
            <a:custGeom>
              <a:avLst/>
              <a:gdLst>
                <a:gd name="connsiteX0" fmla="*/ 1101947 w 1181100"/>
                <a:gd name="connsiteY0" fmla="*/ 304610 h 295275"/>
                <a:gd name="connsiteX1" fmla="*/ 84772 w 1181100"/>
                <a:gd name="connsiteY1" fmla="*/ 304610 h 295275"/>
                <a:gd name="connsiteX2" fmla="*/ 0 w 1181100"/>
                <a:gd name="connsiteY2" fmla="*/ 219837 h 295275"/>
                <a:gd name="connsiteX3" fmla="*/ 0 w 1181100"/>
                <a:gd name="connsiteY3" fmla="*/ 84772 h 295275"/>
                <a:gd name="connsiteX4" fmla="*/ 84772 w 1181100"/>
                <a:gd name="connsiteY4" fmla="*/ 0 h 295275"/>
                <a:gd name="connsiteX5" fmla="*/ 1101947 w 1181100"/>
                <a:gd name="connsiteY5" fmla="*/ 0 h 295275"/>
                <a:gd name="connsiteX6" fmla="*/ 1186720 w 1181100"/>
                <a:gd name="connsiteY6" fmla="*/ 84772 h 295275"/>
                <a:gd name="connsiteX7" fmla="*/ 1186720 w 1181100"/>
                <a:gd name="connsiteY7" fmla="*/ 219837 h 295275"/>
                <a:gd name="connsiteX8" fmla="*/ 1101947 w 1181100"/>
                <a:gd name="connsiteY8" fmla="*/ 30461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1100" h="295275">
                  <a:moveTo>
                    <a:pt x="1101947" y="304610"/>
                  </a:moveTo>
                  <a:lnTo>
                    <a:pt x="84772" y="304610"/>
                  </a:lnTo>
                  <a:cubicBezTo>
                    <a:pt x="38195" y="304610"/>
                    <a:pt x="0" y="266510"/>
                    <a:pt x="0" y="219837"/>
                  </a:cubicBezTo>
                  <a:lnTo>
                    <a:pt x="0" y="84772"/>
                  </a:lnTo>
                  <a:cubicBezTo>
                    <a:pt x="0" y="38195"/>
                    <a:pt x="38100" y="0"/>
                    <a:pt x="84772" y="0"/>
                  </a:cubicBezTo>
                  <a:lnTo>
                    <a:pt x="1101947" y="0"/>
                  </a:lnTo>
                  <a:cubicBezTo>
                    <a:pt x="1148525" y="0"/>
                    <a:pt x="1186720" y="38100"/>
                    <a:pt x="1186720" y="84772"/>
                  </a:cubicBezTo>
                  <a:lnTo>
                    <a:pt x="1186720" y="219837"/>
                  </a:lnTo>
                  <a:cubicBezTo>
                    <a:pt x="1186720" y="266510"/>
                    <a:pt x="1148525" y="304610"/>
                    <a:pt x="1101947" y="304610"/>
                  </a:cubicBezTo>
                  <a:close/>
                </a:path>
              </a:pathLst>
            </a:custGeom>
            <a:solidFill>
              <a:srgbClr val="6978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1E7C2C-1217-4AF1-B7D1-0263467AB3B4}"/>
                </a:ext>
              </a:extLst>
            </p:cNvPr>
            <p:cNvSpPr/>
            <p:nvPr/>
          </p:nvSpPr>
          <p:spPr>
            <a:xfrm>
              <a:off x="5940619" y="4568884"/>
              <a:ext cx="141652" cy="141652"/>
            </a:xfrm>
            <a:custGeom>
              <a:avLst/>
              <a:gdLst>
                <a:gd name="connsiteX0" fmla="*/ 131254 w 123825"/>
                <a:gd name="connsiteY0" fmla="*/ 65627 h 123825"/>
                <a:gd name="connsiteX1" fmla="*/ 65627 w 123825"/>
                <a:gd name="connsiteY1" fmla="*/ 131254 h 123825"/>
                <a:gd name="connsiteX2" fmla="*/ 0 w 123825"/>
                <a:gd name="connsiteY2" fmla="*/ 65627 h 123825"/>
                <a:gd name="connsiteX3" fmla="*/ 65627 w 123825"/>
                <a:gd name="connsiteY3" fmla="*/ 0 h 123825"/>
                <a:gd name="connsiteX4" fmla="*/ 131254 w 123825"/>
                <a:gd name="connsiteY4" fmla="*/ 6562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31254" y="65627"/>
                  </a:moveTo>
                  <a:cubicBezTo>
                    <a:pt x="131254" y="101917"/>
                    <a:pt x="101822" y="131254"/>
                    <a:pt x="65627" y="131254"/>
                  </a:cubicBezTo>
                  <a:cubicBezTo>
                    <a:pt x="29337" y="131254"/>
                    <a:pt x="0" y="101822"/>
                    <a:pt x="0" y="65627"/>
                  </a:cubicBezTo>
                  <a:cubicBezTo>
                    <a:pt x="0" y="29432"/>
                    <a:pt x="29432" y="0"/>
                    <a:pt x="65627" y="0"/>
                  </a:cubicBezTo>
                  <a:cubicBezTo>
                    <a:pt x="101822" y="0"/>
                    <a:pt x="131254" y="29432"/>
                    <a:pt x="131254" y="65627"/>
                  </a:cubicBezTo>
                  <a:close/>
                </a:path>
              </a:pathLst>
            </a:custGeom>
            <a:solidFill>
              <a:srgbClr val="6978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7A6F50D-560A-4013-940A-8A74FCDEB21D}"/>
                </a:ext>
              </a:extLst>
            </p:cNvPr>
            <p:cNvSpPr/>
            <p:nvPr/>
          </p:nvSpPr>
          <p:spPr>
            <a:xfrm>
              <a:off x="5669846" y="2181392"/>
              <a:ext cx="664675" cy="664675"/>
            </a:xfrm>
            <a:custGeom>
              <a:avLst/>
              <a:gdLst>
                <a:gd name="connsiteX0" fmla="*/ 582168 w 581025"/>
                <a:gd name="connsiteY0" fmla="*/ 291084 h 581025"/>
                <a:gd name="connsiteX1" fmla="*/ 291084 w 581025"/>
                <a:gd name="connsiteY1" fmla="*/ 582168 h 581025"/>
                <a:gd name="connsiteX2" fmla="*/ 0 w 581025"/>
                <a:gd name="connsiteY2" fmla="*/ 291084 h 581025"/>
                <a:gd name="connsiteX3" fmla="*/ 291084 w 581025"/>
                <a:gd name="connsiteY3" fmla="*/ 0 h 581025"/>
                <a:gd name="connsiteX4" fmla="*/ 582168 w 581025"/>
                <a:gd name="connsiteY4" fmla="*/ 29108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025" h="581025">
                  <a:moveTo>
                    <a:pt x="582168" y="291084"/>
                  </a:moveTo>
                  <a:cubicBezTo>
                    <a:pt x="582168" y="451845"/>
                    <a:pt x="451845" y="582168"/>
                    <a:pt x="291084" y="582168"/>
                  </a:cubicBezTo>
                  <a:cubicBezTo>
                    <a:pt x="130323" y="582168"/>
                    <a:pt x="0" y="451845"/>
                    <a:pt x="0" y="291084"/>
                  </a:cubicBezTo>
                  <a:cubicBezTo>
                    <a:pt x="0" y="130323"/>
                    <a:pt x="130323" y="0"/>
                    <a:pt x="291084" y="0"/>
                  </a:cubicBezTo>
                  <a:cubicBezTo>
                    <a:pt x="451845" y="0"/>
                    <a:pt x="582168" y="130323"/>
                    <a:pt x="582168" y="291084"/>
                  </a:cubicBezTo>
                  <a:close/>
                </a:path>
              </a:pathLst>
            </a:custGeom>
            <a:solidFill>
              <a:srgbClr val="60606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A472314-DC47-4D78-9F1D-9B7694B298FD}"/>
                </a:ext>
              </a:extLst>
            </p:cNvPr>
            <p:cNvSpPr/>
            <p:nvPr/>
          </p:nvSpPr>
          <p:spPr>
            <a:xfrm>
              <a:off x="5640784" y="2152024"/>
              <a:ext cx="719157" cy="719157"/>
            </a:xfrm>
            <a:custGeom>
              <a:avLst/>
              <a:gdLst>
                <a:gd name="connsiteX0" fmla="*/ 376521 w 628650"/>
                <a:gd name="connsiteY0" fmla="*/ 59875 h 628650"/>
                <a:gd name="connsiteX1" fmla="*/ 573417 w 628650"/>
                <a:gd name="connsiteY1" fmla="*/ 376521 h 628650"/>
                <a:gd name="connsiteX2" fmla="*/ 256771 w 628650"/>
                <a:gd name="connsiteY2" fmla="*/ 573417 h 628650"/>
                <a:gd name="connsiteX3" fmla="*/ 59875 w 628650"/>
                <a:gd name="connsiteY3" fmla="*/ 256771 h 628650"/>
                <a:gd name="connsiteX4" fmla="*/ 376521 w 628650"/>
                <a:gd name="connsiteY4" fmla="*/ 59875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50" h="628650">
                  <a:moveTo>
                    <a:pt x="376521" y="59875"/>
                  </a:moveTo>
                  <a:cubicBezTo>
                    <a:pt x="518332" y="92944"/>
                    <a:pt x="606485" y="234711"/>
                    <a:pt x="573417" y="376521"/>
                  </a:cubicBezTo>
                  <a:cubicBezTo>
                    <a:pt x="540349" y="518332"/>
                    <a:pt x="398581" y="606485"/>
                    <a:pt x="256771" y="573417"/>
                  </a:cubicBezTo>
                  <a:cubicBezTo>
                    <a:pt x="114960" y="540348"/>
                    <a:pt x="26807" y="398581"/>
                    <a:pt x="59875" y="256771"/>
                  </a:cubicBezTo>
                  <a:cubicBezTo>
                    <a:pt x="92944" y="114960"/>
                    <a:pt x="234711" y="26807"/>
                    <a:pt x="376521" y="5987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8BA4B51-E7AF-477F-8E4F-06F695AC3366}"/>
                </a:ext>
              </a:extLst>
            </p:cNvPr>
            <p:cNvSpPr/>
            <p:nvPr/>
          </p:nvSpPr>
          <p:spPr>
            <a:xfrm>
              <a:off x="5739255" y="2250801"/>
              <a:ext cx="523023" cy="523023"/>
            </a:xfrm>
            <a:custGeom>
              <a:avLst/>
              <a:gdLst>
                <a:gd name="connsiteX0" fmla="*/ 460820 w 457200"/>
                <a:gd name="connsiteY0" fmla="*/ 230410 h 457200"/>
                <a:gd name="connsiteX1" fmla="*/ 230410 w 457200"/>
                <a:gd name="connsiteY1" fmla="*/ 460820 h 457200"/>
                <a:gd name="connsiteX2" fmla="*/ 0 w 457200"/>
                <a:gd name="connsiteY2" fmla="*/ 230410 h 457200"/>
                <a:gd name="connsiteX3" fmla="*/ 230410 w 457200"/>
                <a:gd name="connsiteY3" fmla="*/ 0 h 457200"/>
                <a:gd name="connsiteX4" fmla="*/ 460820 w 457200"/>
                <a:gd name="connsiteY4" fmla="*/ 23041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457200">
                  <a:moveTo>
                    <a:pt x="460820" y="230410"/>
                  </a:moveTo>
                  <a:cubicBezTo>
                    <a:pt x="460820" y="357662"/>
                    <a:pt x="357662" y="460820"/>
                    <a:pt x="230410" y="460820"/>
                  </a:cubicBezTo>
                  <a:cubicBezTo>
                    <a:pt x="103158" y="460820"/>
                    <a:pt x="0" y="357662"/>
                    <a:pt x="0" y="230410"/>
                  </a:cubicBezTo>
                  <a:cubicBezTo>
                    <a:pt x="0" y="103158"/>
                    <a:pt x="103158" y="0"/>
                    <a:pt x="230410" y="0"/>
                  </a:cubicBezTo>
                  <a:cubicBezTo>
                    <a:pt x="357662" y="0"/>
                    <a:pt x="460820" y="103158"/>
                    <a:pt x="460820" y="230410"/>
                  </a:cubicBezTo>
                  <a:close/>
                </a:path>
              </a:pathLst>
            </a:custGeom>
            <a:solidFill>
              <a:srgbClr val="6978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A0F36AA-E5B0-4346-A6DE-72144CBE8F18}"/>
                </a:ext>
              </a:extLst>
            </p:cNvPr>
            <p:cNvSpPr/>
            <p:nvPr/>
          </p:nvSpPr>
          <p:spPr>
            <a:xfrm>
              <a:off x="5772053" y="2283600"/>
              <a:ext cx="457645" cy="457645"/>
            </a:xfrm>
            <a:custGeom>
              <a:avLst/>
              <a:gdLst>
                <a:gd name="connsiteX0" fmla="*/ 403479 w 400050"/>
                <a:gd name="connsiteY0" fmla="*/ 201740 h 400050"/>
                <a:gd name="connsiteX1" fmla="*/ 201740 w 400050"/>
                <a:gd name="connsiteY1" fmla="*/ 403479 h 400050"/>
                <a:gd name="connsiteX2" fmla="*/ 0 w 400050"/>
                <a:gd name="connsiteY2" fmla="*/ 201739 h 400050"/>
                <a:gd name="connsiteX3" fmla="*/ 201740 w 400050"/>
                <a:gd name="connsiteY3" fmla="*/ 0 h 400050"/>
                <a:gd name="connsiteX4" fmla="*/ 403479 w 400050"/>
                <a:gd name="connsiteY4" fmla="*/ 20174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050" h="400050">
                  <a:moveTo>
                    <a:pt x="403479" y="201740"/>
                  </a:moveTo>
                  <a:cubicBezTo>
                    <a:pt x="403479" y="313157"/>
                    <a:pt x="313157" y="403479"/>
                    <a:pt x="201740" y="403479"/>
                  </a:cubicBezTo>
                  <a:cubicBezTo>
                    <a:pt x="90322" y="403479"/>
                    <a:pt x="0" y="313157"/>
                    <a:pt x="0" y="201739"/>
                  </a:cubicBezTo>
                  <a:cubicBezTo>
                    <a:pt x="0" y="90322"/>
                    <a:pt x="90322" y="0"/>
                    <a:pt x="201740" y="0"/>
                  </a:cubicBezTo>
                  <a:cubicBezTo>
                    <a:pt x="313157" y="0"/>
                    <a:pt x="403479" y="90322"/>
                    <a:pt x="403479" y="201740"/>
                  </a:cubicBezTo>
                  <a:close/>
                </a:path>
              </a:pathLst>
            </a:custGeom>
            <a:solidFill>
              <a:srgbClr val="5B686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52F16F9-D879-469A-97B7-A0AB90ACB919}"/>
                </a:ext>
              </a:extLst>
            </p:cNvPr>
            <p:cNvSpPr/>
            <p:nvPr/>
          </p:nvSpPr>
          <p:spPr>
            <a:xfrm>
              <a:off x="5479078" y="3198167"/>
              <a:ext cx="10647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7DB430A-1492-44F3-BF07-65756C9B167C}"/>
                </a:ext>
              </a:extLst>
            </p:cNvPr>
            <p:cNvSpPr/>
            <p:nvPr/>
          </p:nvSpPr>
          <p:spPr>
            <a:xfrm>
              <a:off x="5761781" y="2819865"/>
              <a:ext cx="5180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2022</a:t>
              </a:r>
            </a:p>
          </p:txBody>
        </p:sp>
        <p:pic>
          <p:nvPicPr>
            <p:cNvPr id="141" name="Graphic 140" descr="Lock">
              <a:extLst>
                <a:ext uri="{FF2B5EF4-FFF2-40B4-BE49-F238E27FC236}">
                  <a16:creationId xmlns:a16="http://schemas.microsoft.com/office/drawing/2014/main" id="{D244CABE-6680-45A9-9C66-2438D3442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18083" y="2326934"/>
              <a:ext cx="352541" cy="352541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58EF756-4C04-468E-A35E-104D04592E29}"/>
              </a:ext>
            </a:extLst>
          </p:cNvPr>
          <p:cNvGrpSpPr/>
          <p:nvPr/>
        </p:nvGrpSpPr>
        <p:grpSpPr>
          <a:xfrm>
            <a:off x="6679607" y="3123344"/>
            <a:ext cx="1351143" cy="2609853"/>
            <a:chOff x="6679607" y="3123344"/>
            <a:chExt cx="1351143" cy="260985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A8FBDB-FA21-4B3E-90C0-636442578789}"/>
                </a:ext>
              </a:extLst>
            </p:cNvPr>
            <p:cNvSpPr/>
            <p:nvPr/>
          </p:nvSpPr>
          <p:spPr>
            <a:xfrm>
              <a:off x="6770047" y="3123344"/>
              <a:ext cx="1155010" cy="2244641"/>
            </a:xfrm>
            <a:custGeom>
              <a:avLst/>
              <a:gdLst>
                <a:gd name="connsiteX0" fmla="*/ 228029 w 1009650"/>
                <a:gd name="connsiteY0" fmla="*/ 1968657 h 1962150"/>
                <a:gd name="connsiteX1" fmla="*/ 783527 w 1009650"/>
                <a:gd name="connsiteY1" fmla="*/ 1968657 h 1962150"/>
                <a:gd name="connsiteX2" fmla="*/ 1011555 w 1009650"/>
                <a:gd name="connsiteY2" fmla="*/ 1740629 h 1962150"/>
                <a:gd name="connsiteX3" fmla="*/ 1011555 w 1009650"/>
                <a:gd name="connsiteY3" fmla="*/ 1084832 h 1962150"/>
                <a:gd name="connsiteX4" fmla="*/ 732949 w 1009650"/>
                <a:gd name="connsiteY4" fmla="*/ 633347 h 1962150"/>
                <a:gd name="connsiteX5" fmla="*/ 553308 w 1009650"/>
                <a:gd name="connsiteY5" fmla="*/ 345121 h 1962150"/>
                <a:gd name="connsiteX6" fmla="*/ 553308 w 1009650"/>
                <a:gd name="connsiteY6" fmla="*/ 333215 h 1962150"/>
                <a:gd name="connsiteX7" fmla="*/ 601028 w 1009650"/>
                <a:gd name="connsiteY7" fmla="*/ 163670 h 1962150"/>
                <a:gd name="connsiteX8" fmla="*/ 614744 w 1009650"/>
                <a:gd name="connsiteY8" fmla="*/ 97280 h 1962150"/>
                <a:gd name="connsiteX9" fmla="*/ 518541 w 1009650"/>
                <a:gd name="connsiteY9" fmla="*/ 697 h 1962150"/>
                <a:gd name="connsiteX10" fmla="*/ 396621 w 1009650"/>
                <a:gd name="connsiteY10" fmla="*/ 109377 h 1962150"/>
                <a:gd name="connsiteX11" fmla="*/ 411671 w 1009650"/>
                <a:gd name="connsiteY11" fmla="*/ 164717 h 1962150"/>
                <a:gd name="connsiteX12" fmla="*/ 458248 w 1009650"/>
                <a:gd name="connsiteY12" fmla="*/ 332262 h 1962150"/>
                <a:gd name="connsiteX13" fmla="*/ 458248 w 1009650"/>
                <a:gd name="connsiteY13" fmla="*/ 345026 h 1962150"/>
                <a:gd name="connsiteX14" fmla="*/ 278606 w 1009650"/>
                <a:gd name="connsiteY14" fmla="*/ 633252 h 1962150"/>
                <a:gd name="connsiteX15" fmla="*/ 0 w 1009650"/>
                <a:gd name="connsiteY15" fmla="*/ 1084737 h 1962150"/>
                <a:gd name="connsiteX16" fmla="*/ 0 w 1009650"/>
                <a:gd name="connsiteY16" fmla="*/ 1740533 h 1962150"/>
                <a:gd name="connsiteX17" fmla="*/ 228029 w 1009650"/>
                <a:gd name="connsiteY17" fmla="*/ 1968657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9650" h="1962150">
                  <a:moveTo>
                    <a:pt x="228029" y="1968657"/>
                  </a:moveTo>
                  <a:lnTo>
                    <a:pt x="783527" y="1968657"/>
                  </a:lnTo>
                  <a:cubicBezTo>
                    <a:pt x="908971" y="1968657"/>
                    <a:pt x="1011555" y="1866073"/>
                    <a:pt x="1011555" y="1740629"/>
                  </a:cubicBezTo>
                  <a:lnTo>
                    <a:pt x="1011555" y="1084832"/>
                  </a:lnTo>
                  <a:cubicBezTo>
                    <a:pt x="1011555" y="888236"/>
                    <a:pt x="897827" y="716882"/>
                    <a:pt x="732949" y="633347"/>
                  </a:cubicBezTo>
                  <a:cubicBezTo>
                    <a:pt x="623697" y="578007"/>
                    <a:pt x="553308" y="467612"/>
                    <a:pt x="553308" y="345121"/>
                  </a:cubicBezTo>
                  <a:lnTo>
                    <a:pt x="553308" y="333215"/>
                  </a:lnTo>
                  <a:cubicBezTo>
                    <a:pt x="553308" y="273398"/>
                    <a:pt x="571214" y="215581"/>
                    <a:pt x="601028" y="163670"/>
                  </a:cubicBezTo>
                  <a:cubicBezTo>
                    <a:pt x="612077" y="144429"/>
                    <a:pt x="617411" y="121569"/>
                    <a:pt x="614744" y="97280"/>
                  </a:cubicBezTo>
                  <a:cubicBezTo>
                    <a:pt x="609314" y="46988"/>
                    <a:pt x="568738" y="6317"/>
                    <a:pt x="518541" y="697"/>
                  </a:cubicBezTo>
                  <a:cubicBezTo>
                    <a:pt x="452533" y="-6637"/>
                    <a:pt x="396621" y="44893"/>
                    <a:pt x="396621" y="109377"/>
                  </a:cubicBezTo>
                  <a:cubicBezTo>
                    <a:pt x="396621" y="129570"/>
                    <a:pt x="402146" y="148525"/>
                    <a:pt x="411671" y="164717"/>
                  </a:cubicBezTo>
                  <a:cubicBezTo>
                    <a:pt x="441675" y="215581"/>
                    <a:pt x="458248" y="273207"/>
                    <a:pt x="458248" y="332262"/>
                  </a:cubicBezTo>
                  <a:cubicBezTo>
                    <a:pt x="458248" y="336453"/>
                    <a:pt x="458248" y="340739"/>
                    <a:pt x="458248" y="345026"/>
                  </a:cubicBezTo>
                  <a:cubicBezTo>
                    <a:pt x="458248" y="467517"/>
                    <a:pt x="387858" y="577912"/>
                    <a:pt x="278606" y="633252"/>
                  </a:cubicBezTo>
                  <a:cubicBezTo>
                    <a:pt x="113729" y="716786"/>
                    <a:pt x="0" y="888141"/>
                    <a:pt x="0" y="1084737"/>
                  </a:cubicBezTo>
                  <a:lnTo>
                    <a:pt x="0" y="1740533"/>
                  </a:lnTo>
                  <a:cubicBezTo>
                    <a:pt x="0" y="1866073"/>
                    <a:pt x="102680" y="1968657"/>
                    <a:pt x="228029" y="19686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3ADC417-7B43-479B-A839-944C728BA119}"/>
                </a:ext>
              </a:extLst>
            </p:cNvPr>
            <p:cNvSpPr/>
            <p:nvPr/>
          </p:nvSpPr>
          <p:spPr>
            <a:xfrm>
              <a:off x="6679607" y="4794656"/>
              <a:ext cx="1351143" cy="337786"/>
            </a:xfrm>
            <a:custGeom>
              <a:avLst/>
              <a:gdLst>
                <a:gd name="connsiteX0" fmla="*/ 84772 w 1181100"/>
                <a:gd name="connsiteY0" fmla="*/ 0 h 295275"/>
                <a:gd name="connsiteX1" fmla="*/ 1101947 w 1181100"/>
                <a:gd name="connsiteY1" fmla="*/ 0 h 295275"/>
                <a:gd name="connsiteX2" fmla="*/ 1186720 w 1181100"/>
                <a:gd name="connsiteY2" fmla="*/ 84772 h 295275"/>
                <a:gd name="connsiteX3" fmla="*/ 1186720 w 1181100"/>
                <a:gd name="connsiteY3" fmla="*/ 219837 h 295275"/>
                <a:gd name="connsiteX4" fmla="*/ 1101947 w 1181100"/>
                <a:gd name="connsiteY4" fmla="*/ 304609 h 295275"/>
                <a:gd name="connsiteX5" fmla="*/ 84772 w 1181100"/>
                <a:gd name="connsiteY5" fmla="*/ 304609 h 295275"/>
                <a:gd name="connsiteX6" fmla="*/ 0 w 1181100"/>
                <a:gd name="connsiteY6" fmla="*/ 219837 h 295275"/>
                <a:gd name="connsiteX7" fmla="*/ 0 w 1181100"/>
                <a:gd name="connsiteY7" fmla="*/ 84772 h 295275"/>
                <a:gd name="connsiteX8" fmla="*/ 84772 w 1181100"/>
                <a:gd name="connsiteY8" fmla="*/ 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1100" h="295275">
                  <a:moveTo>
                    <a:pt x="84772" y="0"/>
                  </a:moveTo>
                  <a:lnTo>
                    <a:pt x="1101947" y="0"/>
                  </a:lnTo>
                  <a:cubicBezTo>
                    <a:pt x="1148525" y="0"/>
                    <a:pt x="1186720" y="38100"/>
                    <a:pt x="1186720" y="84772"/>
                  </a:cubicBezTo>
                  <a:lnTo>
                    <a:pt x="1186720" y="219837"/>
                  </a:lnTo>
                  <a:cubicBezTo>
                    <a:pt x="1186720" y="266414"/>
                    <a:pt x="1148620" y="304609"/>
                    <a:pt x="1101947" y="304609"/>
                  </a:cubicBezTo>
                  <a:lnTo>
                    <a:pt x="84772" y="304609"/>
                  </a:lnTo>
                  <a:cubicBezTo>
                    <a:pt x="38195" y="304609"/>
                    <a:pt x="0" y="266509"/>
                    <a:pt x="0" y="219837"/>
                  </a:cubicBezTo>
                  <a:lnTo>
                    <a:pt x="0" y="84772"/>
                  </a:lnTo>
                  <a:cubicBezTo>
                    <a:pt x="0" y="38100"/>
                    <a:pt x="38195" y="0"/>
                    <a:pt x="84772" y="0"/>
                  </a:cubicBezTo>
                  <a:close/>
                </a:path>
              </a:pathLst>
            </a:custGeom>
            <a:solidFill>
              <a:srgbClr val="FFAA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0923A25-452E-4014-A62C-9991F3BD0D08}"/>
                </a:ext>
              </a:extLst>
            </p:cNvPr>
            <p:cNvSpPr/>
            <p:nvPr/>
          </p:nvSpPr>
          <p:spPr>
            <a:xfrm>
              <a:off x="7275853" y="3171541"/>
              <a:ext cx="141652" cy="141652"/>
            </a:xfrm>
            <a:custGeom>
              <a:avLst/>
              <a:gdLst>
                <a:gd name="connsiteX0" fmla="*/ 0 w 123825"/>
                <a:gd name="connsiteY0" fmla="*/ 65627 h 123825"/>
                <a:gd name="connsiteX1" fmla="*/ 65627 w 123825"/>
                <a:gd name="connsiteY1" fmla="*/ 0 h 123825"/>
                <a:gd name="connsiteX2" fmla="*/ 131254 w 123825"/>
                <a:gd name="connsiteY2" fmla="*/ 65627 h 123825"/>
                <a:gd name="connsiteX3" fmla="*/ 65627 w 123825"/>
                <a:gd name="connsiteY3" fmla="*/ 131254 h 123825"/>
                <a:gd name="connsiteX4" fmla="*/ 0 w 123825"/>
                <a:gd name="connsiteY4" fmla="*/ 6562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0" y="65627"/>
                  </a:moveTo>
                  <a:cubicBezTo>
                    <a:pt x="0" y="29337"/>
                    <a:pt x="29432" y="0"/>
                    <a:pt x="65627" y="0"/>
                  </a:cubicBezTo>
                  <a:cubicBezTo>
                    <a:pt x="101918" y="0"/>
                    <a:pt x="131254" y="29432"/>
                    <a:pt x="131254" y="65627"/>
                  </a:cubicBezTo>
                  <a:cubicBezTo>
                    <a:pt x="131254" y="101917"/>
                    <a:pt x="101822" y="131254"/>
                    <a:pt x="65627" y="131254"/>
                  </a:cubicBezTo>
                  <a:cubicBezTo>
                    <a:pt x="29432" y="131254"/>
                    <a:pt x="0" y="101917"/>
                    <a:pt x="0" y="65627"/>
                  </a:cubicBezTo>
                  <a:close/>
                </a:path>
              </a:pathLst>
            </a:custGeom>
            <a:solidFill>
              <a:srgbClr val="FFAA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E283126-66B9-4EF2-B482-65D8D9FF4613}"/>
                </a:ext>
              </a:extLst>
            </p:cNvPr>
            <p:cNvSpPr/>
            <p:nvPr/>
          </p:nvSpPr>
          <p:spPr>
            <a:xfrm>
              <a:off x="7030905" y="5043309"/>
              <a:ext cx="664675" cy="664675"/>
            </a:xfrm>
            <a:custGeom>
              <a:avLst/>
              <a:gdLst>
                <a:gd name="connsiteX0" fmla="*/ 582168 w 581025"/>
                <a:gd name="connsiteY0" fmla="*/ 291084 h 581025"/>
                <a:gd name="connsiteX1" fmla="*/ 291084 w 581025"/>
                <a:gd name="connsiteY1" fmla="*/ 582168 h 581025"/>
                <a:gd name="connsiteX2" fmla="*/ 0 w 581025"/>
                <a:gd name="connsiteY2" fmla="*/ 291084 h 581025"/>
                <a:gd name="connsiteX3" fmla="*/ 291084 w 581025"/>
                <a:gd name="connsiteY3" fmla="*/ 0 h 581025"/>
                <a:gd name="connsiteX4" fmla="*/ 582168 w 581025"/>
                <a:gd name="connsiteY4" fmla="*/ 29108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025" h="581025">
                  <a:moveTo>
                    <a:pt x="582168" y="291084"/>
                  </a:moveTo>
                  <a:cubicBezTo>
                    <a:pt x="582168" y="451845"/>
                    <a:pt x="451845" y="582168"/>
                    <a:pt x="291084" y="582168"/>
                  </a:cubicBezTo>
                  <a:cubicBezTo>
                    <a:pt x="130323" y="582168"/>
                    <a:pt x="0" y="451845"/>
                    <a:pt x="0" y="291084"/>
                  </a:cubicBezTo>
                  <a:cubicBezTo>
                    <a:pt x="0" y="130323"/>
                    <a:pt x="130323" y="0"/>
                    <a:pt x="291084" y="0"/>
                  </a:cubicBezTo>
                  <a:cubicBezTo>
                    <a:pt x="451845" y="0"/>
                    <a:pt x="582168" y="130323"/>
                    <a:pt x="582168" y="291084"/>
                  </a:cubicBezTo>
                  <a:close/>
                </a:path>
              </a:pathLst>
            </a:custGeom>
            <a:solidFill>
              <a:srgbClr val="60606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49CAACB-57E9-41C7-BEBB-29E4E466BCB4}"/>
                </a:ext>
              </a:extLst>
            </p:cNvPr>
            <p:cNvSpPr/>
            <p:nvPr/>
          </p:nvSpPr>
          <p:spPr>
            <a:xfrm>
              <a:off x="7001937" y="5014040"/>
              <a:ext cx="719157" cy="719157"/>
            </a:xfrm>
            <a:custGeom>
              <a:avLst/>
              <a:gdLst>
                <a:gd name="connsiteX0" fmla="*/ 376521 w 628650"/>
                <a:gd name="connsiteY0" fmla="*/ 59876 h 628650"/>
                <a:gd name="connsiteX1" fmla="*/ 573417 w 628650"/>
                <a:gd name="connsiteY1" fmla="*/ 376522 h 628650"/>
                <a:gd name="connsiteX2" fmla="*/ 256771 w 628650"/>
                <a:gd name="connsiteY2" fmla="*/ 573417 h 628650"/>
                <a:gd name="connsiteX3" fmla="*/ 59875 w 628650"/>
                <a:gd name="connsiteY3" fmla="*/ 256771 h 628650"/>
                <a:gd name="connsiteX4" fmla="*/ 376521 w 628650"/>
                <a:gd name="connsiteY4" fmla="*/ 59876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50" h="628650">
                  <a:moveTo>
                    <a:pt x="376521" y="59876"/>
                  </a:moveTo>
                  <a:cubicBezTo>
                    <a:pt x="518332" y="92944"/>
                    <a:pt x="606485" y="234711"/>
                    <a:pt x="573417" y="376522"/>
                  </a:cubicBezTo>
                  <a:cubicBezTo>
                    <a:pt x="540348" y="518332"/>
                    <a:pt x="398581" y="606485"/>
                    <a:pt x="256771" y="573417"/>
                  </a:cubicBezTo>
                  <a:cubicBezTo>
                    <a:pt x="114960" y="540349"/>
                    <a:pt x="26807" y="398581"/>
                    <a:pt x="59875" y="256771"/>
                  </a:cubicBezTo>
                  <a:cubicBezTo>
                    <a:pt x="92944" y="114960"/>
                    <a:pt x="234711" y="26807"/>
                    <a:pt x="376521" y="5987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190A3B-BC24-4F78-A70D-7B0890E531D4}"/>
                </a:ext>
              </a:extLst>
            </p:cNvPr>
            <p:cNvSpPr/>
            <p:nvPr/>
          </p:nvSpPr>
          <p:spPr>
            <a:xfrm>
              <a:off x="7100314" y="5112720"/>
              <a:ext cx="523023" cy="523023"/>
            </a:xfrm>
            <a:custGeom>
              <a:avLst/>
              <a:gdLst>
                <a:gd name="connsiteX0" fmla="*/ 460819 w 457200"/>
                <a:gd name="connsiteY0" fmla="*/ 230410 h 457200"/>
                <a:gd name="connsiteX1" fmla="*/ 230410 w 457200"/>
                <a:gd name="connsiteY1" fmla="*/ 460819 h 457200"/>
                <a:gd name="connsiteX2" fmla="*/ 0 w 457200"/>
                <a:gd name="connsiteY2" fmla="*/ 230410 h 457200"/>
                <a:gd name="connsiteX3" fmla="*/ 230410 w 457200"/>
                <a:gd name="connsiteY3" fmla="*/ 0 h 457200"/>
                <a:gd name="connsiteX4" fmla="*/ 460819 w 457200"/>
                <a:gd name="connsiteY4" fmla="*/ 23041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457200">
                  <a:moveTo>
                    <a:pt x="460819" y="230410"/>
                  </a:moveTo>
                  <a:cubicBezTo>
                    <a:pt x="460819" y="357662"/>
                    <a:pt x="357661" y="460819"/>
                    <a:pt x="230410" y="460819"/>
                  </a:cubicBezTo>
                  <a:cubicBezTo>
                    <a:pt x="103158" y="460819"/>
                    <a:pt x="0" y="357662"/>
                    <a:pt x="0" y="230410"/>
                  </a:cubicBezTo>
                  <a:cubicBezTo>
                    <a:pt x="0" y="103158"/>
                    <a:pt x="103158" y="0"/>
                    <a:pt x="230410" y="0"/>
                  </a:cubicBezTo>
                  <a:cubicBezTo>
                    <a:pt x="357661" y="0"/>
                    <a:pt x="460819" y="103158"/>
                    <a:pt x="460819" y="230410"/>
                  </a:cubicBezTo>
                  <a:close/>
                </a:path>
              </a:pathLst>
            </a:custGeom>
            <a:solidFill>
              <a:srgbClr val="FFAA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3AC573F-F4BF-4311-8B78-A7F9078303B8}"/>
                </a:ext>
              </a:extLst>
            </p:cNvPr>
            <p:cNvSpPr/>
            <p:nvPr/>
          </p:nvSpPr>
          <p:spPr>
            <a:xfrm>
              <a:off x="7133112" y="5145517"/>
              <a:ext cx="457645" cy="457645"/>
            </a:xfrm>
            <a:custGeom>
              <a:avLst/>
              <a:gdLst>
                <a:gd name="connsiteX0" fmla="*/ 403479 w 400050"/>
                <a:gd name="connsiteY0" fmla="*/ 201739 h 400050"/>
                <a:gd name="connsiteX1" fmla="*/ 201739 w 400050"/>
                <a:gd name="connsiteY1" fmla="*/ 403479 h 400050"/>
                <a:gd name="connsiteX2" fmla="*/ 0 w 400050"/>
                <a:gd name="connsiteY2" fmla="*/ 201739 h 400050"/>
                <a:gd name="connsiteX3" fmla="*/ 201739 w 400050"/>
                <a:gd name="connsiteY3" fmla="*/ 0 h 400050"/>
                <a:gd name="connsiteX4" fmla="*/ 403479 w 400050"/>
                <a:gd name="connsiteY4" fmla="*/ 201739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050" h="400050">
                  <a:moveTo>
                    <a:pt x="403479" y="201739"/>
                  </a:moveTo>
                  <a:cubicBezTo>
                    <a:pt x="403479" y="313157"/>
                    <a:pt x="313157" y="403479"/>
                    <a:pt x="201739" y="403479"/>
                  </a:cubicBezTo>
                  <a:cubicBezTo>
                    <a:pt x="90322" y="403479"/>
                    <a:pt x="0" y="313157"/>
                    <a:pt x="0" y="201739"/>
                  </a:cubicBezTo>
                  <a:cubicBezTo>
                    <a:pt x="0" y="90322"/>
                    <a:pt x="90322" y="0"/>
                    <a:pt x="201739" y="0"/>
                  </a:cubicBezTo>
                  <a:cubicBezTo>
                    <a:pt x="313157" y="0"/>
                    <a:pt x="403479" y="90322"/>
                    <a:pt x="403479" y="201739"/>
                  </a:cubicBezTo>
                  <a:close/>
                </a:path>
              </a:pathLst>
            </a:custGeom>
            <a:solidFill>
              <a:srgbClr val="E69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AB502D4-D929-4AB8-BB29-8F1D574B5FC7}"/>
                </a:ext>
              </a:extLst>
            </p:cNvPr>
            <p:cNvSpPr/>
            <p:nvPr/>
          </p:nvSpPr>
          <p:spPr>
            <a:xfrm>
              <a:off x="6814312" y="4150362"/>
              <a:ext cx="10647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6B3D4CF-ACB0-4AD0-B822-3D6D2E9BA655}"/>
                </a:ext>
              </a:extLst>
            </p:cNvPr>
            <p:cNvSpPr/>
            <p:nvPr/>
          </p:nvSpPr>
          <p:spPr>
            <a:xfrm>
              <a:off x="7087633" y="4811286"/>
              <a:ext cx="5180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</a:t>
              </a:r>
            </a:p>
          </p:txBody>
        </p:sp>
        <p:pic>
          <p:nvPicPr>
            <p:cNvPr id="142" name="Graphic 141" descr="Cloud Computing">
              <a:extLst>
                <a:ext uri="{FF2B5EF4-FFF2-40B4-BE49-F238E27FC236}">
                  <a16:creationId xmlns:a16="http://schemas.microsoft.com/office/drawing/2014/main" id="{019F4DC0-80DA-4B43-9F49-7719B129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12001" y="5219957"/>
              <a:ext cx="320492" cy="32049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A10FC73-DE00-4CF8-94DB-4B46BA6C5F5C}"/>
              </a:ext>
            </a:extLst>
          </p:cNvPr>
          <p:cNvGrpSpPr/>
          <p:nvPr/>
        </p:nvGrpSpPr>
        <p:grpSpPr>
          <a:xfrm>
            <a:off x="4050217" y="3123344"/>
            <a:ext cx="1351143" cy="2676355"/>
            <a:chOff x="4050217" y="3123344"/>
            <a:chExt cx="1351143" cy="26763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827A7B2-25FC-497C-BDE9-E83B29DDDBF4}"/>
                </a:ext>
              </a:extLst>
            </p:cNvPr>
            <p:cNvSpPr/>
            <p:nvPr/>
          </p:nvSpPr>
          <p:spPr>
            <a:xfrm>
              <a:off x="4140656" y="3123344"/>
              <a:ext cx="1155010" cy="2244641"/>
            </a:xfrm>
            <a:custGeom>
              <a:avLst/>
              <a:gdLst>
                <a:gd name="connsiteX0" fmla="*/ 228029 w 1009650"/>
                <a:gd name="connsiteY0" fmla="*/ 1968657 h 1962150"/>
                <a:gd name="connsiteX1" fmla="*/ 783526 w 1009650"/>
                <a:gd name="connsiteY1" fmla="*/ 1968657 h 1962150"/>
                <a:gd name="connsiteX2" fmla="*/ 1011555 w 1009650"/>
                <a:gd name="connsiteY2" fmla="*/ 1740629 h 1962150"/>
                <a:gd name="connsiteX3" fmla="*/ 1011555 w 1009650"/>
                <a:gd name="connsiteY3" fmla="*/ 1084832 h 1962150"/>
                <a:gd name="connsiteX4" fmla="*/ 732949 w 1009650"/>
                <a:gd name="connsiteY4" fmla="*/ 633347 h 1962150"/>
                <a:gd name="connsiteX5" fmla="*/ 553307 w 1009650"/>
                <a:gd name="connsiteY5" fmla="*/ 345121 h 1962150"/>
                <a:gd name="connsiteX6" fmla="*/ 553307 w 1009650"/>
                <a:gd name="connsiteY6" fmla="*/ 333215 h 1962150"/>
                <a:gd name="connsiteX7" fmla="*/ 601027 w 1009650"/>
                <a:gd name="connsiteY7" fmla="*/ 163670 h 1962150"/>
                <a:gd name="connsiteX8" fmla="*/ 614743 w 1009650"/>
                <a:gd name="connsiteY8" fmla="*/ 97280 h 1962150"/>
                <a:gd name="connsiteX9" fmla="*/ 518541 w 1009650"/>
                <a:gd name="connsiteY9" fmla="*/ 697 h 1962150"/>
                <a:gd name="connsiteX10" fmla="*/ 396621 w 1009650"/>
                <a:gd name="connsiteY10" fmla="*/ 109377 h 1962150"/>
                <a:gd name="connsiteX11" fmla="*/ 411671 w 1009650"/>
                <a:gd name="connsiteY11" fmla="*/ 164717 h 1962150"/>
                <a:gd name="connsiteX12" fmla="*/ 458248 w 1009650"/>
                <a:gd name="connsiteY12" fmla="*/ 332262 h 1962150"/>
                <a:gd name="connsiteX13" fmla="*/ 458248 w 1009650"/>
                <a:gd name="connsiteY13" fmla="*/ 345026 h 1962150"/>
                <a:gd name="connsiteX14" fmla="*/ 278606 w 1009650"/>
                <a:gd name="connsiteY14" fmla="*/ 633252 h 1962150"/>
                <a:gd name="connsiteX15" fmla="*/ 0 w 1009650"/>
                <a:gd name="connsiteY15" fmla="*/ 1084737 h 1962150"/>
                <a:gd name="connsiteX16" fmla="*/ 0 w 1009650"/>
                <a:gd name="connsiteY16" fmla="*/ 1740533 h 1962150"/>
                <a:gd name="connsiteX17" fmla="*/ 228029 w 1009650"/>
                <a:gd name="connsiteY17" fmla="*/ 1968657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9650" h="1962150">
                  <a:moveTo>
                    <a:pt x="228029" y="1968657"/>
                  </a:moveTo>
                  <a:lnTo>
                    <a:pt x="783526" y="1968657"/>
                  </a:lnTo>
                  <a:cubicBezTo>
                    <a:pt x="908971" y="1968657"/>
                    <a:pt x="1011555" y="1866073"/>
                    <a:pt x="1011555" y="1740629"/>
                  </a:cubicBezTo>
                  <a:lnTo>
                    <a:pt x="1011555" y="1084832"/>
                  </a:lnTo>
                  <a:cubicBezTo>
                    <a:pt x="1011555" y="888236"/>
                    <a:pt x="897826" y="716882"/>
                    <a:pt x="732949" y="633347"/>
                  </a:cubicBezTo>
                  <a:cubicBezTo>
                    <a:pt x="623697" y="578007"/>
                    <a:pt x="553307" y="467612"/>
                    <a:pt x="553307" y="345121"/>
                  </a:cubicBezTo>
                  <a:lnTo>
                    <a:pt x="553307" y="333215"/>
                  </a:lnTo>
                  <a:cubicBezTo>
                    <a:pt x="553307" y="273398"/>
                    <a:pt x="571214" y="215581"/>
                    <a:pt x="601027" y="163670"/>
                  </a:cubicBezTo>
                  <a:cubicBezTo>
                    <a:pt x="612076" y="144429"/>
                    <a:pt x="617410" y="121569"/>
                    <a:pt x="614743" y="97280"/>
                  </a:cubicBezTo>
                  <a:cubicBezTo>
                    <a:pt x="609314" y="46988"/>
                    <a:pt x="568738" y="6317"/>
                    <a:pt x="518541" y="697"/>
                  </a:cubicBezTo>
                  <a:cubicBezTo>
                    <a:pt x="452533" y="-6637"/>
                    <a:pt x="396621" y="44893"/>
                    <a:pt x="396621" y="109377"/>
                  </a:cubicBezTo>
                  <a:cubicBezTo>
                    <a:pt x="396621" y="129570"/>
                    <a:pt x="402146" y="148525"/>
                    <a:pt x="411671" y="164717"/>
                  </a:cubicBezTo>
                  <a:cubicBezTo>
                    <a:pt x="441674" y="215581"/>
                    <a:pt x="458248" y="273207"/>
                    <a:pt x="458248" y="332262"/>
                  </a:cubicBezTo>
                  <a:cubicBezTo>
                    <a:pt x="458248" y="336453"/>
                    <a:pt x="458248" y="340739"/>
                    <a:pt x="458248" y="345026"/>
                  </a:cubicBezTo>
                  <a:cubicBezTo>
                    <a:pt x="458248" y="467517"/>
                    <a:pt x="387858" y="577912"/>
                    <a:pt x="278606" y="633252"/>
                  </a:cubicBezTo>
                  <a:cubicBezTo>
                    <a:pt x="113729" y="716786"/>
                    <a:pt x="0" y="888141"/>
                    <a:pt x="0" y="1084737"/>
                  </a:cubicBezTo>
                  <a:lnTo>
                    <a:pt x="0" y="1740533"/>
                  </a:lnTo>
                  <a:cubicBezTo>
                    <a:pt x="0" y="1866073"/>
                    <a:pt x="102679" y="1968657"/>
                    <a:pt x="228029" y="196865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5C454B6-3961-498C-A934-E3773AE5E1CE}"/>
                </a:ext>
              </a:extLst>
            </p:cNvPr>
            <p:cNvSpPr/>
            <p:nvPr/>
          </p:nvSpPr>
          <p:spPr>
            <a:xfrm>
              <a:off x="4050217" y="4794656"/>
              <a:ext cx="1351143" cy="337786"/>
            </a:xfrm>
            <a:custGeom>
              <a:avLst/>
              <a:gdLst>
                <a:gd name="connsiteX0" fmla="*/ 84772 w 1181100"/>
                <a:gd name="connsiteY0" fmla="*/ 0 h 295275"/>
                <a:gd name="connsiteX1" fmla="*/ 1101947 w 1181100"/>
                <a:gd name="connsiteY1" fmla="*/ 0 h 295275"/>
                <a:gd name="connsiteX2" fmla="*/ 1186720 w 1181100"/>
                <a:gd name="connsiteY2" fmla="*/ 84772 h 295275"/>
                <a:gd name="connsiteX3" fmla="*/ 1186720 w 1181100"/>
                <a:gd name="connsiteY3" fmla="*/ 219837 h 295275"/>
                <a:gd name="connsiteX4" fmla="*/ 1101947 w 1181100"/>
                <a:gd name="connsiteY4" fmla="*/ 304609 h 295275"/>
                <a:gd name="connsiteX5" fmla="*/ 84772 w 1181100"/>
                <a:gd name="connsiteY5" fmla="*/ 304609 h 295275"/>
                <a:gd name="connsiteX6" fmla="*/ 0 w 1181100"/>
                <a:gd name="connsiteY6" fmla="*/ 219837 h 295275"/>
                <a:gd name="connsiteX7" fmla="*/ 0 w 1181100"/>
                <a:gd name="connsiteY7" fmla="*/ 84772 h 295275"/>
                <a:gd name="connsiteX8" fmla="*/ 84772 w 1181100"/>
                <a:gd name="connsiteY8" fmla="*/ 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1100" h="295275">
                  <a:moveTo>
                    <a:pt x="84772" y="0"/>
                  </a:moveTo>
                  <a:lnTo>
                    <a:pt x="1101947" y="0"/>
                  </a:lnTo>
                  <a:cubicBezTo>
                    <a:pt x="1148524" y="0"/>
                    <a:pt x="1186720" y="38100"/>
                    <a:pt x="1186720" y="84772"/>
                  </a:cubicBezTo>
                  <a:lnTo>
                    <a:pt x="1186720" y="219837"/>
                  </a:lnTo>
                  <a:cubicBezTo>
                    <a:pt x="1186720" y="266414"/>
                    <a:pt x="1148620" y="304609"/>
                    <a:pt x="1101947" y="304609"/>
                  </a:cubicBezTo>
                  <a:lnTo>
                    <a:pt x="84772" y="304609"/>
                  </a:lnTo>
                  <a:cubicBezTo>
                    <a:pt x="38195" y="304609"/>
                    <a:pt x="0" y="266509"/>
                    <a:pt x="0" y="219837"/>
                  </a:cubicBezTo>
                  <a:lnTo>
                    <a:pt x="0" y="84772"/>
                  </a:lnTo>
                  <a:cubicBezTo>
                    <a:pt x="0" y="38100"/>
                    <a:pt x="38195" y="0"/>
                    <a:pt x="84772" y="0"/>
                  </a:cubicBezTo>
                  <a:close/>
                </a:path>
              </a:pathLst>
            </a:custGeom>
            <a:solidFill>
              <a:srgbClr val="E368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8E325BE-B55E-47E2-A748-23690D6E6341}"/>
                </a:ext>
              </a:extLst>
            </p:cNvPr>
            <p:cNvSpPr/>
            <p:nvPr/>
          </p:nvSpPr>
          <p:spPr>
            <a:xfrm>
              <a:off x="4646464" y="3171541"/>
              <a:ext cx="141652" cy="141652"/>
            </a:xfrm>
            <a:custGeom>
              <a:avLst/>
              <a:gdLst>
                <a:gd name="connsiteX0" fmla="*/ 0 w 123825"/>
                <a:gd name="connsiteY0" fmla="*/ 65627 h 123825"/>
                <a:gd name="connsiteX1" fmla="*/ 65627 w 123825"/>
                <a:gd name="connsiteY1" fmla="*/ 0 h 123825"/>
                <a:gd name="connsiteX2" fmla="*/ 131254 w 123825"/>
                <a:gd name="connsiteY2" fmla="*/ 65627 h 123825"/>
                <a:gd name="connsiteX3" fmla="*/ 65627 w 123825"/>
                <a:gd name="connsiteY3" fmla="*/ 131254 h 123825"/>
                <a:gd name="connsiteX4" fmla="*/ 0 w 123825"/>
                <a:gd name="connsiteY4" fmla="*/ 6562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0" y="65627"/>
                  </a:moveTo>
                  <a:cubicBezTo>
                    <a:pt x="0" y="29337"/>
                    <a:pt x="29432" y="0"/>
                    <a:pt x="65627" y="0"/>
                  </a:cubicBezTo>
                  <a:cubicBezTo>
                    <a:pt x="101822" y="0"/>
                    <a:pt x="131254" y="29432"/>
                    <a:pt x="131254" y="65627"/>
                  </a:cubicBezTo>
                  <a:cubicBezTo>
                    <a:pt x="131254" y="101917"/>
                    <a:pt x="101822" y="131254"/>
                    <a:pt x="65627" y="131254"/>
                  </a:cubicBezTo>
                  <a:cubicBezTo>
                    <a:pt x="29432" y="131254"/>
                    <a:pt x="0" y="101917"/>
                    <a:pt x="0" y="65627"/>
                  </a:cubicBezTo>
                  <a:close/>
                </a:path>
              </a:pathLst>
            </a:custGeom>
            <a:solidFill>
              <a:srgbClr val="E368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A751000-AB7B-4340-AC8F-BC50C1A4FF60}"/>
                </a:ext>
              </a:extLst>
            </p:cNvPr>
            <p:cNvSpPr/>
            <p:nvPr/>
          </p:nvSpPr>
          <p:spPr>
            <a:xfrm>
              <a:off x="4401406" y="5043309"/>
              <a:ext cx="664675" cy="664675"/>
            </a:xfrm>
            <a:custGeom>
              <a:avLst/>
              <a:gdLst>
                <a:gd name="connsiteX0" fmla="*/ 582168 w 581025"/>
                <a:gd name="connsiteY0" fmla="*/ 291084 h 581025"/>
                <a:gd name="connsiteX1" fmla="*/ 291084 w 581025"/>
                <a:gd name="connsiteY1" fmla="*/ 582168 h 581025"/>
                <a:gd name="connsiteX2" fmla="*/ 0 w 581025"/>
                <a:gd name="connsiteY2" fmla="*/ 291084 h 581025"/>
                <a:gd name="connsiteX3" fmla="*/ 291084 w 581025"/>
                <a:gd name="connsiteY3" fmla="*/ 0 h 581025"/>
                <a:gd name="connsiteX4" fmla="*/ 582168 w 581025"/>
                <a:gd name="connsiteY4" fmla="*/ 29108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025" h="581025">
                  <a:moveTo>
                    <a:pt x="582168" y="291084"/>
                  </a:moveTo>
                  <a:cubicBezTo>
                    <a:pt x="582168" y="451845"/>
                    <a:pt x="451845" y="582168"/>
                    <a:pt x="291084" y="582168"/>
                  </a:cubicBezTo>
                  <a:cubicBezTo>
                    <a:pt x="130323" y="582168"/>
                    <a:pt x="0" y="451845"/>
                    <a:pt x="0" y="291084"/>
                  </a:cubicBezTo>
                  <a:cubicBezTo>
                    <a:pt x="0" y="130323"/>
                    <a:pt x="130323" y="0"/>
                    <a:pt x="291084" y="0"/>
                  </a:cubicBezTo>
                  <a:cubicBezTo>
                    <a:pt x="451845" y="0"/>
                    <a:pt x="582168" y="130323"/>
                    <a:pt x="582168" y="291084"/>
                  </a:cubicBezTo>
                  <a:close/>
                </a:path>
              </a:pathLst>
            </a:custGeom>
            <a:solidFill>
              <a:srgbClr val="60606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9BEA0AC-0214-41D4-A459-E5BEDEC2250D}"/>
                </a:ext>
              </a:extLst>
            </p:cNvPr>
            <p:cNvSpPr/>
            <p:nvPr/>
          </p:nvSpPr>
          <p:spPr>
            <a:xfrm>
              <a:off x="4307854" y="4949786"/>
              <a:ext cx="849913" cy="849913"/>
            </a:xfrm>
            <a:custGeom>
              <a:avLst/>
              <a:gdLst>
                <a:gd name="connsiteX0" fmla="*/ 559285 w 742950"/>
                <a:gd name="connsiteY0" fmla="*/ 186428 h 742950"/>
                <a:gd name="connsiteX1" fmla="*/ 559285 w 742950"/>
                <a:gd name="connsiteY1" fmla="*/ 559285 h 742950"/>
                <a:gd name="connsiteX2" fmla="*/ 186428 w 742950"/>
                <a:gd name="connsiteY2" fmla="*/ 559285 h 742950"/>
                <a:gd name="connsiteX3" fmla="*/ 186428 w 742950"/>
                <a:gd name="connsiteY3" fmla="*/ 186428 h 742950"/>
                <a:gd name="connsiteX4" fmla="*/ 559285 w 742950"/>
                <a:gd name="connsiteY4" fmla="*/ 186428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2950" h="742950">
                  <a:moveTo>
                    <a:pt x="559285" y="186428"/>
                  </a:moveTo>
                  <a:cubicBezTo>
                    <a:pt x="662246" y="289390"/>
                    <a:pt x="662246" y="456323"/>
                    <a:pt x="559285" y="559285"/>
                  </a:cubicBezTo>
                  <a:cubicBezTo>
                    <a:pt x="456323" y="662246"/>
                    <a:pt x="289390" y="662246"/>
                    <a:pt x="186428" y="559285"/>
                  </a:cubicBezTo>
                  <a:cubicBezTo>
                    <a:pt x="83467" y="456323"/>
                    <a:pt x="83467" y="289390"/>
                    <a:pt x="186428" y="186428"/>
                  </a:cubicBezTo>
                  <a:cubicBezTo>
                    <a:pt x="289390" y="83467"/>
                    <a:pt x="456324" y="83467"/>
                    <a:pt x="559285" y="1864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3465178-EA45-4BAC-9B07-1F4853B7D3C5}"/>
                </a:ext>
              </a:extLst>
            </p:cNvPr>
            <p:cNvSpPr/>
            <p:nvPr/>
          </p:nvSpPr>
          <p:spPr>
            <a:xfrm>
              <a:off x="4470815" y="5112720"/>
              <a:ext cx="523023" cy="523023"/>
            </a:xfrm>
            <a:custGeom>
              <a:avLst/>
              <a:gdLst>
                <a:gd name="connsiteX0" fmla="*/ 460820 w 457200"/>
                <a:gd name="connsiteY0" fmla="*/ 230410 h 457200"/>
                <a:gd name="connsiteX1" fmla="*/ 230410 w 457200"/>
                <a:gd name="connsiteY1" fmla="*/ 460819 h 457200"/>
                <a:gd name="connsiteX2" fmla="*/ 0 w 457200"/>
                <a:gd name="connsiteY2" fmla="*/ 230410 h 457200"/>
                <a:gd name="connsiteX3" fmla="*/ 230410 w 457200"/>
                <a:gd name="connsiteY3" fmla="*/ 0 h 457200"/>
                <a:gd name="connsiteX4" fmla="*/ 460820 w 457200"/>
                <a:gd name="connsiteY4" fmla="*/ 23041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457200">
                  <a:moveTo>
                    <a:pt x="460820" y="230410"/>
                  </a:moveTo>
                  <a:cubicBezTo>
                    <a:pt x="460820" y="357662"/>
                    <a:pt x="357662" y="460819"/>
                    <a:pt x="230410" y="460819"/>
                  </a:cubicBezTo>
                  <a:cubicBezTo>
                    <a:pt x="103158" y="460819"/>
                    <a:pt x="0" y="357662"/>
                    <a:pt x="0" y="230410"/>
                  </a:cubicBezTo>
                  <a:cubicBezTo>
                    <a:pt x="0" y="103158"/>
                    <a:pt x="103158" y="0"/>
                    <a:pt x="230410" y="0"/>
                  </a:cubicBezTo>
                  <a:cubicBezTo>
                    <a:pt x="357662" y="0"/>
                    <a:pt x="460820" y="103158"/>
                    <a:pt x="460820" y="230410"/>
                  </a:cubicBezTo>
                  <a:close/>
                </a:path>
              </a:pathLst>
            </a:custGeom>
            <a:solidFill>
              <a:srgbClr val="E368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1DB83D2-D1E1-485C-85DF-7F4BCA440356}"/>
                </a:ext>
              </a:extLst>
            </p:cNvPr>
            <p:cNvSpPr/>
            <p:nvPr/>
          </p:nvSpPr>
          <p:spPr>
            <a:xfrm>
              <a:off x="4503613" y="5145517"/>
              <a:ext cx="457645" cy="457645"/>
            </a:xfrm>
            <a:custGeom>
              <a:avLst/>
              <a:gdLst>
                <a:gd name="connsiteX0" fmla="*/ 403479 w 400050"/>
                <a:gd name="connsiteY0" fmla="*/ 201739 h 400050"/>
                <a:gd name="connsiteX1" fmla="*/ 201740 w 400050"/>
                <a:gd name="connsiteY1" fmla="*/ 403479 h 400050"/>
                <a:gd name="connsiteX2" fmla="*/ 0 w 400050"/>
                <a:gd name="connsiteY2" fmla="*/ 201739 h 400050"/>
                <a:gd name="connsiteX3" fmla="*/ 201740 w 400050"/>
                <a:gd name="connsiteY3" fmla="*/ 0 h 400050"/>
                <a:gd name="connsiteX4" fmla="*/ 403479 w 400050"/>
                <a:gd name="connsiteY4" fmla="*/ 201739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050" h="400050">
                  <a:moveTo>
                    <a:pt x="403479" y="201739"/>
                  </a:moveTo>
                  <a:cubicBezTo>
                    <a:pt x="403479" y="313157"/>
                    <a:pt x="313157" y="403479"/>
                    <a:pt x="201740" y="403479"/>
                  </a:cubicBezTo>
                  <a:cubicBezTo>
                    <a:pt x="90322" y="403479"/>
                    <a:pt x="0" y="313157"/>
                    <a:pt x="0" y="201739"/>
                  </a:cubicBezTo>
                  <a:cubicBezTo>
                    <a:pt x="0" y="90322"/>
                    <a:pt x="90322" y="0"/>
                    <a:pt x="201740" y="0"/>
                  </a:cubicBezTo>
                  <a:cubicBezTo>
                    <a:pt x="313157" y="0"/>
                    <a:pt x="403479" y="90322"/>
                    <a:pt x="403479" y="201739"/>
                  </a:cubicBezTo>
                  <a:close/>
                </a:path>
              </a:pathLst>
            </a:custGeom>
            <a:solidFill>
              <a:srgbClr val="DD478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F2CA4ED-A7A5-4E94-A39E-262F8BD3E93B}"/>
                </a:ext>
              </a:extLst>
            </p:cNvPr>
            <p:cNvSpPr/>
            <p:nvPr/>
          </p:nvSpPr>
          <p:spPr>
            <a:xfrm>
              <a:off x="4190588" y="4150362"/>
              <a:ext cx="10647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C54A86B-1285-488C-8969-6325415CFCDA}"/>
                </a:ext>
              </a:extLst>
            </p:cNvPr>
            <p:cNvSpPr/>
            <p:nvPr/>
          </p:nvSpPr>
          <p:spPr>
            <a:xfrm>
              <a:off x="4479009" y="4811286"/>
              <a:ext cx="5180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2021</a:t>
              </a:r>
            </a:p>
          </p:txBody>
        </p:sp>
        <p:pic>
          <p:nvPicPr>
            <p:cNvPr id="143" name="Graphic 142" descr="Internet">
              <a:extLst>
                <a:ext uri="{FF2B5EF4-FFF2-40B4-BE49-F238E27FC236}">
                  <a16:creationId xmlns:a16="http://schemas.microsoft.com/office/drawing/2014/main" id="{D9056576-E489-4C7E-BC3A-0AB174537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4513" y="5194321"/>
              <a:ext cx="352541" cy="35254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9C460F1-900F-43CA-A50E-DB8470FA71FA}"/>
              </a:ext>
            </a:extLst>
          </p:cNvPr>
          <p:cNvGrpSpPr/>
          <p:nvPr/>
        </p:nvGrpSpPr>
        <p:grpSpPr>
          <a:xfrm>
            <a:off x="2745928" y="2151643"/>
            <a:ext cx="1351143" cy="2608144"/>
            <a:chOff x="2745928" y="2151643"/>
            <a:chExt cx="1351143" cy="2608144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DF082DE-E68A-49E4-BCCE-05A808942C5F}"/>
                </a:ext>
              </a:extLst>
            </p:cNvPr>
            <p:cNvSpPr/>
            <p:nvPr/>
          </p:nvSpPr>
          <p:spPr>
            <a:xfrm>
              <a:off x="2855981" y="2515146"/>
              <a:ext cx="1155010" cy="2244641"/>
            </a:xfrm>
            <a:custGeom>
              <a:avLst/>
              <a:gdLst>
                <a:gd name="connsiteX0" fmla="*/ 783527 w 1009650"/>
                <a:gd name="connsiteY0" fmla="*/ 0 h 1962150"/>
                <a:gd name="connsiteX1" fmla="*/ 228028 w 1009650"/>
                <a:gd name="connsiteY1" fmla="*/ 0 h 1962150"/>
                <a:gd name="connsiteX2" fmla="*/ 0 w 1009650"/>
                <a:gd name="connsiteY2" fmla="*/ 228029 h 1962150"/>
                <a:gd name="connsiteX3" fmla="*/ 0 w 1009650"/>
                <a:gd name="connsiteY3" fmla="*/ 883825 h 1962150"/>
                <a:gd name="connsiteX4" fmla="*/ 278606 w 1009650"/>
                <a:gd name="connsiteY4" fmla="*/ 1335310 h 1962150"/>
                <a:gd name="connsiteX5" fmla="*/ 458248 w 1009650"/>
                <a:gd name="connsiteY5" fmla="*/ 1623536 h 1962150"/>
                <a:gd name="connsiteX6" fmla="*/ 458248 w 1009650"/>
                <a:gd name="connsiteY6" fmla="*/ 1635443 h 1962150"/>
                <a:gd name="connsiteX7" fmla="*/ 410528 w 1009650"/>
                <a:gd name="connsiteY7" fmla="*/ 1804988 h 1962150"/>
                <a:gd name="connsiteX8" fmla="*/ 396811 w 1009650"/>
                <a:gd name="connsiteY8" fmla="*/ 1871377 h 1962150"/>
                <a:gd name="connsiteX9" fmla="*/ 493014 w 1009650"/>
                <a:gd name="connsiteY9" fmla="*/ 1967960 h 1962150"/>
                <a:gd name="connsiteX10" fmla="*/ 614934 w 1009650"/>
                <a:gd name="connsiteY10" fmla="*/ 1859280 h 1962150"/>
                <a:gd name="connsiteX11" fmla="*/ 599885 w 1009650"/>
                <a:gd name="connsiteY11" fmla="*/ 1803940 h 1962150"/>
                <a:gd name="connsiteX12" fmla="*/ 553307 w 1009650"/>
                <a:gd name="connsiteY12" fmla="*/ 1636395 h 1962150"/>
                <a:gd name="connsiteX13" fmla="*/ 553307 w 1009650"/>
                <a:gd name="connsiteY13" fmla="*/ 1623632 h 1962150"/>
                <a:gd name="connsiteX14" fmla="*/ 732949 w 1009650"/>
                <a:gd name="connsiteY14" fmla="*/ 1335405 h 1962150"/>
                <a:gd name="connsiteX15" fmla="*/ 1011555 w 1009650"/>
                <a:gd name="connsiteY15" fmla="*/ 883920 h 1962150"/>
                <a:gd name="connsiteX16" fmla="*/ 1011555 w 1009650"/>
                <a:gd name="connsiteY16" fmla="*/ 228029 h 1962150"/>
                <a:gd name="connsiteX17" fmla="*/ 783527 w 1009650"/>
                <a:gd name="connsiteY17" fmla="*/ 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9650" h="1962150">
                  <a:moveTo>
                    <a:pt x="783527" y="0"/>
                  </a:moveTo>
                  <a:lnTo>
                    <a:pt x="228028" y="0"/>
                  </a:lnTo>
                  <a:cubicBezTo>
                    <a:pt x="102584" y="0"/>
                    <a:pt x="0" y="102584"/>
                    <a:pt x="0" y="228029"/>
                  </a:cubicBezTo>
                  <a:lnTo>
                    <a:pt x="0" y="883825"/>
                  </a:lnTo>
                  <a:cubicBezTo>
                    <a:pt x="0" y="1080421"/>
                    <a:pt x="113728" y="1251776"/>
                    <a:pt x="278606" y="1335310"/>
                  </a:cubicBezTo>
                  <a:cubicBezTo>
                    <a:pt x="387858" y="1390650"/>
                    <a:pt x="458248" y="1501045"/>
                    <a:pt x="458248" y="1623536"/>
                  </a:cubicBezTo>
                  <a:lnTo>
                    <a:pt x="458248" y="1635443"/>
                  </a:lnTo>
                  <a:cubicBezTo>
                    <a:pt x="458248" y="1695260"/>
                    <a:pt x="440341" y="1753076"/>
                    <a:pt x="410528" y="1804988"/>
                  </a:cubicBezTo>
                  <a:cubicBezTo>
                    <a:pt x="399478" y="1824228"/>
                    <a:pt x="394144" y="1847088"/>
                    <a:pt x="396811" y="1871377"/>
                  </a:cubicBezTo>
                  <a:cubicBezTo>
                    <a:pt x="402241" y="1921669"/>
                    <a:pt x="442817" y="1962341"/>
                    <a:pt x="493014" y="1967960"/>
                  </a:cubicBezTo>
                  <a:cubicBezTo>
                    <a:pt x="559022" y="1975295"/>
                    <a:pt x="614934" y="1923764"/>
                    <a:pt x="614934" y="1859280"/>
                  </a:cubicBezTo>
                  <a:cubicBezTo>
                    <a:pt x="614934" y="1839087"/>
                    <a:pt x="609410" y="1820132"/>
                    <a:pt x="599885" y="1803940"/>
                  </a:cubicBezTo>
                  <a:cubicBezTo>
                    <a:pt x="569881" y="1753076"/>
                    <a:pt x="553307" y="1695450"/>
                    <a:pt x="553307" y="1636395"/>
                  </a:cubicBezTo>
                  <a:cubicBezTo>
                    <a:pt x="553307" y="1632204"/>
                    <a:pt x="553307" y="1627918"/>
                    <a:pt x="553307" y="1623632"/>
                  </a:cubicBezTo>
                  <a:cubicBezTo>
                    <a:pt x="553307" y="1501140"/>
                    <a:pt x="623697" y="1390745"/>
                    <a:pt x="732949" y="1335405"/>
                  </a:cubicBezTo>
                  <a:cubicBezTo>
                    <a:pt x="897827" y="1251871"/>
                    <a:pt x="1011555" y="1080516"/>
                    <a:pt x="1011555" y="883920"/>
                  </a:cubicBezTo>
                  <a:lnTo>
                    <a:pt x="1011555" y="228029"/>
                  </a:lnTo>
                  <a:cubicBezTo>
                    <a:pt x="1011555" y="102584"/>
                    <a:pt x="908876" y="0"/>
                    <a:pt x="783527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500FB20-38EE-4F3F-BE61-04BDF3C35CD3}"/>
                </a:ext>
              </a:extLst>
            </p:cNvPr>
            <p:cNvSpPr/>
            <p:nvPr/>
          </p:nvSpPr>
          <p:spPr>
            <a:xfrm>
              <a:off x="2745928" y="2747456"/>
              <a:ext cx="1351143" cy="337786"/>
            </a:xfrm>
            <a:custGeom>
              <a:avLst/>
              <a:gdLst>
                <a:gd name="connsiteX0" fmla="*/ 1102043 w 1181100"/>
                <a:gd name="connsiteY0" fmla="*/ 304610 h 295275"/>
                <a:gd name="connsiteX1" fmla="*/ 84772 w 1181100"/>
                <a:gd name="connsiteY1" fmla="*/ 304610 h 295275"/>
                <a:gd name="connsiteX2" fmla="*/ 0 w 1181100"/>
                <a:gd name="connsiteY2" fmla="*/ 219837 h 295275"/>
                <a:gd name="connsiteX3" fmla="*/ 0 w 1181100"/>
                <a:gd name="connsiteY3" fmla="*/ 84772 h 295275"/>
                <a:gd name="connsiteX4" fmla="*/ 84772 w 1181100"/>
                <a:gd name="connsiteY4" fmla="*/ 0 h 295275"/>
                <a:gd name="connsiteX5" fmla="*/ 1101947 w 1181100"/>
                <a:gd name="connsiteY5" fmla="*/ 0 h 295275"/>
                <a:gd name="connsiteX6" fmla="*/ 1186720 w 1181100"/>
                <a:gd name="connsiteY6" fmla="*/ 84772 h 295275"/>
                <a:gd name="connsiteX7" fmla="*/ 1186720 w 1181100"/>
                <a:gd name="connsiteY7" fmla="*/ 219837 h 295275"/>
                <a:gd name="connsiteX8" fmla="*/ 1102043 w 1181100"/>
                <a:gd name="connsiteY8" fmla="*/ 30461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1100" h="295275">
                  <a:moveTo>
                    <a:pt x="1102043" y="304610"/>
                  </a:moveTo>
                  <a:lnTo>
                    <a:pt x="84772" y="304610"/>
                  </a:lnTo>
                  <a:cubicBezTo>
                    <a:pt x="38195" y="304610"/>
                    <a:pt x="0" y="266510"/>
                    <a:pt x="0" y="219837"/>
                  </a:cubicBezTo>
                  <a:lnTo>
                    <a:pt x="0" y="84772"/>
                  </a:lnTo>
                  <a:cubicBezTo>
                    <a:pt x="0" y="38195"/>
                    <a:pt x="38100" y="0"/>
                    <a:pt x="84772" y="0"/>
                  </a:cubicBezTo>
                  <a:lnTo>
                    <a:pt x="1101947" y="0"/>
                  </a:lnTo>
                  <a:cubicBezTo>
                    <a:pt x="1148525" y="0"/>
                    <a:pt x="1186720" y="38100"/>
                    <a:pt x="1186720" y="84772"/>
                  </a:cubicBezTo>
                  <a:lnTo>
                    <a:pt x="1186720" y="219837"/>
                  </a:lnTo>
                  <a:cubicBezTo>
                    <a:pt x="1186815" y="266510"/>
                    <a:pt x="1148620" y="304610"/>
                    <a:pt x="1102043" y="304610"/>
                  </a:cubicBezTo>
                  <a:close/>
                </a:path>
              </a:pathLst>
            </a:custGeom>
            <a:solidFill>
              <a:srgbClr val="903D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CE39A53-42C9-450F-B5C3-9365C895343F}"/>
                </a:ext>
              </a:extLst>
            </p:cNvPr>
            <p:cNvSpPr/>
            <p:nvPr/>
          </p:nvSpPr>
          <p:spPr>
            <a:xfrm>
              <a:off x="3357212" y="4568884"/>
              <a:ext cx="141652" cy="141652"/>
            </a:xfrm>
            <a:custGeom>
              <a:avLst/>
              <a:gdLst>
                <a:gd name="connsiteX0" fmla="*/ 131254 w 123825"/>
                <a:gd name="connsiteY0" fmla="*/ 65627 h 123825"/>
                <a:gd name="connsiteX1" fmla="*/ 65627 w 123825"/>
                <a:gd name="connsiteY1" fmla="*/ 131254 h 123825"/>
                <a:gd name="connsiteX2" fmla="*/ 0 w 123825"/>
                <a:gd name="connsiteY2" fmla="*/ 65627 h 123825"/>
                <a:gd name="connsiteX3" fmla="*/ 65627 w 123825"/>
                <a:gd name="connsiteY3" fmla="*/ 0 h 123825"/>
                <a:gd name="connsiteX4" fmla="*/ 131254 w 123825"/>
                <a:gd name="connsiteY4" fmla="*/ 65627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31254" y="65627"/>
                  </a:moveTo>
                  <a:cubicBezTo>
                    <a:pt x="131254" y="101917"/>
                    <a:pt x="101822" y="131254"/>
                    <a:pt x="65627" y="131254"/>
                  </a:cubicBezTo>
                  <a:cubicBezTo>
                    <a:pt x="29337" y="131254"/>
                    <a:pt x="0" y="101822"/>
                    <a:pt x="0" y="65627"/>
                  </a:cubicBezTo>
                  <a:cubicBezTo>
                    <a:pt x="0" y="29432"/>
                    <a:pt x="29432" y="0"/>
                    <a:pt x="65627" y="0"/>
                  </a:cubicBezTo>
                  <a:cubicBezTo>
                    <a:pt x="101822" y="0"/>
                    <a:pt x="131254" y="29432"/>
                    <a:pt x="131254" y="65627"/>
                  </a:cubicBezTo>
                  <a:close/>
                </a:path>
              </a:pathLst>
            </a:custGeom>
            <a:solidFill>
              <a:srgbClr val="903D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5B1D1FA-718B-4CE7-B7C4-1C7555379F68}"/>
                </a:ext>
              </a:extLst>
            </p:cNvPr>
            <p:cNvSpPr/>
            <p:nvPr/>
          </p:nvSpPr>
          <p:spPr>
            <a:xfrm>
              <a:off x="3086329" y="2181392"/>
              <a:ext cx="664675" cy="664675"/>
            </a:xfrm>
            <a:custGeom>
              <a:avLst/>
              <a:gdLst>
                <a:gd name="connsiteX0" fmla="*/ 582168 w 581025"/>
                <a:gd name="connsiteY0" fmla="*/ 291084 h 581025"/>
                <a:gd name="connsiteX1" fmla="*/ 291084 w 581025"/>
                <a:gd name="connsiteY1" fmla="*/ 582168 h 581025"/>
                <a:gd name="connsiteX2" fmla="*/ 0 w 581025"/>
                <a:gd name="connsiteY2" fmla="*/ 291084 h 581025"/>
                <a:gd name="connsiteX3" fmla="*/ 291084 w 581025"/>
                <a:gd name="connsiteY3" fmla="*/ 0 h 581025"/>
                <a:gd name="connsiteX4" fmla="*/ 582168 w 581025"/>
                <a:gd name="connsiteY4" fmla="*/ 29108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025" h="581025">
                  <a:moveTo>
                    <a:pt x="582168" y="291084"/>
                  </a:moveTo>
                  <a:cubicBezTo>
                    <a:pt x="582168" y="451845"/>
                    <a:pt x="451845" y="582168"/>
                    <a:pt x="291084" y="582168"/>
                  </a:cubicBezTo>
                  <a:cubicBezTo>
                    <a:pt x="130323" y="582168"/>
                    <a:pt x="0" y="451845"/>
                    <a:pt x="0" y="291084"/>
                  </a:cubicBezTo>
                  <a:cubicBezTo>
                    <a:pt x="0" y="130323"/>
                    <a:pt x="130323" y="0"/>
                    <a:pt x="291084" y="0"/>
                  </a:cubicBezTo>
                  <a:cubicBezTo>
                    <a:pt x="451845" y="0"/>
                    <a:pt x="582168" y="130323"/>
                    <a:pt x="582168" y="291084"/>
                  </a:cubicBezTo>
                  <a:close/>
                </a:path>
              </a:pathLst>
            </a:custGeom>
            <a:solidFill>
              <a:srgbClr val="60606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8B48221-4DA8-4A35-8D42-01AA9CDFE7E1}"/>
                </a:ext>
              </a:extLst>
            </p:cNvPr>
            <p:cNvSpPr/>
            <p:nvPr/>
          </p:nvSpPr>
          <p:spPr>
            <a:xfrm>
              <a:off x="3056606" y="2151643"/>
              <a:ext cx="719157" cy="719157"/>
            </a:xfrm>
            <a:custGeom>
              <a:avLst/>
              <a:gdLst>
                <a:gd name="connsiteX0" fmla="*/ 377761 w 628650"/>
                <a:gd name="connsiteY0" fmla="*/ 60587 h 628650"/>
                <a:gd name="connsiteX1" fmla="*/ 573760 w 628650"/>
                <a:gd name="connsiteY1" fmla="*/ 377761 h 628650"/>
                <a:gd name="connsiteX2" fmla="*/ 256586 w 628650"/>
                <a:gd name="connsiteY2" fmla="*/ 573759 h 628650"/>
                <a:gd name="connsiteX3" fmla="*/ 60587 w 628650"/>
                <a:gd name="connsiteY3" fmla="*/ 256586 h 628650"/>
                <a:gd name="connsiteX4" fmla="*/ 377761 w 628650"/>
                <a:gd name="connsiteY4" fmla="*/ 60587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50" h="628650">
                  <a:moveTo>
                    <a:pt x="377761" y="60587"/>
                  </a:moveTo>
                  <a:cubicBezTo>
                    <a:pt x="519469" y="94049"/>
                    <a:pt x="607221" y="236052"/>
                    <a:pt x="573760" y="377761"/>
                  </a:cubicBezTo>
                  <a:cubicBezTo>
                    <a:pt x="540298" y="519469"/>
                    <a:pt x="398295" y="607221"/>
                    <a:pt x="256586" y="573759"/>
                  </a:cubicBezTo>
                  <a:cubicBezTo>
                    <a:pt x="114878" y="540298"/>
                    <a:pt x="27126" y="398295"/>
                    <a:pt x="60587" y="256586"/>
                  </a:cubicBezTo>
                  <a:cubicBezTo>
                    <a:pt x="94049" y="114877"/>
                    <a:pt x="236052" y="27126"/>
                    <a:pt x="377761" y="6058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FDE2D6C-4445-434B-B97E-203EC8249172}"/>
                </a:ext>
              </a:extLst>
            </p:cNvPr>
            <p:cNvSpPr/>
            <p:nvPr/>
          </p:nvSpPr>
          <p:spPr>
            <a:xfrm>
              <a:off x="3155739" y="2250801"/>
              <a:ext cx="523023" cy="523023"/>
            </a:xfrm>
            <a:custGeom>
              <a:avLst/>
              <a:gdLst>
                <a:gd name="connsiteX0" fmla="*/ 460819 w 457200"/>
                <a:gd name="connsiteY0" fmla="*/ 230410 h 457200"/>
                <a:gd name="connsiteX1" fmla="*/ 230410 w 457200"/>
                <a:gd name="connsiteY1" fmla="*/ 460820 h 457200"/>
                <a:gd name="connsiteX2" fmla="*/ 0 w 457200"/>
                <a:gd name="connsiteY2" fmla="*/ 230410 h 457200"/>
                <a:gd name="connsiteX3" fmla="*/ 230410 w 457200"/>
                <a:gd name="connsiteY3" fmla="*/ 0 h 457200"/>
                <a:gd name="connsiteX4" fmla="*/ 460819 w 457200"/>
                <a:gd name="connsiteY4" fmla="*/ 23041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457200">
                  <a:moveTo>
                    <a:pt x="460819" y="230410"/>
                  </a:moveTo>
                  <a:cubicBezTo>
                    <a:pt x="460819" y="357662"/>
                    <a:pt x="357662" y="460820"/>
                    <a:pt x="230410" y="460820"/>
                  </a:cubicBezTo>
                  <a:cubicBezTo>
                    <a:pt x="103158" y="460820"/>
                    <a:pt x="0" y="357662"/>
                    <a:pt x="0" y="230410"/>
                  </a:cubicBezTo>
                  <a:cubicBezTo>
                    <a:pt x="0" y="103158"/>
                    <a:pt x="103158" y="0"/>
                    <a:pt x="230410" y="0"/>
                  </a:cubicBezTo>
                  <a:cubicBezTo>
                    <a:pt x="357662" y="0"/>
                    <a:pt x="460819" y="103158"/>
                    <a:pt x="460819" y="230410"/>
                  </a:cubicBezTo>
                  <a:close/>
                </a:path>
              </a:pathLst>
            </a:custGeom>
            <a:solidFill>
              <a:srgbClr val="903D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52B341B-CEAB-4690-89E2-B09CDBCF32A7}"/>
                </a:ext>
              </a:extLst>
            </p:cNvPr>
            <p:cNvSpPr/>
            <p:nvPr/>
          </p:nvSpPr>
          <p:spPr>
            <a:xfrm>
              <a:off x="3188537" y="2283600"/>
              <a:ext cx="457645" cy="457645"/>
            </a:xfrm>
            <a:custGeom>
              <a:avLst/>
              <a:gdLst>
                <a:gd name="connsiteX0" fmla="*/ 403479 w 400050"/>
                <a:gd name="connsiteY0" fmla="*/ 201740 h 400050"/>
                <a:gd name="connsiteX1" fmla="*/ 201740 w 400050"/>
                <a:gd name="connsiteY1" fmla="*/ 403479 h 400050"/>
                <a:gd name="connsiteX2" fmla="*/ 0 w 400050"/>
                <a:gd name="connsiteY2" fmla="*/ 201739 h 400050"/>
                <a:gd name="connsiteX3" fmla="*/ 201740 w 400050"/>
                <a:gd name="connsiteY3" fmla="*/ 0 h 400050"/>
                <a:gd name="connsiteX4" fmla="*/ 403479 w 400050"/>
                <a:gd name="connsiteY4" fmla="*/ 20174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050" h="400050">
                  <a:moveTo>
                    <a:pt x="403479" y="201740"/>
                  </a:moveTo>
                  <a:cubicBezTo>
                    <a:pt x="403479" y="313157"/>
                    <a:pt x="313157" y="403479"/>
                    <a:pt x="201740" y="403479"/>
                  </a:cubicBezTo>
                  <a:cubicBezTo>
                    <a:pt x="90322" y="403479"/>
                    <a:pt x="0" y="313157"/>
                    <a:pt x="0" y="201739"/>
                  </a:cubicBezTo>
                  <a:cubicBezTo>
                    <a:pt x="0" y="90322"/>
                    <a:pt x="90322" y="0"/>
                    <a:pt x="201740" y="0"/>
                  </a:cubicBezTo>
                  <a:cubicBezTo>
                    <a:pt x="313157" y="0"/>
                    <a:pt x="403479" y="90322"/>
                    <a:pt x="403479" y="201740"/>
                  </a:cubicBezTo>
                  <a:close/>
                </a:path>
              </a:pathLst>
            </a:custGeom>
            <a:solidFill>
              <a:srgbClr val="79336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D8BC182-7B19-4061-86FC-C973B52D2CCD}"/>
                </a:ext>
              </a:extLst>
            </p:cNvPr>
            <p:cNvSpPr/>
            <p:nvPr/>
          </p:nvSpPr>
          <p:spPr>
            <a:xfrm>
              <a:off x="2900273" y="3198167"/>
              <a:ext cx="10647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656EAC0-A02E-4310-8061-BCA1E6ED14F3}"/>
                </a:ext>
              </a:extLst>
            </p:cNvPr>
            <p:cNvSpPr/>
            <p:nvPr/>
          </p:nvSpPr>
          <p:spPr>
            <a:xfrm>
              <a:off x="3172078" y="2819865"/>
              <a:ext cx="5180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pic>
          <p:nvPicPr>
            <p:cNvPr id="144" name="Graphic 143" descr="Tools">
              <a:extLst>
                <a:ext uri="{FF2B5EF4-FFF2-40B4-BE49-F238E27FC236}">
                  <a16:creationId xmlns:a16="http://schemas.microsoft.com/office/drawing/2014/main" id="{CC257358-E99B-45E0-AEC0-F46DCE5A8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79458" y="2398809"/>
              <a:ext cx="264869" cy="264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8773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A0927BA-9867-4A8C-A8EA-92BB3EAD57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9A82F27-EE9E-4730-9591-63B306695C7D}"/>
              </a:ext>
            </a:extLst>
          </p:cNvPr>
          <p:cNvGrpSpPr/>
          <p:nvPr/>
        </p:nvGrpSpPr>
        <p:grpSpPr>
          <a:xfrm>
            <a:off x="1328675" y="2247975"/>
            <a:ext cx="9534651" cy="1765282"/>
            <a:chOff x="-261666" y="1792597"/>
            <a:chExt cx="10254846" cy="1828439"/>
          </a:xfrm>
        </p:grpSpPr>
        <p:sp>
          <p:nvSpPr>
            <p:cNvPr id="62" name="Freeform 11">
              <a:extLst>
                <a:ext uri="{FF2B5EF4-FFF2-40B4-BE49-F238E27FC236}">
                  <a16:creationId xmlns:a16="http://schemas.microsoft.com/office/drawing/2014/main" id="{B66EE86C-E61B-483B-8A81-7884B4A1E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1666" y="2262665"/>
              <a:ext cx="2259287" cy="1358371"/>
            </a:xfrm>
            <a:custGeom>
              <a:avLst/>
              <a:gdLst/>
              <a:ahLst/>
              <a:cxnLst>
                <a:cxn ang="0">
                  <a:pos x="410" y="403"/>
                </a:cxn>
                <a:cxn ang="0">
                  <a:pos x="189" y="403"/>
                </a:cxn>
                <a:cxn ang="0">
                  <a:pos x="138" y="363"/>
                </a:cxn>
                <a:cxn ang="0">
                  <a:pos x="51" y="40"/>
                </a:cxn>
                <a:cxn ang="0">
                  <a:pos x="51" y="40"/>
                </a:cxn>
                <a:cxn ang="0">
                  <a:pos x="0" y="0"/>
                </a:cxn>
                <a:cxn ang="0">
                  <a:pos x="81" y="0"/>
                </a:cxn>
                <a:cxn ang="0">
                  <a:pos x="302" y="0"/>
                </a:cxn>
                <a:cxn ang="0">
                  <a:pos x="353" y="40"/>
                </a:cxn>
                <a:cxn ang="0">
                  <a:pos x="440" y="363"/>
                </a:cxn>
                <a:cxn ang="0">
                  <a:pos x="491" y="403"/>
                </a:cxn>
                <a:cxn ang="0">
                  <a:pos x="410" y="403"/>
                </a:cxn>
              </a:cxnLst>
              <a:rect l="0" t="0" r="r" b="b"/>
              <a:pathLst>
                <a:path w="491" h="403">
                  <a:moveTo>
                    <a:pt x="410" y="403"/>
                  </a:moveTo>
                  <a:cubicBezTo>
                    <a:pt x="189" y="403"/>
                    <a:pt x="189" y="403"/>
                    <a:pt x="189" y="403"/>
                  </a:cubicBezTo>
                  <a:cubicBezTo>
                    <a:pt x="166" y="403"/>
                    <a:pt x="143" y="385"/>
                    <a:pt x="138" y="363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5" y="18"/>
                    <a:pt x="22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25" y="0"/>
                    <a:pt x="348" y="18"/>
                    <a:pt x="353" y="40"/>
                  </a:cubicBezTo>
                  <a:cubicBezTo>
                    <a:pt x="440" y="363"/>
                    <a:pt x="440" y="363"/>
                    <a:pt x="440" y="363"/>
                  </a:cubicBezTo>
                  <a:cubicBezTo>
                    <a:pt x="446" y="385"/>
                    <a:pt x="469" y="403"/>
                    <a:pt x="491" y="403"/>
                  </a:cubicBezTo>
                  <a:lnTo>
                    <a:pt x="410" y="40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04B4CC4D-A3FF-4550-8DD9-B1843ECDB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833" y="2262665"/>
              <a:ext cx="2259287" cy="1358371"/>
            </a:xfrm>
            <a:custGeom>
              <a:avLst/>
              <a:gdLst/>
              <a:ahLst/>
              <a:cxnLst>
                <a:cxn ang="0">
                  <a:pos x="410" y="403"/>
                </a:cxn>
                <a:cxn ang="0">
                  <a:pos x="189" y="403"/>
                </a:cxn>
                <a:cxn ang="0">
                  <a:pos x="137" y="363"/>
                </a:cxn>
                <a:cxn ang="0">
                  <a:pos x="51" y="40"/>
                </a:cxn>
                <a:cxn ang="0">
                  <a:pos x="51" y="40"/>
                </a:cxn>
                <a:cxn ang="0">
                  <a:pos x="0" y="0"/>
                </a:cxn>
                <a:cxn ang="0">
                  <a:pos x="81" y="0"/>
                </a:cxn>
                <a:cxn ang="0">
                  <a:pos x="302" y="0"/>
                </a:cxn>
                <a:cxn ang="0">
                  <a:pos x="353" y="40"/>
                </a:cxn>
                <a:cxn ang="0">
                  <a:pos x="440" y="363"/>
                </a:cxn>
                <a:cxn ang="0">
                  <a:pos x="491" y="403"/>
                </a:cxn>
                <a:cxn ang="0">
                  <a:pos x="410" y="403"/>
                </a:cxn>
              </a:cxnLst>
              <a:rect l="0" t="0" r="r" b="b"/>
              <a:pathLst>
                <a:path w="491" h="403">
                  <a:moveTo>
                    <a:pt x="410" y="403"/>
                  </a:moveTo>
                  <a:cubicBezTo>
                    <a:pt x="189" y="403"/>
                    <a:pt x="189" y="403"/>
                    <a:pt x="189" y="403"/>
                  </a:cubicBezTo>
                  <a:cubicBezTo>
                    <a:pt x="166" y="403"/>
                    <a:pt x="143" y="385"/>
                    <a:pt x="137" y="363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5" y="18"/>
                    <a:pt x="22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25" y="0"/>
                    <a:pt x="347" y="18"/>
                    <a:pt x="353" y="40"/>
                  </a:cubicBezTo>
                  <a:cubicBezTo>
                    <a:pt x="440" y="363"/>
                    <a:pt x="440" y="363"/>
                    <a:pt x="440" y="363"/>
                  </a:cubicBezTo>
                  <a:cubicBezTo>
                    <a:pt x="446" y="385"/>
                    <a:pt x="469" y="403"/>
                    <a:pt x="491" y="403"/>
                  </a:cubicBezTo>
                  <a:lnTo>
                    <a:pt x="410" y="40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39918164-93A2-4F05-90F3-CEDB93796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351" y="2262665"/>
              <a:ext cx="2259287" cy="1358371"/>
            </a:xfrm>
            <a:custGeom>
              <a:avLst/>
              <a:gdLst/>
              <a:ahLst/>
              <a:cxnLst>
                <a:cxn ang="0">
                  <a:pos x="410" y="403"/>
                </a:cxn>
                <a:cxn ang="0">
                  <a:pos x="188" y="403"/>
                </a:cxn>
                <a:cxn ang="0">
                  <a:pos x="137" y="363"/>
                </a:cxn>
                <a:cxn ang="0">
                  <a:pos x="51" y="40"/>
                </a:cxn>
                <a:cxn ang="0">
                  <a:pos x="51" y="40"/>
                </a:cxn>
                <a:cxn ang="0">
                  <a:pos x="0" y="0"/>
                </a:cxn>
                <a:cxn ang="0">
                  <a:pos x="80" y="0"/>
                </a:cxn>
                <a:cxn ang="0">
                  <a:pos x="302" y="0"/>
                </a:cxn>
                <a:cxn ang="0">
                  <a:pos x="353" y="40"/>
                </a:cxn>
                <a:cxn ang="0">
                  <a:pos x="440" y="363"/>
                </a:cxn>
                <a:cxn ang="0">
                  <a:pos x="491" y="403"/>
                </a:cxn>
                <a:cxn ang="0">
                  <a:pos x="410" y="403"/>
                </a:cxn>
              </a:cxnLst>
              <a:rect l="0" t="0" r="r" b="b"/>
              <a:pathLst>
                <a:path w="491" h="403">
                  <a:moveTo>
                    <a:pt x="410" y="403"/>
                  </a:moveTo>
                  <a:cubicBezTo>
                    <a:pt x="188" y="403"/>
                    <a:pt x="188" y="403"/>
                    <a:pt x="188" y="403"/>
                  </a:cubicBezTo>
                  <a:cubicBezTo>
                    <a:pt x="166" y="403"/>
                    <a:pt x="143" y="385"/>
                    <a:pt x="137" y="363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5" y="18"/>
                    <a:pt x="22" y="0"/>
                    <a:pt x="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24" y="0"/>
                    <a:pt x="347" y="18"/>
                    <a:pt x="353" y="40"/>
                  </a:cubicBezTo>
                  <a:cubicBezTo>
                    <a:pt x="440" y="363"/>
                    <a:pt x="440" y="363"/>
                    <a:pt x="440" y="363"/>
                  </a:cubicBezTo>
                  <a:cubicBezTo>
                    <a:pt x="445" y="385"/>
                    <a:pt x="468" y="403"/>
                    <a:pt x="491" y="403"/>
                  </a:cubicBezTo>
                  <a:lnTo>
                    <a:pt x="410" y="403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5" name="Freeform 10">
              <a:extLst>
                <a:ext uri="{FF2B5EF4-FFF2-40B4-BE49-F238E27FC236}">
                  <a16:creationId xmlns:a16="http://schemas.microsoft.com/office/drawing/2014/main" id="{A3963091-F66D-4C7B-974A-7C749D687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246" y="2262665"/>
              <a:ext cx="2256662" cy="1358371"/>
            </a:xfrm>
            <a:custGeom>
              <a:avLst/>
              <a:gdLst/>
              <a:ahLst/>
              <a:cxnLst>
                <a:cxn ang="0">
                  <a:pos x="411" y="403"/>
                </a:cxn>
                <a:cxn ang="0">
                  <a:pos x="189" y="403"/>
                </a:cxn>
                <a:cxn ang="0">
                  <a:pos x="138" y="363"/>
                </a:cxn>
                <a:cxn ang="0">
                  <a:pos x="51" y="40"/>
                </a:cxn>
                <a:cxn ang="0">
                  <a:pos x="51" y="40"/>
                </a:cxn>
                <a:cxn ang="0">
                  <a:pos x="0" y="0"/>
                </a:cxn>
                <a:cxn ang="0">
                  <a:pos x="81" y="0"/>
                </a:cxn>
                <a:cxn ang="0">
                  <a:pos x="303" y="0"/>
                </a:cxn>
                <a:cxn ang="0">
                  <a:pos x="354" y="40"/>
                </a:cxn>
                <a:cxn ang="0">
                  <a:pos x="440" y="363"/>
                </a:cxn>
                <a:cxn ang="0">
                  <a:pos x="491" y="403"/>
                </a:cxn>
                <a:cxn ang="0">
                  <a:pos x="411" y="403"/>
                </a:cxn>
              </a:cxnLst>
              <a:rect l="0" t="0" r="r" b="b"/>
              <a:pathLst>
                <a:path w="491" h="403">
                  <a:moveTo>
                    <a:pt x="411" y="403"/>
                  </a:moveTo>
                  <a:cubicBezTo>
                    <a:pt x="189" y="403"/>
                    <a:pt x="189" y="403"/>
                    <a:pt x="189" y="403"/>
                  </a:cubicBezTo>
                  <a:cubicBezTo>
                    <a:pt x="167" y="403"/>
                    <a:pt x="144" y="385"/>
                    <a:pt x="138" y="363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5" y="18"/>
                    <a:pt x="23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303" y="0"/>
                    <a:pt x="303" y="0"/>
                    <a:pt x="303" y="0"/>
                  </a:cubicBezTo>
                  <a:cubicBezTo>
                    <a:pt x="325" y="0"/>
                    <a:pt x="348" y="18"/>
                    <a:pt x="354" y="40"/>
                  </a:cubicBezTo>
                  <a:cubicBezTo>
                    <a:pt x="440" y="363"/>
                    <a:pt x="440" y="363"/>
                    <a:pt x="440" y="363"/>
                  </a:cubicBezTo>
                  <a:cubicBezTo>
                    <a:pt x="446" y="385"/>
                    <a:pt x="469" y="403"/>
                    <a:pt x="491" y="403"/>
                  </a:cubicBezTo>
                  <a:lnTo>
                    <a:pt x="411" y="40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6" name="Freeform 11">
              <a:extLst>
                <a:ext uri="{FF2B5EF4-FFF2-40B4-BE49-F238E27FC236}">
                  <a16:creationId xmlns:a16="http://schemas.microsoft.com/office/drawing/2014/main" id="{EBE14738-A766-44D4-91F2-98151857E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226" y="2262661"/>
              <a:ext cx="2259287" cy="1358371"/>
            </a:xfrm>
            <a:custGeom>
              <a:avLst/>
              <a:gdLst/>
              <a:ahLst/>
              <a:cxnLst>
                <a:cxn ang="0">
                  <a:pos x="410" y="403"/>
                </a:cxn>
                <a:cxn ang="0">
                  <a:pos x="189" y="403"/>
                </a:cxn>
                <a:cxn ang="0">
                  <a:pos x="138" y="363"/>
                </a:cxn>
                <a:cxn ang="0">
                  <a:pos x="51" y="40"/>
                </a:cxn>
                <a:cxn ang="0">
                  <a:pos x="51" y="40"/>
                </a:cxn>
                <a:cxn ang="0">
                  <a:pos x="0" y="0"/>
                </a:cxn>
                <a:cxn ang="0">
                  <a:pos x="81" y="0"/>
                </a:cxn>
                <a:cxn ang="0">
                  <a:pos x="302" y="0"/>
                </a:cxn>
                <a:cxn ang="0">
                  <a:pos x="353" y="40"/>
                </a:cxn>
                <a:cxn ang="0">
                  <a:pos x="440" y="363"/>
                </a:cxn>
                <a:cxn ang="0">
                  <a:pos x="491" y="403"/>
                </a:cxn>
                <a:cxn ang="0">
                  <a:pos x="410" y="403"/>
                </a:cxn>
              </a:cxnLst>
              <a:rect l="0" t="0" r="r" b="b"/>
              <a:pathLst>
                <a:path w="491" h="403">
                  <a:moveTo>
                    <a:pt x="410" y="403"/>
                  </a:moveTo>
                  <a:cubicBezTo>
                    <a:pt x="189" y="403"/>
                    <a:pt x="189" y="403"/>
                    <a:pt x="189" y="403"/>
                  </a:cubicBezTo>
                  <a:cubicBezTo>
                    <a:pt x="166" y="403"/>
                    <a:pt x="143" y="385"/>
                    <a:pt x="138" y="363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5" y="18"/>
                    <a:pt x="22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25" y="0"/>
                    <a:pt x="348" y="18"/>
                    <a:pt x="353" y="40"/>
                  </a:cubicBezTo>
                  <a:cubicBezTo>
                    <a:pt x="440" y="363"/>
                    <a:pt x="440" y="363"/>
                    <a:pt x="440" y="363"/>
                  </a:cubicBezTo>
                  <a:cubicBezTo>
                    <a:pt x="446" y="385"/>
                    <a:pt x="469" y="403"/>
                    <a:pt x="491" y="403"/>
                  </a:cubicBezTo>
                  <a:lnTo>
                    <a:pt x="410" y="40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7" name="Freeform 26">
              <a:extLst>
                <a:ext uri="{FF2B5EF4-FFF2-40B4-BE49-F238E27FC236}">
                  <a16:creationId xmlns:a16="http://schemas.microsoft.com/office/drawing/2014/main" id="{67690F1B-7FF2-4BBB-9B8F-93B5C71F4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0917" y="1792597"/>
              <a:ext cx="2322263" cy="1828439"/>
            </a:xfrm>
            <a:custGeom>
              <a:avLst/>
              <a:gdLst/>
              <a:ahLst/>
              <a:cxnLst>
                <a:cxn ang="0">
                  <a:pos x="0" y="543"/>
                </a:cxn>
                <a:cxn ang="0">
                  <a:pos x="75" y="543"/>
                </a:cxn>
                <a:cxn ang="0">
                  <a:pos x="281" y="543"/>
                </a:cxn>
                <a:cxn ang="0">
                  <a:pos x="329" y="506"/>
                </a:cxn>
                <a:cxn ang="0">
                  <a:pos x="402" y="234"/>
                </a:cxn>
                <a:cxn ang="0">
                  <a:pos x="478" y="234"/>
                </a:cxn>
                <a:cxn ang="0">
                  <a:pos x="493" y="203"/>
                </a:cxn>
                <a:cxn ang="0">
                  <a:pos x="359" y="20"/>
                </a:cxn>
                <a:cxn ang="0">
                  <a:pos x="307" y="13"/>
                </a:cxn>
                <a:cxn ang="0">
                  <a:pos x="57" y="211"/>
                </a:cxn>
                <a:cxn ang="0">
                  <a:pos x="65" y="234"/>
                </a:cxn>
                <a:cxn ang="0">
                  <a:pos x="121" y="234"/>
                </a:cxn>
                <a:cxn ang="0">
                  <a:pos x="48" y="506"/>
                </a:cxn>
                <a:cxn ang="0">
                  <a:pos x="48" y="506"/>
                </a:cxn>
                <a:cxn ang="0">
                  <a:pos x="0" y="543"/>
                </a:cxn>
              </a:cxnLst>
              <a:rect l="0" t="0" r="r" b="b"/>
              <a:pathLst>
                <a:path w="505" h="543">
                  <a:moveTo>
                    <a:pt x="0" y="543"/>
                  </a:moveTo>
                  <a:cubicBezTo>
                    <a:pt x="75" y="543"/>
                    <a:pt x="75" y="543"/>
                    <a:pt x="75" y="543"/>
                  </a:cubicBezTo>
                  <a:cubicBezTo>
                    <a:pt x="281" y="543"/>
                    <a:pt x="281" y="543"/>
                    <a:pt x="281" y="543"/>
                  </a:cubicBezTo>
                  <a:cubicBezTo>
                    <a:pt x="302" y="543"/>
                    <a:pt x="324" y="526"/>
                    <a:pt x="329" y="506"/>
                  </a:cubicBezTo>
                  <a:cubicBezTo>
                    <a:pt x="402" y="234"/>
                    <a:pt x="402" y="234"/>
                    <a:pt x="402" y="234"/>
                  </a:cubicBezTo>
                  <a:cubicBezTo>
                    <a:pt x="478" y="234"/>
                    <a:pt x="478" y="234"/>
                    <a:pt x="478" y="234"/>
                  </a:cubicBezTo>
                  <a:cubicBezTo>
                    <a:pt x="498" y="234"/>
                    <a:pt x="505" y="220"/>
                    <a:pt x="493" y="203"/>
                  </a:cubicBezTo>
                  <a:cubicBezTo>
                    <a:pt x="359" y="20"/>
                    <a:pt x="359" y="20"/>
                    <a:pt x="359" y="20"/>
                  </a:cubicBezTo>
                  <a:cubicBezTo>
                    <a:pt x="347" y="4"/>
                    <a:pt x="323" y="0"/>
                    <a:pt x="307" y="13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41" y="223"/>
                    <a:pt x="44" y="234"/>
                    <a:pt x="65" y="234"/>
                  </a:cubicBezTo>
                  <a:cubicBezTo>
                    <a:pt x="121" y="234"/>
                    <a:pt x="121" y="234"/>
                    <a:pt x="121" y="234"/>
                  </a:cubicBezTo>
                  <a:cubicBezTo>
                    <a:pt x="48" y="506"/>
                    <a:pt x="48" y="506"/>
                    <a:pt x="48" y="506"/>
                  </a:cubicBezTo>
                  <a:cubicBezTo>
                    <a:pt x="48" y="506"/>
                    <a:pt x="48" y="506"/>
                    <a:pt x="48" y="506"/>
                  </a:cubicBezTo>
                  <a:cubicBezTo>
                    <a:pt x="42" y="526"/>
                    <a:pt x="21" y="543"/>
                    <a:pt x="0" y="543"/>
                  </a:cubicBezTo>
                  <a:close/>
                </a:path>
              </a:pathLst>
            </a:custGeom>
            <a:ln>
              <a:headEnd/>
              <a:tailEnd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19E03A4B-BA61-4411-B9D5-77643525A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212" y="2262665"/>
              <a:ext cx="2256662" cy="1358371"/>
            </a:xfrm>
            <a:custGeom>
              <a:avLst/>
              <a:gdLst/>
              <a:ahLst/>
              <a:cxnLst>
                <a:cxn ang="0">
                  <a:pos x="81" y="403"/>
                </a:cxn>
                <a:cxn ang="0">
                  <a:pos x="303" y="403"/>
                </a:cxn>
                <a:cxn ang="0">
                  <a:pos x="354" y="363"/>
                </a:cxn>
                <a:cxn ang="0">
                  <a:pos x="440" y="40"/>
                </a:cxn>
                <a:cxn ang="0">
                  <a:pos x="440" y="40"/>
                </a:cxn>
                <a:cxn ang="0">
                  <a:pos x="491" y="0"/>
                </a:cxn>
                <a:cxn ang="0">
                  <a:pos x="411" y="0"/>
                </a:cxn>
                <a:cxn ang="0">
                  <a:pos x="189" y="0"/>
                </a:cxn>
                <a:cxn ang="0">
                  <a:pos x="138" y="40"/>
                </a:cxn>
                <a:cxn ang="0">
                  <a:pos x="51" y="363"/>
                </a:cxn>
                <a:cxn ang="0">
                  <a:pos x="0" y="403"/>
                </a:cxn>
                <a:cxn ang="0">
                  <a:pos x="81" y="403"/>
                </a:cxn>
              </a:cxnLst>
              <a:rect l="0" t="0" r="r" b="b"/>
              <a:pathLst>
                <a:path w="491" h="403">
                  <a:moveTo>
                    <a:pt x="81" y="403"/>
                  </a:moveTo>
                  <a:cubicBezTo>
                    <a:pt x="303" y="403"/>
                    <a:pt x="303" y="403"/>
                    <a:pt x="303" y="403"/>
                  </a:cubicBezTo>
                  <a:cubicBezTo>
                    <a:pt x="325" y="403"/>
                    <a:pt x="348" y="385"/>
                    <a:pt x="354" y="363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6" y="18"/>
                    <a:pt x="469" y="0"/>
                    <a:pt x="491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67" y="0"/>
                    <a:pt x="144" y="18"/>
                    <a:pt x="138" y="40"/>
                  </a:cubicBezTo>
                  <a:cubicBezTo>
                    <a:pt x="51" y="363"/>
                    <a:pt x="51" y="363"/>
                    <a:pt x="51" y="363"/>
                  </a:cubicBezTo>
                  <a:cubicBezTo>
                    <a:pt x="45" y="385"/>
                    <a:pt x="23" y="403"/>
                    <a:pt x="0" y="403"/>
                  </a:cubicBezTo>
                  <a:lnTo>
                    <a:pt x="81" y="40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 dirty="0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1" name="Freeform 20">
              <a:extLst>
                <a:ext uri="{FF2B5EF4-FFF2-40B4-BE49-F238E27FC236}">
                  <a16:creationId xmlns:a16="http://schemas.microsoft.com/office/drawing/2014/main" id="{F306DB65-B64B-45F9-91F4-93F90F9E1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316" y="2262665"/>
              <a:ext cx="2259287" cy="1358371"/>
            </a:xfrm>
            <a:custGeom>
              <a:avLst/>
              <a:gdLst/>
              <a:ahLst/>
              <a:cxnLst>
                <a:cxn ang="0">
                  <a:pos x="80" y="403"/>
                </a:cxn>
                <a:cxn ang="0">
                  <a:pos x="302" y="403"/>
                </a:cxn>
                <a:cxn ang="0">
                  <a:pos x="353" y="363"/>
                </a:cxn>
                <a:cxn ang="0">
                  <a:pos x="440" y="40"/>
                </a:cxn>
                <a:cxn ang="0">
                  <a:pos x="440" y="40"/>
                </a:cxn>
                <a:cxn ang="0">
                  <a:pos x="491" y="0"/>
                </a:cxn>
                <a:cxn ang="0">
                  <a:pos x="410" y="0"/>
                </a:cxn>
                <a:cxn ang="0">
                  <a:pos x="188" y="0"/>
                </a:cxn>
                <a:cxn ang="0">
                  <a:pos x="137" y="40"/>
                </a:cxn>
                <a:cxn ang="0">
                  <a:pos x="51" y="363"/>
                </a:cxn>
                <a:cxn ang="0">
                  <a:pos x="0" y="403"/>
                </a:cxn>
                <a:cxn ang="0">
                  <a:pos x="80" y="403"/>
                </a:cxn>
              </a:cxnLst>
              <a:rect l="0" t="0" r="r" b="b"/>
              <a:pathLst>
                <a:path w="491" h="403">
                  <a:moveTo>
                    <a:pt x="80" y="403"/>
                  </a:moveTo>
                  <a:cubicBezTo>
                    <a:pt x="302" y="403"/>
                    <a:pt x="302" y="403"/>
                    <a:pt x="302" y="403"/>
                  </a:cubicBezTo>
                  <a:cubicBezTo>
                    <a:pt x="324" y="403"/>
                    <a:pt x="347" y="385"/>
                    <a:pt x="353" y="363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5" y="18"/>
                    <a:pt x="468" y="0"/>
                    <a:pt x="491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66" y="0"/>
                    <a:pt x="143" y="18"/>
                    <a:pt x="137" y="40"/>
                  </a:cubicBezTo>
                  <a:cubicBezTo>
                    <a:pt x="51" y="363"/>
                    <a:pt x="51" y="363"/>
                    <a:pt x="51" y="363"/>
                  </a:cubicBezTo>
                  <a:cubicBezTo>
                    <a:pt x="45" y="385"/>
                    <a:pt x="22" y="403"/>
                    <a:pt x="0" y="403"/>
                  </a:cubicBezTo>
                  <a:lnTo>
                    <a:pt x="80" y="40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AEE4B843-8A48-4787-B25B-6E66D420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799" y="2262665"/>
              <a:ext cx="2259287" cy="1358371"/>
            </a:xfrm>
            <a:custGeom>
              <a:avLst/>
              <a:gdLst/>
              <a:ahLst/>
              <a:cxnLst>
                <a:cxn ang="0">
                  <a:pos x="81" y="403"/>
                </a:cxn>
                <a:cxn ang="0">
                  <a:pos x="302" y="403"/>
                </a:cxn>
                <a:cxn ang="0">
                  <a:pos x="353" y="363"/>
                </a:cxn>
                <a:cxn ang="0">
                  <a:pos x="440" y="40"/>
                </a:cxn>
                <a:cxn ang="0">
                  <a:pos x="440" y="40"/>
                </a:cxn>
                <a:cxn ang="0">
                  <a:pos x="491" y="0"/>
                </a:cxn>
                <a:cxn ang="0">
                  <a:pos x="410" y="0"/>
                </a:cxn>
                <a:cxn ang="0">
                  <a:pos x="189" y="0"/>
                </a:cxn>
                <a:cxn ang="0">
                  <a:pos x="137" y="40"/>
                </a:cxn>
                <a:cxn ang="0">
                  <a:pos x="51" y="363"/>
                </a:cxn>
                <a:cxn ang="0">
                  <a:pos x="0" y="403"/>
                </a:cxn>
                <a:cxn ang="0">
                  <a:pos x="81" y="403"/>
                </a:cxn>
              </a:cxnLst>
              <a:rect l="0" t="0" r="r" b="b"/>
              <a:pathLst>
                <a:path w="491" h="403">
                  <a:moveTo>
                    <a:pt x="81" y="403"/>
                  </a:moveTo>
                  <a:cubicBezTo>
                    <a:pt x="302" y="403"/>
                    <a:pt x="302" y="403"/>
                    <a:pt x="302" y="403"/>
                  </a:cubicBezTo>
                  <a:cubicBezTo>
                    <a:pt x="325" y="403"/>
                    <a:pt x="347" y="385"/>
                    <a:pt x="353" y="363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6" y="18"/>
                    <a:pt x="469" y="0"/>
                    <a:pt x="491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66" y="0"/>
                    <a:pt x="143" y="18"/>
                    <a:pt x="137" y="40"/>
                  </a:cubicBezTo>
                  <a:cubicBezTo>
                    <a:pt x="51" y="363"/>
                    <a:pt x="51" y="363"/>
                    <a:pt x="51" y="363"/>
                  </a:cubicBezTo>
                  <a:cubicBezTo>
                    <a:pt x="45" y="385"/>
                    <a:pt x="22" y="403"/>
                    <a:pt x="0" y="403"/>
                  </a:cubicBezTo>
                  <a:lnTo>
                    <a:pt x="81" y="403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3" name="Freeform 22">
              <a:extLst>
                <a:ext uri="{FF2B5EF4-FFF2-40B4-BE49-F238E27FC236}">
                  <a16:creationId xmlns:a16="http://schemas.microsoft.com/office/drawing/2014/main" id="{B0576375-B5F1-461D-9236-8675680BA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279" y="2262665"/>
              <a:ext cx="2256662" cy="1358371"/>
            </a:xfrm>
            <a:custGeom>
              <a:avLst/>
              <a:gdLst/>
              <a:ahLst/>
              <a:cxnLst>
                <a:cxn ang="0">
                  <a:pos x="81" y="403"/>
                </a:cxn>
                <a:cxn ang="0">
                  <a:pos x="303" y="403"/>
                </a:cxn>
                <a:cxn ang="0">
                  <a:pos x="354" y="363"/>
                </a:cxn>
                <a:cxn ang="0">
                  <a:pos x="440" y="40"/>
                </a:cxn>
                <a:cxn ang="0">
                  <a:pos x="440" y="40"/>
                </a:cxn>
                <a:cxn ang="0">
                  <a:pos x="491" y="0"/>
                </a:cxn>
                <a:cxn ang="0">
                  <a:pos x="411" y="0"/>
                </a:cxn>
                <a:cxn ang="0">
                  <a:pos x="189" y="0"/>
                </a:cxn>
                <a:cxn ang="0">
                  <a:pos x="138" y="40"/>
                </a:cxn>
                <a:cxn ang="0">
                  <a:pos x="51" y="363"/>
                </a:cxn>
                <a:cxn ang="0">
                  <a:pos x="0" y="403"/>
                </a:cxn>
                <a:cxn ang="0">
                  <a:pos x="81" y="403"/>
                </a:cxn>
              </a:cxnLst>
              <a:rect l="0" t="0" r="r" b="b"/>
              <a:pathLst>
                <a:path w="491" h="403">
                  <a:moveTo>
                    <a:pt x="81" y="403"/>
                  </a:moveTo>
                  <a:cubicBezTo>
                    <a:pt x="303" y="403"/>
                    <a:pt x="303" y="403"/>
                    <a:pt x="303" y="403"/>
                  </a:cubicBezTo>
                  <a:cubicBezTo>
                    <a:pt x="325" y="403"/>
                    <a:pt x="348" y="385"/>
                    <a:pt x="354" y="363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0" y="40"/>
                    <a:pt x="440" y="40"/>
                    <a:pt x="440" y="40"/>
                  </a:cubicBezTo>
                  <a:cubicBezTo>
                    <a:pt x="446" y="18"/>
                    <a:pt x="469" y="0"/>
                    <a:pt x="491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167" y="0"/>
                    <a:pt x="144" y="18"/>
                    <a:pt x="138" y="40"/>
                  </a:cubicBezTo>
                  <a:cubicBezTo>
                    <a:pt x="51" y="363"/>
                    <a:pt x="51" y="363"/>
                    <a:pt x="51" y="363"/>
                  </a:cubicBezTo>
                  <a:cubicBezTo>
                    <a:pt x="45" y="385"/>
                    <a:pt x="23" y="403"/>
                    <a:pt x="0" y="403"/>
                  </a:cubicBezTo>
                  <a:lnTo>
                    <a:pt x="81" y="403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o-RO">
                <a:solidFill>
                  <a:prstClr val="black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33FFE54-C58A-4DDE-8459-C4F3165DDC91}"/>
              </a:ext>
            </a:extLst>
          </p:cNvPr>
          <p:cNvGrpSpPr/>
          <p:nvPr/>
        </p:nvGrpSpPr>
        <p:grpSpPr>
          <a:xfrm>
            <a:off x="2106779" y="4204190"/>
            <a:ext cx="1497373" cy="792863"/>
            <a:chOff x="2106779" y="4204190"/>
            <a:chExt cx="1497373" cy="792863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FD42F73-3B07-4E18-B98E-F833D768D76B}"/>
                </a:ext>
              </a:extLst>
            </p:cNvPr>
            <p:cNvSpPr/>
            <p:nvPr/>
          </p:nvSpPr>
          <p:spPr>
            <a:xfrm>
              <a:off x="2230135" y="4204190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9205B32-F304-42D3-A673-FC77A2C577C1}"/>
                </a:ext>
              </a:extLst>
            </p:cNvPr>
            <p:cNvSpPr/>
            <p:nvPr/>
          </p:nvSpPr>
          <p:spPr>
            <a:xfrm>
              <a:off x="2106779" y="4489222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7893652-5AF0-4B1D-93BE-83527A1D43A7}"/>
              </a:ext>
            </a:extLst>
          </p:cNvPr>
          <p:cNvGrpSpPr/>
          <p:nvPr/>
        </p:nvGrpSpPr>
        <p:grpSpPr>
          <a:xfrm>
            <a:off x="3731859" y="4204190"/>
            <a:ext cx="1497373" cy="792863"/>
            <a:chOff x="3731859" y="4204190"/>
            <a:chExt cx="1497373" cy="792863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102C458-700E-4976-B89F-2F5360218410}"/>
                </a:ext>
              </a:extLst>
            </p:cNvPr>
            <p:cNvSpPr/>
            <p:nvPr/>
          </p:nvSpPr>
          <p:spPr>
            <a:xfrm>
              <a:off x="3855215" y="4204190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3D1C817-34E8-4D53-99F5-CE75C58F7E07}"/>
                </a:ext>
              </a:extLst>
            </p:cNvPr>
            <p:cNvSpPr/>
            <p:nvPr/>
          </p:nvSpPr>
          <p:spPr>
            <a:xfrm>
              <a:off x="3731859" y="4489222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B71575D-9321-46ED-8E40-2F9F961980DE}"/>
              </a:ext>
            </a:extLst>
          </p:cNvPr>
          <p:cNvGrpSpPr/>
          <p:nvPr/>
        </p:nvGrpSpPr>
        <p:grpSpPr>
          <a:xfrm>
            <a:off x="5356939" y="4204190"/>
            <a:ext cx="1497373" cy="792863"/>
            <a:chOff x="5356939" y="4204190"/>
            <a:chExt cx="1497373" cy="792863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7D8D475-7CC5-4F32-A4CD-B4B39264316F}"/>
                </a:ext>
              </a:extLst>
            </p:cNvPr>
            <p:cNvSpPr/>
            <p:nvPr/>
          </p:nvSpPr>
          <p:spPr>
            <a:xfrm>
              <a:off x="5480295" y="4204190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08F4841-F484-4E74-AD13-E9D519EF2EE2}"/>
                </a:ext>
              </a:extLst>
            </p:cNvPr>
            <p:cNvSpPr/>
            <p:nvPr/>
          </p:nvSpPr>
          <p:spPr>
            <a:xfrm>
              <a:off x="5356939" y="4489222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B6DBC6-CA93-4D67-A425-CCB3123D74AF}"/>
              </a:ext>
            </a:extLst>
          </p:cNvPr>
          <p:cNvGrpSpPr/>
          <p:nvPr/>
        </p:nvGrpSpPr>
        <p:grpSpPr>
          <a:xfrm>
            <a:off x="6982019" y="4204190"/>
            <a:ext cx="1497373" cy="792863"/>
            <a:chOff x="6982019" y="4204190"/>
            <a:chExt cx="1497373" cy="792863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0E9718D-F654-44FB-8F2F-30CC91286863}"/>
                </a:ext>
              </a:extLst>
            </p:cNvPr>
            <p:cNvSpPr/>
            <p:nvPr/>
          </p:nvSpPr>
          <p:spPr>
            <a:xfrm>
              <a:off x="7105375" y="4204190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3B06CE1-80A6-4633-A460-3C476385523E}"/>
                </a:ext>
              </a:extLst>
            </p:cNvPr>
            <p:cNvSpPr/>
            <p:nvPr/>
          </p:nvSpPr>
          <p:spPr>
            <a:xfrm>
              <a:off x="6982019" y="4489222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6793157-6879-4DCA-BCD3-AE66E5BB5158}"/>
              </a:ext>
            </a:extLst>
          </p:cNvPr>
          <p:cNvGrpSpPr/>
          <p:nvPr/>
        </p:nvGrpSpPr>
        <p:grpSpPr>
          <a:xfrm>
            <a:off x="8607098" y="4204190"/>
            <a:ext cx="1497373" cy="792863"/>
            <a:chOff x="8607098" y="4204190"/>
            <a:chExt cx="1497373" cy="792863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B4709D7-49FE-4CDA-9304-61F0724232B8}"/>
                </a:ext>
              </a:extLst>
            </p:cNvPr>
            <p:cNvSpPr/>
            <p:nvPr/>
          </p:nvSpPr>
          <p:spPr>
            <a:xfrm>
              <a:off x="8730454" y="4204190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E462399-5DC7-4297-9AE9-41A54D394AA6}"/>
                </a:ext>
              </a:extLst>
            </p:cNvPr>
            <p:cNvSpPr/>
            <p:nvPr/>
          </p:nvSpPr>
          <p:spPr>
            <a:xfrm>
              <a:off x="8607098" y="4489222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2605E52-E4FA-4D29-AC43-EE2E8867CF2E}"/>
              </a:ext>
            </a:extLst>
          </p:cNvPr>
          <p:cNvSpPr/>
          <p:nvPr/>
        </p:nvSpPr>
        <p:spPr>
          <a:xfrm>
            <a:off x="2715620" y="3198167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2020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847F34A-D14F-4724-90E0-BBE0DABAE425}"/>
              </a:ext>
            </a:extLst>
          </p:cNvPr>
          <p:cNvSpPr/>
          <p:nvPr/>
        </p:nvSpPr>
        <p:spPr>
          <a:xfrm>
            <a:off x="4344724" y="3198167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2021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9E4EA9-4109-499C-96CF-BBF74B6FD3B8}"/>
              </a:ext>
            </a:extLst>
          </p:cNvPr>
          <p:cNvSpPr/>
          <p:nvPr/>
        </p:nvSpPr>
        <p:spPr>
          <a:xfrm>
            <a:off x="5955944" y="3198167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2022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E28D44-422A-4602-B556-DE4C1EFB4A04}"/>
              </a:ext>
            </a:extLst>
          </p:cNvPr>
          <p:cNvSpPr/>
          <p:nvPr/>
        </p:nvSpPr>
        <p:spPr>
          <a:xfrm>
            <a:off x="7573708" y="3198167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2023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BF54F3A-6456-43D3-A5C8-2EDE14461CA5}"/>
              </a:ext>
            </a:extLst>
          </p:cNvPr>
          <p:cNvSpPr/>
          <p:nvPr/>
        </p:nvSpPr>
        <p:spPr>
          <a:xfrm>
            <a:off x="9226476" y="3198167"/>
            <a:ext cx="851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4096798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  <p:bldP spid="106" grpId="0"/>
      <p:bldP spid="107" grpId="0"/>
      <p:bldP spid="1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725A86F9-1C83-4A54-8372-C137E856D3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BEBD14-67F8-489C-89DF-56FAC71EB656}"/>
              </a:ext>
            </a:extLst>
          </p:cNvPr>
          <p:cNvGrpSpPr/>
          <p:nvPr/>
        </p:nvGrpSpPr>
        <p:grpSpPr>
          <a:xfrm>
            <a:off x="2305616" y="3836341"/>
            <a:ext cx="1497373" cy="792863"/>
            <a:chOff x="2305616" y="3836341"/>
            <a:chExt cx="1497373" cy="79286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27AF94-1B83-49F1-A444-8DB42AF3C60B}"/>
                </a:ext>
              </a:extLst>
            </p:cNvPr>
            <p:cNvSpPr/>
            <p:nvPr/>
          </p:nvSpPr>
          <p:spPr>
            <a:xfrm>
              <a:off x="2428972" y="383634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EF3C7DA-398D-4314-98BB-41EC7B449368}"/>
                </a:ext>
              </a:extLst>
            </p:cNvPr>
            <p:cNvSpPr/>
            <p:nvPr/>
          </p:nvSpPr>
          <p:spPr>
            <a:xfrm>
              <a:off x="2305616" y="4121373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96088DB-6BB4-4C2E-AC17-061BE98CBA12}"/>
              </a:ext>
            </a:extLst>
          </p:cNvPr>
          <p:cNvGrpSpPr/>
          <p:nvPr/>
        </p:nvGrpSpPr>
        <p:grpSpPr>
          <a:xfrm>
            <a:off x="5347282" y="3836341"/>
            <a:ext cx="1497373" cy="792863"/>
            <a:chOff x="5347282" y="3836341"/>
            <a:chExt cx="1497373" cy="792863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8FAF42A-67D6-4F5D-B112-E8C17FDFA756}"/>
                </a:ext>
              </a:extLst>
            </p:cNvPr>
            <p:cNvSpPr/>
            <p:nvPr/>
          </p:nvSpPr>
          <p:spPr>
            <a:xfrm>
              <a:off x="5470638" y="383634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4E60BE7-ED70-4395-B462-E48A9FF215E6}"/>
                </a:ext>
              </a:extLst>
            </p:cNvPr>
            <p:cNvSpPr/>
            <p:nvPr/>
          </p:nvSpPr>
          <p:spPr>
            <a:xfrm>
              <a:off x="5347282" y="4121373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81E5E1C-C2C5-47DB-AA19-8BCADACDB6AA}"/>
              </a:ext>
            </a:extLst>
          </p:cNvPr>
          <p:cNvGrpSpPr/>
          <p:nvPr/>
        </p:nvGrpSpPr>
        <p:grpSpPr>
          <a:xfrm>
            <a:off x="8389011" y="3836341"/>
            <a:ext cx="1497373" cy="792863"/>
            <a:chOff x="8389011" y="3836341"/>
            <a:chExt cx="1497373" cy="792863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8AD0F46-2C83-43D8-8C77-865F3C95DC91}"/>
                </a:ext>
              </a:extLst>
            </p:cNvPr>
            <p:cNvSpPr/>
            <p:nvPr/>
          </p:nvSpPr>
          <p:spPr>
            <a:xfrm>
              <a:off x="8512367" y="3836341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B8B4D3F-3740-493B-B50C-EABEFEDB3D9E}"/>
                </a:ext>
              </a:extLst>
            </p:cNvPr>
            <p:cNvSpPr/>
            <p:nvPr/>
          </p:nvSpPr>
          <p:spPr>
            <a:xfrm>
              <a:off x="8389011" y="4121373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DC1B3E-BB87-4576-8CFB-4FB336FA904F}"/>
              </a:ext>
            </a:extLst>
          </p:cNvPr>
          <p:cNvGrpSpPr/>
          <p:nvPr/>
        </p:nvGrpSpPr>
        <p:grpSpPr>
          <a:xfrm>
            <a:off x="784806" y="4781308"/>
            <a:ext cx="1497373" cy="792863"/>
            <a:chOff x="784806" y="4781308"/>
            <a:chExt cx="1497373" cy="792863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72158EA-099A-4C05-A45D-98439794FF75}"/>
                </a:ext>
              </a:extLst>
            </p:cNvPr>
            <p:cNvSpPr/>
            <p:nvPr/>
          </p:nvSpPr>
          <p:spPr>
            <a:xfrm>
              <a:off x="908162" y="4781308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22D0F34-10C1-4E43-8EFA-0DB244678CF1}"/>
                </a:ext>
              </a:extLst>
            </p:cNvPr>
            <p:cNvSpPr/>
            <p:nvPr/>
          </p:nvSpPr>
          <p:spPr>
            <a:xfrm>
              <a:off x="784806" y="5066340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607519-2EA8-4FA2-AC68-E5F03335929A}"/>
              </a:ext>
            </a:extLst>
          </p:cNvPr>
          <p:cNvGrpSpPr/>
          <p:nvPr/>
        </p:nvGrpSpPr>
        <p:grpSpPr>
          <a:xfrm>
            <a:off x="3826456" y="4781308"/>
            <a:ext cx="1497373" cy="792863"/>
            <a:chOff x="3826456" y="4781308"/>
            <a:chExt cx="1497373" cy="792863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763271D-2705-49FB-B74F-92E97D4EC532}"/>
                </a:ext>
              </a:extLst>
            </p:cNvPr>
            <p:cNvSpPr/>
            <p:nvPr/>
          </p:nvSpPr>
          <p:spPr>
            <a:xfrm>
              <a:off x="3949812" y="4781308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81A2ADC-952F-451D-A911-E8D9B673779C}"/>
                </a:ext>
              </a:extLst>
            </p:cNvPr>
            <p:cNvSpPr/>
            <p:nvPr/>
          </p:nvSpPr>
          <p:spPr>
            <a:xfrm>
              <a:off x="3826456" y="5066340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3845D8B-B341-4917-9064-7FA5E2F18F4F}"/>
              </a:ext>
            </a:extLst>
          </p:cNvPr>
          <p:cNvGrpSpPr/>
          <p:nvPr/>
        </p:nvGrpSpPr>
        <p:grpSpPr>
          <a:xfrm>
            <a:off x="6868138" y="4781308"/>
            <a:ext cx="1497373" cy="792863"/>
            <a:chOff x="6868138" y="4781308"/>
            <a:chExt cx="1497373" cy="792863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467A4A0-4E1E-4AFB-9E31-AB96020568DB}"/>
                </a:ext>
              </a:extLst>
            </p:cNvPr>
            <p:cNvSpPr/>
            <p:nvPr/>
          </p:nvSpPr>
          <p:spPr>
            <a:xfrm>
              <a:off x="6991494" y="4781308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A97B8C6-E02E-453E-AE79-0D7EC0A5D2BF}"/>
                </a:ext>
              </a:extLst>
            </p:cNvPr>
            <p:cNvSpPr/>
            <p:nvPr/>
          </p:nvSpPr>
          <p:spPr>
            <a:xfrm>
              <a:off x="6868138" y="5066340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2532CA5-E381-40F0-A16B-68395DE5E981}"/>
              </a:ext>
            </a:extLst>
          </p:cNvPr>
          <p:cNvGrpSpPr/>
          <p:nvPr/>
        </p:nvGrpSpPr>
        <p:grpSpPr>
          <a:xfrm>
            <a:off x="9909821" y="4781308"/>
            <a:ext cx="1497373" cy="792863"/>
            <a:chOff x="9909821" y="4781308"/>
            <a:chExt cx="1497373" cy="792863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E41B487-6F2C-4A85-88C4-04168C27D2F4}"/>
                </a:ext>
              </a:extLst>
            </p:cNvPr>
            <p:cNvSpPr/>
            <p:nvPr/>
          </p:nvSpPr>
          <p:spPr>
            <a:xfrm>
              <a:off x="10033177" y="4781308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325CE9F-B915-4E6B-860E-8A346621F54F}"/>
                </a:ext>
              </a:extLst>
            </p:cNvPr>
            <p:cNvSpPr/>
            <p:nvPr/>
          </p:nvSpPr>
          <p:spPr>
            <a:xfrm>
              <a:off x="9909821" y="5066340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E9BC5F4-2A83-456B-B3E0-9AF561A72621}"/>
              </a:ext>
            </a:extLst>
          </p:cNvPr>
          <p:cNvGrpSpPr/>
          <p:nvPr/>
        </p:nvGrpSpPr>
        <p:grpSpPr>
          <a:xfrm>
            <a:off x="900926" y="3836341"/>
            <a:ext cx="1265135" cy="825016"/>
            <a:chOff x="900926" y="3836341"/>
            <a:chExt cx="1265135" cy="82501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A698977-691D-4781-BC16-52CA2F523513}"/>
                </a:ext>
              </a:extLst>
            </p:cNvPr>
            <p:cNvSpPr/>
            <p:nvPr/>
          </p:nvSpPr>
          <p:spPr>
            <a:xfrm>
              <a:off x="900926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19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2" y="596873"/>
                    <a:pt x="633019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3334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416F7A6-3858-4EE0-A5DA-721026316919}"/>
                </a:ext>
              </a:extLst>
            </p:cNvPr>
            <p:cNvSpPr/>
            <p:nvPr/>
          </p:nvSpPr>
          <p:spPr>
            <a:xfrm>
              <a:off x="900926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19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2" y="596873"/>
                    <a:pt x="633019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E98BB6"/>
                </a:gs>
                <a:gs pos="97000">
                  <a:srgbClr val="E368A1"/>
                </a:gs>
              </a:gsLst>
              <a:path path="circle">
                <a:fillToRect l="50000" t="50000" r="50000" b="50000"/>
              </a:path>
              <a:tileRect/>
            </a:gra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0C99C48-D1A4-41B0-B68A-3E16D51F736F}"/>
                </a:ext>
              </a:extLst>
            </p:cNvPr>
            <p:cNvSpPr/>
            <p:nvPr/>
          </p:nvSpPr>
          <p:spPr>
            <a:xfrm>
              <a:off x="900926" y="3846604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E98BB6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9F84B84-18C3-41A2-84B4-296C7305F878}"/>
                </a:ext>
              </a:extLst>
            </p:cNvPr>
            <p:cNvSpPr/>
            <p:nvPr/>
          </p:nvSpPr>
          <p:spPr>
            <a:xfrm>
              <a:off x="900926" y="3836341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E368A1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FCAAA71-F5EC-44EB-B5D5-6642ED921FC9}"/>
                </a:ext>
              </a:extLst>
            </p:cNvPr>
            <p:cNvSpPr/>
            <p:nvPr/>
          </p:nvSpPr>
          <p:spPr>
            <a:xfrm>
              <a:off x="928714" y="3846636"/>
              <a:ext cx="1210270" cy="445379"/>
            </a:xfrm>
            <a:custGeom>
              <a:avLst/>
              <a:gdLst>
                <a:gd name="connsiteX0" fmla="*/ 1210463 w 1210269"/>
                <a:gd name="connsiteY0" fmla="*/ 223948 h 445379"/>
                <a:gd name="connsiteX1" fmla="*/ 605232 w 1210269"/>
                <a:gd name="connsiteY1" fmla="*/ 447897 h 445379"/>
                <a:gd name="connsiteX2" fmla="*/ 0 w 1210269"/>
                <a:gd name="connsiteY2" fmla="*/ 223948 h 445379"/>
                <a:gd name="connsiteX3" fmla="*/ 605232 w 1210269"/>
                <a:gd name="connsiteY3" fmla="*/ 0 h 445379"/>
                <a:gd name="connsiteX4" fmla="*/ 1210463 w 1210269"/>
                <a:gd name="connsiteY4" fmla="*/ 223948 h 44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269" h="445379">
                  <a:moveTo>
                    <a:pt x="1210463" y="223948"/>
                  </a:moveTo>
                  <a:cubicBezTo>
                    <a:pt x="1210463" y="347632"/>
                    <a:pt x="939492" y="447897"/>
                    <a:pt x="605232" y="447897"/>
                  </a:cubicBezTo>
                  <a:cubicBezTo>
                    <a:pt x="270971" y="447897"/>
                    <a:pt x="0" y="347632"/>
                    <a:pt x="0" y="223948"/>
                  </a:cubicBezTo>
                  <a:cubicBezTo>
                    <a:pt x="0" y="100265"/>
                    <a:pt x="270971" y="0"/>
                    <a:pt x="605232" y="0"/>
                  </a:cubicBezTo>
                  <a:cubicBezTo>
                    <a:pt x="939492" y="0"/>
                    <a:pt x="1210463" y="100265"/>
                    <a:pt x="1210463" y="22394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D9978A31-310B-41FB-AA4F-A7AA4FC8204C}"/>
                </a:ext>
              </a:extLst>
            </p:cNvPr>
            <p:cNvSpPr/>
            <p:nvPr/>
          </p:nvSpPr>
          <p:spPr>
            <a:xfrm>
              <a:off x="1186610" y="3874083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C492662-6472-4E8A-9BE0-1F5E7FE94912}"/>
              </a:ext>
            </a:extLst>
          </p:cNvPr>
          <p:cNvGrpSpPr/>
          <p:nvPr/>
        </p:nvGrpSpPr>
        <p:grpSpPr>
          <a:xfrm>
            <a:off x="2421735" y="2886424"/>
            <a:ext cx="1265167" cy="824984"/>
            <a:chOff x="2421735" y="2886424"/>
            <a:chExt cx="1265167" cy="82498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D26EE16-F1D3-4595-A018-C2BE00564CC6}"/>
                </a:ext>
              </a:extLst>
            </p:cNvPr>
            <p:cNvSpPr/>
            <p:nvPr/>
          </p:nvSpPr>
          <p:spPr>
            <a:xfrm>
              <a:off x="2421767" y="3117569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19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2" y="596873"/>
                    <a:pt x="633019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6424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089819B-D31C-41F1-A3A9-6F6244730621}"/>
                </a:ext>
              </a:extLst>
            </p:cNvPr>
            <p:cNvSpPr/>
            <p:nvPr/>
          </p:nvSpPr>
          <p:spPr>
            <a:xfrm>
              <a:off x="2421767" y="3117569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19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2" y="596873"/>
                    <a:pt x="633019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AA489C"/>
                </a:gs>
                <a:gs pos="97000">
                  <a:srgbClr val="903D85"/>
                </a:gs>
              </a:gsLst>
              <a:path path="circle">
                <a:fillToRect l="50000" t="50000" r="50000" b="50000"/>
              </a:path>
              <a:tileRect/>
            </a:gradFill>
            <a:ln w="3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218A1D8-4253-4904-86A5-D1CC1FAB77A4}"/>
                </a:ext>
              </a:extLst>
            </p:cNvPr>
            <p:cNvSpPr/>
            <p:nvPr/>
          </p:nvSpPr>
          <p:spPr>
            <a:xfrm>
              <a:off x="2421735" y="2896687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4"/>
                    <a:pt x="1266039" y="234244"/>
                  </a:cubicBezTo>
                  <a:close/>
                </a:path>
              </a:pathLst>
            </a:custGeom>
            <a:solidFill>
              <a:srgbClr val="AA489C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6471899-C81B-4C93-B980-66869BDC1837}"/>
                </a:ext>
              </a:extLst>
            </p:cNvPr>
            <p:cNvSpPr/>
            <p:nvPr/>
          </p:nvSpPr>
          <p:spPr>
            <a:xfrm>
              <a:off x="2421735" y="2886424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4"/>
                    <a:pt x="1266039" y="234244"/>
                  </a:cubicBezTo>
                  <a:close/>
                </a:path>
              </a:pathLst>
            </a:custGeom>
            <a:solidFill>
              <a:srgbClr val="903D85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FCE3421-0F2D-41EF-AF05-39945C436B9A}"/>
                </a:ext>
              </a:extLst>
            </p:cNvPr>
            <p:cNvSpPr/>
            <p:nvPr/>
          </p:nvSpPr>
          <p:spPr>
            <a:xfrm>
              <a:off x="2449522" y="2896719"/>
              <a:ext cx="1210270" cy="445379"/>
            </a:xfrm>
            <a:custGeom>
              <a:avLst/>
              <a:gdLst>
                <a:gd name="connsiteX0" fmla="*/ 1210463 w 1210269"/>
                <a:gd name="connsiteY0" fmla="*/ 223948 h 445379"/>
                <a:gd name="connsiteX1" fmla="*/ 605232 w 1210269"/>
                <a:gd name="connsiteY1" fmla="*/ 447897 h 445379"/>
                <a:gd name="connsiteX2" fmla="*/ 0 w 1210269"/>
                <a:gd name="connsiteY2" fmla="*/ 223948 h 445379"/>
                <a:gd name="connsiteX3" fmla="*/ 605232 w 1210269"/>
                <a:gd name="connsiteY3" fmla="*/ 0 h 445379"/>
                <a:gd name="connsiteX4" fmla="*/ 1210463 w 1210269"/>
                <a:gd name="connsiteY4" fmla="*/ 223948 h 44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269" h="445379">
                  <a:moveTo>
                    <a:pt x="1210463" y="223948"/>
                  </a:moveTo>
                  <a:cubicBezTo>
                    <a:pt x="1210463" y="347632"/>
                    <a:pt x="939492" y="447897"/>
                    <a:pt x="605232" y="447897"/>
                  </a:cubicBezTo>
                  <a:cubicBezTo>
                    <a:pt x="270971" y="447897"/>
                    <a:pt x="0" y="347632"/>
                    <a:pt x="0" y="223948"/>
                  </a:cubicBezTo>
                  <a:cubicBezTo>
                    <a:pt x="0" y="100265"/>
                    <a:pt x="270971" y="0"/>
                    <a:pt x="605232" y="0"/>
                  </a:cubicBezTo>
                  <a:cubicBezTo>
                    <a:pt x="939492" y="0"/>
                    <a:pt x="1210463" y="100265"/>
                    <a:pt x="1210463" y="22394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87D8A9E-6EFA-4019-8214-E2149314E925}"/>
                </a:ext>
              </a:extLst>
            </p:cNvPr>
            <p:cNvSpPr/>
            <p:nvPr/>
          </p:nvSpPr>
          <p:spPr>
            <a:xfrm>
              <a:off x="2725132" y="2925301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691776-EB87-48E2-B2ED-F0892E07A61E}"/>
              </a:ext>
            </a:extLst>
          </p:cNvPr>
          <p:cNvGrpSpPr/>
          <p:nvPr/>
        </p:nvGrpSpPr>
        <p:grpSpPr>
          <a:xfrm>
            <a:off x="5463417" y="2886424"/>
            <a:ext cx="1265167" cy="824984"/>
            <a:chOff x="5463417" y="2886424"/>
            <a:chExt cx="1265167" cy="82498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299FFD-F57F-41A1-A450-E2B2AC8BDC4B}"/>
                </a:ext>
              </a:extLst>
            </p:cNvPr>
            <p:cNvSpPr/>
            <p:nvPr/>
          </p:nvSpPr>
          <p:spPr>
            <a:xfrm>
              <a:off x="5463449" y="3117569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5 w 1265135"/>
                <a:gd name="connsiteY2" fmla="*/ 376765 h 593839"/>
                <a:gd name="connsiteX3" fmla="*/ 633020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5" y="376765"/>
                  </a:lnTo>
                  <a:cubicBezTo>
                    <a:pt x="20946" y="499535"/>
                    <a:pt x="296242" y="596873"/>
                    <a:pt x="633020" y="596873"/>
                  </a:cubicBezTo>
                  <a:cubicBezTo>
                    <a:pt x="969798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BF3B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D614526-629C-4B55-BF68-8B5D69470E22}"/>
                </a:ext>
              </a:extLst>
            </p:cNvPr>
            <p:cNvSpPr/>
            <p:nvPr/>
          </p:nvSpPr>
          <p:spPr>
            <a:xfrm>
              <a:off x="5463449" y="3117569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5 w 1265135"/>
                <a:gd name="connsiteY2" fmla="*/ 376765 h 593839"/>
                <a:gd name="connsiteX3" fmla="*/ 633020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5" y="376765"/>
                  </a:lnTo>
                  <a:cubicBezTo>
                    <a:pt x="20946" y="499535"/>
                    <a:pt x="296242" y="596873"/>
                    <a:pt x="633020" y="596873"/>
                  </a:cubicBezTo>
                  <a:cubicBezTo>
                    <a:pt x="969798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8B90"/>
                </a:gs>
                <a:gs pos="97000">
                  <a:srgbClr val="69787D"/>
                </a:gs>
              </a:gsLst>
              <a:path path="circle">
                <a:fillToRect l="50000" t="50000" r="50000" b="50000"/>
              </a:path>
              <a:tileRect/>
            </a:gradFill>
            <a:ln w="3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182144-03E4-43FB-948E-C8EA224628AF}"/>
                </a:ext>
              </a:extLst>
            </p:cNvPr>
            <p:cNvSpPr/>
            <p:nvPr/>
          </p:nvSpPr>
          <p:spPr>
            <a:xfrm>
              <a:off x="5463417" y="2896687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4"/>
                    <a:pt x="1266039" y="234244"/>
                  </a:cubicBezTo>
                  <a:close/>
                </a:path>
              </a:pathLst>
            </a:custGeom>
            <a:solidFill>
              <a:srgbClr val="7C8B90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BA604D9-547E-4DDF-8E98-9CB7B4D85498}"/>
                </a:ext>
              </a:extLst>
            </p:cNvPr>
            <p:cNvSpPr/>
            <p:nvPr/>
          </p:nvSpPr>
          <p:spPr>
            <a:xfrm>
              <a:off x="5463417" y="2886424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4"/>
                    <a:pt x="1266039" y="234244"/>
                  </a:cubicBezTo>
                  <a:close/>
                </a:path>
              </a:pathLst>
            </a:custGeom>
            <a:solidFill>
              <a:srgbClr val="69787D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43641E-AE52-48F6-ACED-C75C3737AFB6}"/>
                </a:ext>
              </a:extLst>
            </p:cNvPr>
            <p:cNvSpPr/>
            <p:nvPr/>
          </p:nvSpPr>
          <p:spPr>
            <a:xfrm>
              <a:off x="5491204" y="2896719"/>
              <a:ext cx="1210270" cy="445379"/>
            </a:xfrm>
            <a:custGeom>
              <a:avLst/>
              <a:gdLst>
                <a:gd name="connsiteX0" fmla="*/ 1210463 w 1210269"/>
                <a:gd name="connsiteY0" fmla="*/ 223948 h 445379"/>
                <a:gd name="connsiteX1" fmla="*/ 605232 w 1210269"/>
                <a:gd name="connsiteY1" fmla="*/ 447897 h 445379"/>
                <a:gd name="connsiteX2" fmla="*/ 0 w 1210269"/>
                <a:gd name="connsiteY2" fmla="*/ 223948 h 445379"/>
                <a:gd name="connsiteX3" fmla="*/ 605232 w 1210269"/>
                <a:gd name="connsiteY3" fmla="*/ 0 h 445379"/>
                <a:gd name="connsiteX4" fmla="*/ 1210463 w 1210269"/>
                <a:gd name="connsiteY4" fmla="*/ 223948 h 44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269" h="445379">
                  <a:moveTo>
                    <a:pt x="1210463" y="223948"/>
                  </a:moveTo>
                  <a:cubicBezTo>
                    <a:pt x="1210463" y="347632"/>
                    <a:pt x="939492" y="447897"/>
                    <a:pt x="605232" y="447897"/>
                  </a:cubicBezTo>
                  <a:cubicBezTo>
                    <a:pt x="270971" y="447897"/>
                    <a:pt x="0" y="347632"/>
                    <a:pt x="0" y="223948"/>
                  </a:cubicBezTo>
                  <a:cubicBezTo>
                    <a:pt x="0" y="100265"/>
                    <a:pt x="270971" y="0"/>
                    <a:pt x="605232" y="0"/>
                  </a:cubicBezTo>
                  <a:cubicBezTo>
                    <a:pt x="939492" y="0"/>
                    <a:pt x="1210463" y="100265"/>
                    <a:pt x="1210463" y="22394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02A2D15-41F9-4DE8-AE14-528058163BFC}"/>
                </a:ext>
              </a:extLst>
            </p:cNvPr>
            <p:cNvSpPr/>
            <p:nvPr/>
          </p:nvSpPr>
          <p:spPr>
            <a:xfrm>
              <a:off x="5766798" y="2925301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E9896DB-2BE3-44DF-8179-57D9153CF865}"/>
              </a:ext>
            </a:extLst>
          </p:cNvPr>
          <p:cNvGrpSpPr/>
          <p:nvPr/>
        </p:nvGrpSpPr>
        <p:grpSpPr>
          <a:xfrm>
            <a:off x="8505098" y="2886424"/>
            <a:ext cx="1265136" cy="824984"/>
            <a:chOff x="8505098" y="2886424"/>
            <a:chExt cx="1265136" cy="82498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5AC0979-B73E-494A-9A27-5BC89EA80D07}"/>
                </a:ext>
              </a:extLst>
            </p:cNvPr>
            <p:cNvSpPr/>
            <p:nvPr/>
          </p:nvSpPr>
          <p:spPr>
            <a:xfrm>
              <a:off x="8505098" y="3117569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5 w 1265135"/>
                <a:gd name="connsiteY2" fmla="*/ 376765 h 593839"/>
                <a:gd name="connsiteX3" fmla="*/ 633020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5" y="376765"/>
                  </a:lnTo>
                  <a:cubicBezTo>
                    <a:pt x="20946" y="499535"/>
                    <a:pt x="296242" y="596873"/>
                    <a:pt x="633020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6B7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72403DF-9C76-44D9-AF72-03D0172D2D24}"/>
                </a:ext>
              </a:extLst>
            </p:cNvPr>
            <p:cNvSpPr/>
            <p:nvPr/>
          </p:nvSpPr>
          <p:spPr>
            <a:xfrm>
              <a:off x="8505098" y="3117569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5 w 1265135"/>
                <a:gd name="connsiteY2" fmla="*/ 376765 h 593839"/>
                <a:gd name="connsiteX3" fmla="*/ 633020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5" y="376765"/>
                  </a:lnTo>
                  <a:cubicBezTo>
                    <a:pt x="20946" y="499535"/>
                    <a:pt x="296242" y="596873"/>
                    <a:pt x="633020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DA71"/>
                </a:gs>
                <a:gs pos="97000">
                  <a:srgbClr val="FFC931"/>
                </a:gs>
              </a:gsLst>
              <a:path path="circle">
                <a:fillToRect l="50000" t="50000" r="50000" b="50000"/>
              </a:path>
              <a:tileRect/>
            </a:gradFill>
            <a:ln w="3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2E9A1F6-76B6-4797-87FF-F4C9296AF32C}"/>
                </a:ext>
              </a:extLst>
            </p:cNvPr>
            <p:cNvSpPr/>
            <p:nvPr/>
          </p:nvSpPr>
          <p:spPr>
            <a:xfrm>
              <a:off x="8505099" y="2896687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20 w 1265135"/>
                <a:gd name="connsiteY1" fmla="*/ 468487 h 467971"/>
                <a:gd name="connsiteX2" fmla="*/ 0 w 1265135"/>
                <a:gd name="connsiteY2" fmla="*/ 234244 h 467971"/>
                <a:gd name="connsiteX3" fmla="*/ 633020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20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3" y="0"/>
                    <a:pt x="633020" y="0"/>
                  </a:cubicBezTo>
                  <a:cubicBezTo>
                    <a:pt x="982627" y="0"/>
                    <a:pt x="1266039" y="104874"/>
                    <a:pt x="1266039" y="234244"/>
                  </a:cubicBezTo>
                  <a:close/>
                </a:path>
              </a:pathLst>
            </a:custGeom>
            <a:solidFill>
              <a:srgbClr val="FFDA71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B63E21-3167-4621-BCC2-64DDC94F96E6}"/>
                </a:ext>
              </a:extLst>
            </p:cNvPr>
            <p:cNvSpPr/>
            <p:nvPr/>
          </p:nvSpPr>
          <p:spPr>
            <a:xfrm>
              <a:off x="8505099" y="2886424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20 w 1265135"/>
                <a:gd name="connsiteY1" fmla="*/ 468487 h 467971"/>
                <a:gd name="connsiteX2" fmla="*/ 0 w 1265135"/>
                <a:gd name="connsiteY2" fmla="*/ 234244 h 467971"/>
                <a:gd name="connsiteX3" fmla="*/ 633020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20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3" y="0"/>
                    <a:pt x="633020" y="0"/>
                  </a:cubicBezTo>
                  <a:cubicBezTo>
                    <a:pt x="982627" y="0"/>
                    <a:pt x="1266039" y="104874"/>
                    <a:pt x="1266039" y="234244"/>
                  </a:cubicBezTo>
                  <a:close/>
                </a:path>
              </a:pathLst>
            </a:custGeom>
            <a:solidFill>
              <a:srgbClr val="FFC931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E7B5A25-A137-4ABC-8C82-FAB9749D676D}"/>
                </a:ext>
              </a:extLst>
            </p:cNvPr>
            <p:cNvSpPr/>
            <p:nvPr/>
          </p:nvSpPr>
          <p:spPr>
            <a:xfrm>
              <a:off x="8532886" y="2896719"/>
              <a:ext cx="1210270" cy="445379"/>
            </a:xfrm>
            <a:custGeom>
              <a:avLst/>
              <a:gdLst>
                <a:gd name="connsiteX0" fmla="*/ 1210464 w 1210269"/>
                <a:gd name="connsiteY0" fmla="*/ 223948 h 445379"/>
                <a:gd name="connsiteX1" fmla="*/ 605232 w 1210269"/>
                <a:gd name="connsiteY1" fmla="*/ 447897 h 445379"/>
                <a:gd name="connsiteX2" fmla="*/ 0 w 1210269"/>
                <a:gd name="connsiteY2" fmla="*/ 223948 h 445379"/>
                <a:gd name="connsiteX3" fmla="*/ 605232 w 1210269"/>
                <a:gd name="connsiteY3" fmla="*/ 0 h 445379"/>
                <a:gd name="connsiteX4" fmla="*/ 1210464 w 1210269"/>
                <a:gd name="connsiteY4" fmla="*/ 223948 h 44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269" h="445379">
                  <a:moveTo>
                    <a:pt x="1210464" y="223948"/>
                  </a:moveTo>
                  <a:cubicBezTo>
                    <a:pt x="1210464" y="347632"/>
                    <a:pt x="939492" y="447897"/>
                    <a:pt x="605232" y="447897"/>
                  </a:cubicBezTo>
                  <a:cubicBezTo>
                    <a:pt x="270971" y="447897"/>
                    <a:pt x="0" y="347632"/>
                    <a:pt x="0" y="223948"/>
                  </a:cubicBezTo>
                  <a:cubicBezTo>
                    <a:pt x="0" y="100265"/>
                    <a:pt x="270971" y="0"/>
                    <a:pt x="605232" y="0"/>
                  </a:cubicBezTo>
                  <a:cubicBezTo>
                    <a:pt x="939492" y="0"/>
                    <a:pt x="1210464" y="100265"/>
                    <a:pt x="1210464" y="22394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107B440-1BA2-4D04-80D2-B50D80DEDF83}"/>
                </a:ext>
              </a:extLst>
            </p:cNvPr>
            <p:cNvSpPr/>
            <p:nvPr/>
          </p:nvSpPr>
          <p:spPr>
            <a:xfrm>
              <a:off x="8804673" y="2925301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2025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22D933F-AAEE-4D96-8C06-0FDD948923FF}"/>
              </a:ext>
            </a:extLst>
          </p:cNvPr>
          <p:cNvGrpSpPr/>
          <p:nvPr/>
        </p:nvGrpSpPr>
        <p:grpSpPr>
          <a:xfrm>
            <a:off x="3942576" y="3836341"/>
            <a:ext cx="1265167" cy="825016"/>
            <a:chOff x="3942576" y="3836341"/>
            <a:chExt cx="1265167" cy="8250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0169176-E1BF-41CF-8828-380B53169D54}"/>
                </a:ext>
              </a:extLst>
            </p:cNvPr>
            <p:cNvSpPr/>
            <p:nvPr/>
          </p:nvSpPr>
          <p:spPr>
            <a:xfrm>
              <a:off x="3942608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19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2" y="596873"/>
                    <a:pt x="633019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A700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BFC9B0-3811-4563-9590-D8A4FFAE895A}"/>
                </a:ext>
              </a:extLst>
            </p:cNvPr>
            <p:cNvSpPr/>
            <p:nvPr/>
          </p:nvSpPr>
          <p:spPr>
            <a:xfrm>
              <a:off x="3942608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19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2" y="596873"/>
                    <a:pt x="633019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C8DF"/>
                </a:gs>
                <a:gs pos="97000">
                  <a:srgbClr val="69B7D5"/>
                </a:gs>
              </a:gsLst>
              <a:path path="circle">
                <a:fillToRect l="50000" t="50000" r="50000" b="50000"/>
              </a:path>
              <a:tileRect/>
            </a:gradFill>
            <a:ln w="3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C5E4EE5-5057-410C-9044-7BA7317388B6}"/>
                </a:ext>
              </a:extLst>
            </p:cNvPr>
            <p:cNvSpPr/>
            <p:nvPr/>
          </p:nvSpPr>
          <p:spPr>
            <a:xfrm>
              <a:off x="3942576" y="3846604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7" y="468487"/>
                    <a:pt x="633019" y="468487"/>
                  </a:cubicBezTo>
                  <a:cubicBezTo>
                    <a:pt x="283413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8DC8DF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C0E78DF-9560-4556-8F68-1063BBE97F95}"/>
                </a:ext>
              </a:extLst>
            </p:cNvPr>
            <p:cNvSpPr/>
            <p:nvPr/>
          </p:nvSpPr>
          <p:spPr>
            <a:xfrm>
              <a:off x="3942576" y="3836341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7" y="468487"/>
                    <a:pt x="633019" y="468487"/>
                  </a:cubicBezTo>
                  <a:cubicBezTo>
                    <a:pt x="283413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19" y="0"/>
                  </a:cubicBezTo>
                  <a:cubicBezTo>
                    <a:pt x="982626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69B7D5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570307-2681-4D69-BD62-331CF5AD3101}"/>
                </a:ext>
              </a:extLst>
            </p:cNvPr>
            <p:cNvSpPr/>
            <p:nvPr/>
          </p:nvSpPr>
          <p:spPr>
            <a:xfrm>
              <a:off x="3970363" y="3846636"/>
              <a:ext cx="1210270" cy="445379"/>
            </a:xfrm>
            <a:custGeom>
              <a:avLst/>
              <a:gdLst>
                <a:gd name="connsiteX0" fmla="*/ 1210463 w 1210269"/>
                <a:gd name="connsiteY0" fmla="*/ 223948 h 445379"/>
                <a:gd name="connsiteX1" fmla="*/ 605232 w 1210269"/>
                <a:gd name="connsiteY1" fmla="*/ 447897 h 445379"/>
                <a:gd name="connsiteX2" fmla="*/ 0 w 1210269"/>
                <a:gd name="connsiteY2" fmla="*/ 223948 h 445379"/>
                <a:gd name="connsiteX3" fmla="*/ 605232 w 1210269"/>
                <a:gd name="connsiteY3" fmla="*/ 0 h 445379"/>
                <a:gd name="connsiteX4" fmla="*/ 1210463 w 1210269"/>
                <a:gd name="connsiteY4" fmla="*/ 223948 h 44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269" h="445379">
                  <a:moveTo>
                    <a:pt x="1210463" y="223948"/>
                  </a:moveTo>
                  <a:cubicBezTo>
                    <a:pt x="1210463" y="347632"/>
                    <a:pt x="939492" y="447897"/>
                    <a:pt x="605232" y="447897"/>
                  </a:cubicBezTo>
                  <a:cubicBezTo>
                    <a:pt x="270971" y="447897"/>
                    <a:pt x="0" y="347632"/>
                    <a:pt x="0" y="223948"/>
                  </a:cubicBezTo>
                  <a:cubicBezTo>
                    <a:pt x="0" y="100265"/>
                    <a:pt x="270971" y="0"/>
                    <a:pt x="605232" y="0"/>
                  </a:cubicBezTo>
                  <a:cubicBezTo>
                    <a:pt x="939492" y="0"/>
                    <a:pt x="1210463" y="100265"/>
                    <a:pt x="1210463" y="22394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EDE25400-194E-43CB-A781-70EFE5E1D253}"/>
                </a:ext>
              </a:extLst>
            </p:cNvPr>
            <p:cNvSpPr/>
            <p:nvPr/>
          </p:nvSpPr>
          <p:spPr>
            <a:xfrm>
              <a:off x="4250665" y="3874083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92B94F8-7982-4655-8DDD-E1A873CAE0CC}"/>
              </a:ext>
            </a:extLst>
          </p:cNvPr>
          <p:cNvGrpSpPr/>
          <p:nvPr/>
        </p:nvGrpSpPr>
        <p:grpSpPr>
          <a:xfrm>
            <a:off x="6984258" y="3836341"/>
            <a:ext cx="1265135" cy="825016"/>
            <a:chOff x="6984258" y="3836341"/>
            <a:chExt cx="1265135" cy="82501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603DE8A-A3EC-44E6-AAF0-C64691ED5196}"/>
                </a:ext>
              </a:extLst>
            </p:cNvPr>
            <p:cNvSpPr/>
            <p:nvPr/>
          </p:nvSpPr>
          <p:spPr>
            <a:xfrm>
              <a:off x="6984258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20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1" y="596873"/>
                    <a:pt x="633020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C0B1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AA45CE8-1E91-4F37-8E9E-43BFB86A4339}"/>
                </a:ext>
              </a:extLst>
            </p:cNvPr>
            <p:cNvSpPr/>
            <p:nvPr/>
          </p:nvSpPr>
          <p:spPr>
            <a:xfrm>
              <a:off x="6984258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94 w 1265135"/>
                <a:gd name="connsiteY2" fmla="*/ 376765 h 593839"/>
                <a:gd name="connsiteX3" fmla="*/ 633020 w 1265135"/>
                <a:gd name="connsiteY3" fmla="*/ 596873 h 593839"/>
                <a:gd name="connsiteX4" fmla="*/ 1264845 w 1265135"/>
                <a:gd name="connsiteY4" fmla="*/ 376765 h 593839"/>
                <a:gd name="connsiteX5" fmla="*/ 1266039 w 1265135"/>
                <a:gd name="connsiteY5" fmla="*/ 376765 h 593839"/>
                <a:gd name="connsiteX6" fmla="*/ 1266039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94" y="376765"/>
                  </a:lnTo>
                  <a:cubicBezTo>
                    <a:pt x="20946" y="499535"/>
                    <a:pt x="296241" y="596873"/>
                    <a:pt x="633020" y="596873"/>
                  </a:cubicBezTo>
                  <a:cubicBezTo>
                    <a:pt x="969797" y="596873"/>
                    <a:pt x="1245093" y="499535"/>
                    <a:pt x="1264845" y="376765"/>
                  </a:cubicBezTo>
                  <a:lnTo>
                    <a:pt x="1266039" y="376765"/>
                  </a:lnTo>
                  <a:lnTo>
                    <a:pt x="1266039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98B82"/>
                </a:gs>
                <a:gs pos="97000">
                  <a:srgbClr val="217068"/>
                </a:gs>
              </a:gsLst>
              <a:path path="circle">
                <a:fillToRect l="50000" t="50000" r="50000" b="50000"/>
              </a:path>
              <a:tileRect/>
            </a:gradFill>
            <a:ln w="3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B67E4A0-C72F-4DB9-B838-5B0464F8930D}"/>
                </a:ext>
              </a:extLst>
            </p:cNvPr>
            <p:cNvSpPr/>
            <p:nvPr/>
          </p:nvSpPr>
          <p:spPr>
            <a:xfrm>
              <a:off x="6984258" y="3846604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20 w 1265135"/>
                <a:gd name="connsiteY1" fmla="*/ 468487 h 467971"/>
                <a:gd name="connsiteX2" fmla="*/ 0 w 1265135"/>
                <a:gd name="connsiteY2" fmla="*/ 234244 h 467971"/>
                <a:gd name="connsiteX3" fmla="*/ 633020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20" y="468487"/>
                  </a:cubicBezTo>
                  <a:cubicBezTo>
                    <a:pt x="283413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20" y="0"/>
                  </a:cubicBezTo>
                  <a:cubicBezTo>
                    <a:pt x="982627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298B82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B0FAE5E-D69E-4B80-A936-19F9A0C4D910}"/>
                </a:ext>
              </a:extLst>
            </p:cNvPr>
            <p:cNvSpPr/>
            <p:nvPr/>
          </p:nvSpPr>
          <p:spPr>
            <a:xfrm>
              <a:off x="6984258" y="3836341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20 w 1265135"/>
                <a:gd name="connsiteY1" fmla="*/ 468487 h 467971"/>
                <a:gd name="connsiteX2" fmla="*/ 0 w 1265135"/>
                <a:gd name="connsiteY2" fmla="*/ 234244 h 467971"/>
                <a:gd name="connsiteX3" fmla="*/ 633020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20" y="468487"/>
                  </a:cubicBezTo>
                  <a:cubicBezTo>
                    <a:pt x="283413" y="468487"/>
                    <a:pt x="0" y="363613"/>
                    <a:pt x="0" y="234244"/>
                  </a:cubicBezTo>
                  <a:cubicBezTo>
                    <a:pt x="0" y="104874"/>
                    <a:pt x="283412" y="0"/>
                    <a:pt x="633020" y="0"/>
                  </a:cubicBezTo>
                  <a:cubicBezTo>
                    <a:pt x="982627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217068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4FA64F2-403F-4402-A633-CFC92A0ADF64}"/>
                </a:ext>
              </a:extLst>
            </p:cNvPr>
            <p:cNvSpPr/>
            <p:nvPr/>
          </p:nvSpPr>
          <p:spPr>
            <a:xfrm>
              <a:off x="7012045" y="3846636"/>
              <a:ext cx="1210270" cy="445379"/>
            </a:xfrm>
            <a:custGeom>
              <a:avLst/>
              <a:gdLst>
                <a:gd name="connsiteX0" fmla="*/ 1210464 w 1210269"/>
                <a:gd name="connsiteY0" fmla="*/ 223948 h 445379"/>
                <a:gd name="connsiteX1" fmla="*/ 605232 w 1210269"/>
                <a:gd name="connsiteY1" fmla="*/ 447897 h 445379"/>
                <a:gd name="connsiteX2" fmla="*/ 0 w 1210269"/>
                <a:gd name="connsiteY2" fmla="*/ 223948 h 445379"/>
                <a:gd name="connsiteX3" fmla="*/ 605232 w 1210269"/>
                <a:gd name="connsiteY3" fmla="*/ 0 h 445379"/>
                <a:gd name="connsiteX4" fmla="*/ 1210464 w 1210269"/>
                <a:gd name="connsiteY4" fmla="*/ 223948 h 44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269" h="445379">
                  <a:moveTo>
                    <a:pt x="1210464" y="223948"/>
                  </a:moveTo>
                  <a:cubicBezTo>
                    <a:pt x="1210464" y="347632"/>
                    <a:pt x="939492" y="447897"/>
                    <a:pt x="605232" y="447897"/>
                  </a:cubicBezTo>
                  <a:cubicBezTo>
                    <a:pt x="270972" y="447897"/>
                    <a:pt x="0" y="347632"/>
                    <a:pt x="0" y="223948"/>
                  </a:cubicBezTo>
                  <a:cubicBezTo>
                    <a:pt x="0" y="100265"/>
                    <a:pt x="270972" y="0"/>
                    <a:pt x="605232" y="0"/>
                  </a:cubicBezTo>
                  <a:cubicBezTo>
                    <a:pt x="939492" y="0"/>
                    <a:pt x="1210464" y="100265"/>
                    <a:pt x="1210464" y="22394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75E3C04-599E-4FC5-8EFB-FCDABD5A31AB}"/>
                </a:ext>
              </a:extLst>
            </p:cNvPr>
            <p:cNvSpPr/>
            <p:nvPr/>
          </p:nvSpPr>
          <p:spPr>
            <a:xfrm>
              <a:off x="7278999" y="3874083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2024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555875-9112-4A64-B05B-5F921DBF203A}"/>
              </a:ext>
            </a:extLst>
          </p:cNvPr>
          <p:cNvGrpSpPr/>
          <p:nvPr/>
        </p:nvGrpSpPr>
        <p:grpSpPr>
          <a:xfrm>
            <a:off x="10025940" y="3836341"/>
            <a:ext cx="1265135" cy="825016"/>
            <a:chOff x="10025940" y="3836341"/>
            <a:chExt cx="1265135" cy="825016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B5CD170-2460-44FA-9164-102AF9D410EE}"/>
                </a:ext>
              </a:extLst>
            </p:cNvPr>
            <p:cNvSpPr/>
            <p:nvPr/>
          </p:nvSpPr>
          <p:spPr>
            <a:xfrm>
              <a:off x="10025940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61 w 1265135"/>
                <a:gd name="connsiteY2" fmla="*/ 376765 h 593839"/>
                <a:gd name="connsiteX3" fmla="*/ 632987 w 1265135"/>
                <a:gd name="connsiteY3" fmla="*/ 596873 h 593839"/>
                <a:gd name="connsiteX4" fmla="*/ 1264812 w 1265135"/>
                <a:gd name="connsiteY4" fmla="*/ 376765 h 593839"/>
                <a:gd name="connsiteX5" fmla="*/ 1266006 w 1265135"/>
                <a:gd name="connsiteY5" fmla="*/ 376765 h 593839"/>
                <a:gd name="connsiteX6" fmla="*/ 1266006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61" y="376765"/>
                  </a:lnTo>
                  <a:cubicBezTo>
                    <a:pt x="20913" y="499535"/>
                    <a:pt x="296209" y="596873"/>
                    <a:pt x="632987" y="596873"/>
                  </a:cubicBezTo>
                  <a:cubicBezTo>
                    <a:pt x="969765" y="596873"/>
                    <a:pt x="1245060" y="499535"/>
                    <a:pt x="1264812" y="376765"/>
                  </a:cubicBezTo>
                  <a:lnTo>
                    <a:pt x="1266006" y="376765"/>
                  </a:lnTo>
                  <a:lnTo>
                    <a:pt x="126600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598E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E65FD30-DE9D-480F-BEAC-AB2CCB5BE00D}"/>
                </a:ext>
              </a:extLst>
            </p:cNvPr>
            <p:cNvSpPr/>
            <p:nvPr/>
          </p:nvSpPr>
          <p:spPr>
            <a:xfrm>
              <a:off x="10025940" y="4067518"/>
              <a:ext cx="1265135" cy="593839"/>
            </a:xfrm>
            <a:custGeom>
              <a:avLst/>
              <a:gdLst>
                <a:gd name="connsiteX0" fmla="*/ 0 w 1265135"/>
                <a:gd name="connsiteY0" fmla="*/ 0 h 593839"/>
                <a:gd name="connsiteX1" fmla="*/ 0 w 1265135"/>
                <a:gd name="connsiteY1" fmla="*/ 376765 h 593839"/>
                <a:gd name="connsiteX2" fmla="*/ 1161 w 1265135"/>
                <a:gd name="connsiteY2" fmla="*/ 376765 h 593839"/>
                <a:gd name="connsiteX3" fmla="*/ 632987 w 1265135"/>
                <a:gd name="connsiteY3" fmla="*/ 596873 h 593839"/>
                <a:gd name="connsiteX4" fmla="*/ 1264812 w 1265135"/>
                <a:gd name="connsiteY4" fmla="*/ 376765 h 593839"/>
                <a:gd name="connsiteX5" fmla="*/ 1266006 w 1265135"/>
                <a:gd name="connsiteY5" fmla="*/ 376765 h 593839"/>
                <a:gd name="connsiteX6" fmla="*/ 1266006 w 1265135"/>
                <a:gd name="connsiteY6" fmla="*/ 0 h 593839"/>
                <a:gd name="connsiteX7" fmla="*/ 0 w 1265135"/>
                <a:gd name="connsiteY7" fmla="*/ 0 h 59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5135" h="593839">
                  <a:moveTo>
                    <a:pt x="0" y="0"/>
                  </a:moveTo>
                  <a:lnTo>
                    <a:pt x="0" y="376765"/>
                  </a:lnTo>
                  <a:lnTo>
                    <a:pt x="1161" y="376765"/>
                  </a:lnTo>
                  <a:cubicBezTo>
                    <a:pt x="20913" y="499535"/>
                    <a:pt x="296209" y="596873"/>
                    <a:pt x="632987" y="596873"/>
                  </a:cubicBezTo>
                  <a:cubicBezTo>
                    <a:pt x="969765" y="596873"/>
                    <a:pt x="1245060" y="499535"/>
                    <a:pt x="1264812" y="376765"/>
                  </a:cubicBezTo>
                  <a:lnTo>
                    <a:pt x="1266006" y="376765"/>
                  </a:lnTo>
                  <a:lnTo>
                    <a:pt x="1266006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9AC73"/>
                </a:gs>
                <a:gs pos="97000">
                  <a:srgbClr val="F7974E"/>
                </a:gs>
              </a:gsLst>
              <a:path path="circle">
                <a:fillToRect l="50000" t="50000" r="50000" b="50000"/>
              </a:path>
              <a:tileRect/>
            </a:gradFill>
            <a:ln w="3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E5B3DAD-FD44-4F77-9FF4-8E26B109AC8F}"/>
                </a:ext>
              </a:extLst>
            </p:cNvPr>
            <p:cNvSpPr/>
            <p:nvPr/>
          </p:nvSpPr>
          <p:spPr>
            <a:xfrm>
              <a:off x="10025940" y="3846604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3" y="0"/>
                    <a:pt x="633019" y="0"/>
                  </a:cubicBezTo>
                  <a:cubicBezTo>
                    <a:pt x="982627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F9AC73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D10B1D0-E888-44C3-AFB0-C0878EA7F3FE}"/>
                </a:ext>
              </a:extLst>
            </p:cNvPr>
            <p:cNvSpPr/>
            <p:nvPr/>
          </p:nvSpPr>
          <p:spPr>
            <a:xfrm>
              <a:off x="10025940" y="3836341"/>
              <a:ext cx="1265135" cy="467971"/>
            </a:xfrm>
            <a:custGeom>
              <a:avLst/>
              <a:gdLst>
                <a:gd name="connsiteX0" fmla="*/ 1266039 w 1265135"/>
                <a:gd name="connsiteY0" fmla="*/ 234244 h 467971"/>
                <a:gd name="connsiteX1" fmla="*/ 633019 w 1265135"/>
                <a:gd name="connsiteY1" fmla="*/ 468487 h 467971"/>
                <a:gd name="connsiteX2" fmla="*/ 0 w 1265135"/>
                <a:gd name="connsiteY2" fmla="*/ 234244 h 467971"/>
                <a:gd name="connsiteX3" fmla="*/ 633019 w 1265135"/>
                <a:gd name="connsiteY3" fmla="*/ 0 h 467971"/>
                <a:gd name="connsiteX4" fmla="*/ 1266039 w 1265135"/>
                <a:gd name="connsiteY4" fmla="*/ 234244 h 467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135" h="467971">
                  <a:moveTo>
                    <a:pt x="1266039" y="234244"/>
                  </a:moveTo>
                  <a:cubicBezTo>
                    <a:pt x="1266039" y="363613"/>
                    <a:pt x="982626" y="468487"/>
                    <a:pt x="633019" y="468487"/>
                  </a:cubicBezTo>
                  <a:cubicBezTo>
                    <a:pt x="283412" y="468487"/>
                    <a:pt x="0" y="363613"/>
                    <a:pt x="0" y="234244"/>
                  </a:cubicBezTo>
                  <a:cubicBezTo>
                    <a:pt x="0" y="104874"/>
                    <a:pt x="283413" y="0"/>
                    <a:pt x="633019" y="0"/>
                  </a:cubicBezTo>
                  <a:cubicBezTo>
                    <a:pt x="982627" y="0"/>
                    <a:pt x="1266039" y="104875"/>
                    <a:pt x="1266039" y="234244"/>
                  </a:cubicBezTo>
                  <a:close/>
                </a:path>
              </a:pathLst>
            </a:custGeom>
            <a:solidFill>
              <a:srgbClr val="F7974E"/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675A971-89C0-4860-B55B-79DBF23B540C}"/>
                </a:ext>
              </a:extLst>
            </p:cNvPr>
            <p:cNvSpPr/>
            <p:nvPr/>
          </p:nvSpPr>
          <p:spPr>
            <a:xfrm>
              <a:off x="10053727" y="3846636"/>
              <a:ext cx="1210270" cy="445379"/>
            </a:xfrm>
            <a:custGeom>
              <a:avLst/>
              <a:gdLst>
                <a:gd name="connsiteX0" fmla="*/ 1210463 w 1210269"/>
                <a:gd name="connsiteY0" fmla="*/ 223948 h 445379"/>
                <a:gd name="connsiteX1" fmla="*/ 605232 w 1210269"/>
                <a:gd name="connsiteY1" fmla="*/ 447897 h 445379"/>
                <a:gd name="connsiteX2" fmla="*/ 0 w 1210269"/>
                <a:gd name="connsiteY2" fmla="*/ 223948 h 445379"/>
                <a:gd name="connsiteX3" fmla="*/ 605232 w 1210269"/>
                <a:gd name="connsiteY3" fmla="*/ 0 h 445379"/>
                <a:gd name="connsiteX4" fmla="*/ 1210463 w 1210269"/>
                <a:gd name="connsiteY4" fmla="*/ 223948 h 44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269" h="445379">
                  <a:moveTo>
                    <a:pt x="1210463" y="223948"/>
                  </a:moveTo>
                  <a:cubicBezTo>
                    <a:pt x="1210463" y="347632"/>
                    <a:pt x="939492" y="447897"/>
                    <a:pt x="605232" y="447897"/>
                  </a:cubicBezTo>
                  <a:cubicBezTo>
                    <a:pt x="270971" y="447897"/>
                    <a:pt x="0" y="347632"/>
                    <a:pt x="0" y="223948"/>
                  </a:cubicBezTo>
                  <a:cubicBezTo>
                    <a:pt x="0" y="100265"/>
                    <a:pt x="270971" y="0"/>
                    <a:pt x="605232" y="0"/>
                  </a:cubicBezTo>
                  <a:cubicBezTo>
                    <a:pt x="939492" y="0"/>
                    <a:pt x="1210463" y="100265"/>
                    <a:pt x="1210463" y="22394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w="32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5F68757-9685-4596-B89E-97DD50EEB4CB}"/>
                </a:ext>
              </a:extLst>
            </p:cNvPr>
            <p:cNvSpPr/>
            <p:nvPr/>
          </p:nvSpPr>
          <p:spPr>
            <a:xfrm>
              <a:off x="10329337" y="3874083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5027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0C6BEF1-E855-4591-9104-12C81F278D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29CEC38-CF2F-4B10-B24C-174D9A9FEFF1}"/>
              </a:ext>
            </a:extLst>
          </p:cNvPr>
          <p:cNvGrpSpPr/>
          <p:nvPr/>
        </p:nvGrpSpPr>
        <p:grpSpPr>
          <a:xfrm>
            <a:off x="2215166" y="2675953"/>
            <a:ext cx="7761668" cy="1506093"/>
            <a:chOff x="2410000" y="3049373"/>
            <a:chExt cx="7761668" cy="1506093"/>
          </a:xfrm>
        </p:grpSpPr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D030B3A-02B0-4FB7-A8C4-2E485C23DDF1}"/>
                </a:ext>
              </a:extLst>
            </p:cNvPr>
            <p:cNvSpPr/>
            <p:nvPr/>
          </p:nvSpPr>
          <p:spPr>
            <a:xfrm>
              <a:off x="8274193" y="3248446"/>
              <a:ext cx="476250" cy="1304925"/>
            </a:xfrm>
            <a:custGeom>
              <a:avLst/>
              <a:gdLst>
                <a:gd name="connsiteX0" fmla="*/ 0 w 476250"/>
                <a:gd name="connsiteY0" fmla="*/ 0 h 1304925"/>
                <a:gd name="connsiteX1" fmla="*/ 483965 w 476250"/>
                <a:gd name="connsiteY1" fmla="*/ 0 h 1304925"/>
                <a:gd name="connsiteX2" fmla="*/ 483965 w 476250"/>
                <a:gd name="connsiteY2" fmla="*/ 1311497 h 1304925"/>
                <a:gd name="connsiteX3" fmla="*/ 0 w 476250"/>
                <a:gd name="connsiteY3" fmla="*/ 1311497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1304925">
                  <a:moveTo>
                    <a:pt x="0" y="0"/>
                  </a:moveTo>
                  <a:lnTo>
                    <a:pt x="483965" y="0"/>
                  </a:lnTo>
                  <a:lnTo>
                    <a:pt x="483965" y="1311497"/>
                  </a:lnTo>
                  <a:lnTo>
                    <a:pt x="0" y="1311497"/>
                  </a:lnTo>
                  <a:close/>
                </a:path>
              </a:pathLst>
            </a:custGeom>
            <a:solidFill>
              <a:srgbClr val="69787D">
                <a:alpha val="4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072CB2DD-2252-47D8-A0F3-29B91AAF6659}"/>
                </a:ext>
              </a:extLst>
            </p:cNvPr>
            <p:cNvSpPr/>
            <p:nvPr/>
          </p:nvSpPr>
          <p:spPr>
            <a:xfrm>
              <a:off x="8571468" y="3049373"/>
              <a:ext cx="1600200" cy="1276350"/>
            </a:xfrm>
            <a:custGeom>
              <a:avLst/>
              <a:gdLst>
                <a:gd name="connsiteX0" fmla="*/ 1600295 w 1600200"/>
                <a:gd name="connsiteY0" fmla="*/ 640842 h 1276350"/>
                <a:gd name="connsiteX1" fmla="*/ 1153287 w 1600200"/>
                <a:gd name="connsiteY1" fmla="*/ 1281684 h 1276350"/>
                <a:gd name="connsiteX2" fmla="*/ 0 w 1600200"/>
                <a:gd name="connsiteY2" fmla="*/ 1281684 h 1276350"/>
                <a:gd name="connsiteX3" fmla="*/ 0 w 1600200"/>
                <a:gd name="connsiteY3" fmla="*/ 0 h 1276350"/>
                <a:gd name="connsiteX4" fmla="*/ 1153287 w 1600200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200" h="1276350">
                  <a:moveTo>
                    <a:pt x="1600295" y="640842"/>
                  </a:moveTo>
                  <a:lnTo>
                    <a:pt x="1153287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153287" y="0"/>
                  </a:lnTo>
                  <a:close/>
                </a:path>
              </a:pathLst>
            </a:custGeom>
            <a:solidFill>
              <a:srgbClr val="6978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7E3C0C7-A41C-4097-9993-82224B4510C1}"/>
                </a:ext>
              </a:extLst>
            </p:cNvPr>
            <p:cNvSpPr/>
            <p:nvPr/>
          </p:nvSpPr>
          <p:spPr>
            <a:xfrm>
              <a:off x="8058928" y="3049373"/>
              <a:ext cx="1876425" cy="1276350"/>
            </a:xfrm>
            <a:custGeom>
              <a:avLst/>
              <a:gdLst>
                <a:gd name="connsiteX0" fmla="*/ 1880521 w 1876425"/>
                <a:gd name="connsiteY0" fmla="*/ 640842 h 1276350"/>
                <a:gd name="connsiteX1" fmla="*/ 1433513 w 1876425"/>
                <a:gd name="connsiteY1" fmla="*/ 1281684 h 1276350"/>
                <a:gd name="connsiteX2" fmla="*/ 0 w 1876425"/>
                <a:gd name="connsiteY2" fmla="*/ 1281684 h 1276350"/>
                <a:gd name="connsiteX3" fmla="*/ 0 w 1876425"/>
                <a:gd name="connsiteY3" fmla="*/ 0 h 1276350"/>
                <a:gd name="connsiteX4" fmla="*/ 1433513 w 1876425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6425" h="1276350">
                  <a:moveTo>
                    <a:pt x="1880521" y="640842"/>
                  </a:moveTo>
                  <a:lnTo>
                    <a:pt x="1433513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433513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09E7811-1D72-4465-9AE0-C37B7B0BEDF8}"/>
                </a:ext>
              </a:extLst>
            </p:cNvPr>
            <p:cNvSpPr/>
            <p:nvPr/>
          </p:nvSpPr>
          <p:spPr>
            <a:xfrm>
              <a:off x="8274193" y="3955391"/>
              <a:ext cx="1295400" cy="600075"/>
            </a:xfrm>
            <a:custGeom>
              <a:avLst/>
              <a:gdLst>
                <a:gd name="connsiteX0" fmla="*/ 1298638 w 1295400"/>
                <a:gd name="connsiteY0" fmla="*/ 0 h 600075"/>
                <a:gd name="connsiteX1" fmla="*/ 882682 w 1295400"/>
                <a:gd name="connsiteY1" fmla="*/ 604552 h 600075"/>
                <a:gd name="connsiteX2" fmla="*/ 0 w 1295400"/>
                <a:gd name="connsiteY2" fmla="*/ 604552 h 600075"/>
                <a:gd name="connsiteX3" fmla="*/ 415861 w 1295400"/>
                <a:gd name="connsiteY3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5400" h="600075">
                  <a:moveTo>
                    <a:pt x="1298638" y="0"/>
                  </a:moveTo>
                  <a:lnTo>
                    <a:pt x="882682" y="604552"/>
                  </a:lnTo>
                  <a:lnTo>
                    <a:pt x="0" y="604552"/>
                  </a:lnTo>
                  <a:lnTo>
                    <a:pt x="415861" y="0"/>
                  </a:lnTo>
                  <a:close/>
                </a:path>
              </a:pathLst>
            </a:custGeom>
            <a:solidFill>
              <a:srgbClr val="6978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B1A63BD-93EC-44E4-BAD0-1B5961104F87}"/>
                </a:ext>
              </a:extLst>
            </p:cNvPr>
            <p:cNvSpPr/>
            <p:nvPr/>
          </p:nvSpPr>
          <p:spPr>
            <a:xfrm>
              <a:off x="6805597" y="3248446"/>
              <a:ext cx="476250" cy="1304925"/>
            </a:xfrm>
            <a:custGeom>
              <a:avLst/>
              <a:gdLst>
                <a:gd name="connsiteX0" fmla="*/ 0 w 476250"/>
                <a:gd name="connsiteY0" fmla="*/ 0 h 1304925"/>
                <a:gd name="connsiteX1" fmla="*/ 483965 w 476250"/>
                <a:gd name="connsiteY1" fmla="*/ 0 h 1304925"/>
                <a:gd name="connsiteX2" fmla="*/ 483965 w 476250"/>
                <a:gd name="connsiteY2" fmla="*/ 1311497 h 1304925"/>
                <a:gd name="connsiteX3" fmla="*/ 0 w 476250"/>
                <a:gd name="connsiteY3" fmla="*/ 1311497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1304925">
                  <a:moveTo>
                    <a:pt x="0" y="0"/>
                  </a:moveTo>
                  <a:lnTo>
                    <a:pt x="483965" y="0"/>
                  </a:lnTo>
                  <a:lnTo>
                    <a:pt x="483965" y="1311497"/>
                  </a:lnTo>
                  <a:lnTo>
                    <a:pt x="0" y="1311497"/>
                  </a:lnTo>
                  <a:close/>
                </a:path>
              </a:pathLst>
            </a:custGeom>
            <a:solidFill>
              <a:srgbClr val="E368A1">
                <a:alpha val="4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C2CA57A-A932-416F-896C-D3BDEB273B2B}"/>
                </a:ext>
              </a:extLst>
            </p:cNvPr>
            <p:cNvSpPr/>
            <p:nvPr/>
          </p:nvSpPr>
          <p:spPr>
            <a:xfrm>
              <a:off x="7102872" y="3049373"/>
              <a:ext cx="1600200" cy="1276350"/>
            </a:xfrm>
            <a:custGeom>
              <a:avLst/>
              <a:gdLst>
                <a:gd name="connsiteX0" fmla="*/ 1600295 w 1600200"/>
                <a:gd name="connsiteY0" fmla="*/ 640842 h 1276350"/>
                <a:gd name="connsiteX1" fmla="*/ 1153287 w 1600200"/>
                <a:gd name="connsiteY1" fmla="*/ 1281684 h 1276350"/>
                <a:gd name="connsiteX2" fmla="*/ 0 w 1600200"/>
                <a:gd name="connsiteY2" fmla="*/ 1281684 h 1276350"/>
                <a:gd name="connsiteX3" fmla="*/ 0 w 1600200"/>
                <a:gd name="connsiteY3" fmla="*/ 0 h 1276350"/>
                <a:gd name="connsiteX4" fmla="*/ 1153287 w 1600200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200" h="1276350">
                  <a:moveTo>
                    <a:pt x="1600295" y="640842"/>
                  </a:moveTo>
                  <a:lnTo>
                    <a:pt x="1153287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153287" y="0"/>
                  </a:lnTo>
                  <a:close/>
                </a:path>
              </a:pathLst>
            </a:custGeom>
            <a:solidFill>
              <a:srgbClr val="E368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8614A00-FA57-4743-8A79-6563AE05D388}"/>
                </a:ext>
              </a:extLst>
            </p:cNvPr>
            <p:cNvSpPr/>
            <p:nvPr/>
          </p:nvSpPr>
          <p:spPr>
            <a:xfrm>
              <a:off x="6590332" y="3049373"/>
              <a:ext cx="1876425" cy="1276350"/>
            </a:xfrm>
            <a:custGeom>
              <a:avLst/>
              <a:gdLst>
                <a:gd name="connsiteX0" fmla="*/ 1880521 w 1876425"/>
                <a:gd name="connsiteY0" fmla="*/ 640842 h 1276350"/>
                <a:gd name="connsiteX1" fmla="*/ 1433513 w 1876425"/>
                <a:gd name="connsiteY1" fmla="*/ 1281684 h 1276350"/>
                <a:gd name="connsiteX2" fmla="*/ 0 w 1876425"/>
                <a:gd name="connsiteY2" fmla="*/ 1281684 h 1276350"/>
                <a:gd name="connsiteX3" fmla="*/ 0 w 1876425"/>
                <a:gd name="connsiteY3" fmla="*/ 0 h 1276350"/>
                <a:gd name="connsiteX4" fmla="*/ 1433513 w 1876425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6425" h="1276350">
                  <a:moveTo>
                    <a:pt x="1880521" y="640842"/>
                  </a:moveTo>
                  <a:lnTo>
                    <a:pt x="1433513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433513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A960470-51DB-42F1-BC1E-CD5B18FCAB80}"/>
                </a:ext>
              </a:extLst>
            </p:cNvPr>
            <p:cNvSpPr/>
            <p:nvPr/>
          </p:nvSpPr>
          <p:spPr>
            <a:xfrm>
              <a:off x="6805597" y="3955391"/>
              <a:ext cx="1295400" cy="600075"/>
            </a:xfrm>
            <a:custGeom>
              <a:avLst/>
              <a:gdLst>
                <a:gd name="connsiteX0" fmla="*/ 1298638 w 1295400"/>
                <a:gd name="connsiteY0" fmla="*/ 0 h 600075"/>
                <a:gd name="connsiteX1" fmla="*/ 882682 w 1295400"/>
                <a:gd name="connsiteY1" fmla="*/ 604552 h 600075"/>
                <a:gd name="connsiteX2" fmla="*/ 0 w 1295400"/>
                <a:gd name="connsiteY2" fmla="*/ 604552 h 600075"/>
                <a:gd name="connsiteX3" fmla="*/ 415861 w 1295400"/>
                <a:gd name="connsiteY3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5400" h="600075">
                  <a:moveTo>
                    <a:pt x="1298638" y="0"/>
                  </a:moveTo>
                  <a:lnTo>
                    <a:pt x="882682" y="604552"/>
                  </a:lnTo>
                  <a:lnTo>
                    <a:pt x="0" y="604552"/>
                  </a:lnTo>
                  <a:lnTo>
                    <a:pt x="415861" y="0"/>
                  </a:lnTo>
                  <a:close/>
                </a:path>
              </a:pathLst>
            </a:custGeom>
            <a:solidFill>
              <a:srgbClr val="E368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F06ADC9-616A-4343-BC87-77CFE7F20279}"/>
                </a:ext>
              </a:extLst>
            </p:cNvPr>
            <p:cNvSpPr/>
            <p:nvPr/>
          </p:nvSpPr>
          <p:spPr>
            <a:xfrm>
              <a:off x="5337604" y="3248446"/>
              <a:ext cx="476250" cy="1304925"/>
            </a:xfrm>
            <a:custGeom>
              <a:avLst/>
              <a:gdLst>
                <a:gd name="connsiteX0" fmla="*/ 0 w 476250"/>
                <a:gd name="connsiteY0" fmla="*/ 0 h 1304925"/>
                <a:gd name="connsiteX1" fmla="*/ 483965 w 476250"/>
                <a:gd name="connsiteY1" fmla="*/ 0 h 1304925"/>
                <a:gd name="connsiteX2" fmla="*/ 483965 w 476250"/>
                <a:gd name="connsiteY2" fmla="*/ 1311497 h 1304925"/>
                <a:gd name="connsiteX3" fmla="*/ 0 w 476250"/>
                <a:gd name="connsiteY3" fmla="*/ 1311497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1304925">
                  <a:moveTo>
                    <a:pt x="0" y="0"/>
                  </a:moveTo>
                  <a:lnTo>
                    <a:pt x="483965" y="0"/>
                  </a:lnTo>
                  <a:lnTo>
                    <a:pt x="483965" y="1311497"/>
                  </a:lnTo>
                  <a:lnTo>
                    <a:pt x="0" y="1311497"/>
                  </a:lnTo>
                  <a:close/>
                </a:path>
              </a:pathLst>
            </a:custGeom>
            <a:solidFill>
              <a:srgbClr val="782F99">
                <a:alpha val="4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BAADE76-80BF-4CB4-8341-6BE73F288885}"/>
                </a:ext>
              </a:extLst>
            </p:cNvPr>
            <p:cNvSpPr/>
            <p:nvPr/>
          </p:nvSpPr>
          <p:spPr>
            <a:xfrm>
              <a:off x="5634879" y="3049373"/>
              <a:ext cx="1600200" cy="1276350"/>
            </a:xfrm>
            <a:custGeom>
              <a:avLst/>
              <a:gdLst>
                <a:gd name="connsiteX0" fmla="*/ 1600295 w 1600200"/>
                <a:gd name="connsiteY0" fmla="*/ 640842 h 1276350"/>
                <a:gd name="connsiteX1" fmla="*/ 1153287 w 1600200"/>
                <a:gd name="connsiteY1" fmla="*/ 1281684 h 1276350"/>
                <a:gd name="connsiteX2" fmla="*/ 0 w 1600200"/>
                <a:gd name="connsiteY2" fmla="*/ 1281684 h 1276350"/>
                <a:gd name="connsiteX3" fmla="*/ 0 w 1600200"/>
                <a:gd name="connsiteY3" fmla="*/ 0 h 1276350"/>
                <a:gd name="connsiteX4" fmla="*/ 1153287 w 1600200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200" h="1276350">
                  <a:moveTo>
                    <a:pt x="1600295" y="640842"/>
                  </a:moveTo>
                  <a:lnTo>
                    <a:pt x="1153287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153287" y="0"/>
                  </a:lnTo>
                  <a:close/>
                </a:path>
              </a:pathLst>
            </a:custGeom>
            <a:solidFill>
              <a:srgbClr val="903D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419DC32-3C77-483B-B1E8-41F108ABAC72}"/>
                </a:ext>
              </a:extLst>
            </p:cNvPr>
            <p:cNvSpPr/>
            <p:nvPr/>
          </p:nvSpPr>
          <p:spPr>
            <a:xfrm>
              <a:off x="5122339" y="3049373"/>
              <a:ext cx="1876425" cy="1276350"/>
            </a:xfrm>
            <a:custGeom>
              <a:avLst/>
              <a:gdLst>
                <a:gd name="connsiteX0" fmla="*/ 1880521 w 1876425"/>
                <a:gd name="connsiteY0" fmla="*/ 640842 h 1276350"/>
                <a:gd name="connsiteX1" fmla="*/ 1433513 w 1876425"/>
                <a:gd name="connsiteY1" fmla="*/ 1281684 h 1276350"/>
                <a:gd name="connsiteX2" fmla="*/ 0 w 1876425"/>
                <a:gd name="connsiteY2" fmla="*/ 1281684 h 1276350"/>
                <a:gd name="connsiteX3" fmla="*/ 0 w 1876425"/>
                <a:gd name="connsiteY3" fmla="*/ 0 h 1276350"/>
                <a:gd name="connsiteX4" fmla="*/ 1433513 w 1876425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6425" h="1276350">
                  <a:moveTo>
                    <a:pt x="1880521" y="640842"/>
                  </a:moveTo>
                  <a:lnTo>
                    <a:pt x="1433513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433513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3F3D0CA-F479-4D9F-9113-D82C9A8B6452}"/>
                </a:ext>
              </a:extLst>
            </p:cNvPr>
            <p:cNvSpPr/>
            <p:nvPr/>
          </p:nvSpPr>
          <p:spPr>
            <a:xfrm>
              <a:off x="5337604" y="3955391"/>
              <a:ext cx="1295400" cy="600075"/>
            </a:xfrm>
            <a:custGeom>
              <a:avLst/>
              <a:gdLst>
                <a:gd name="connsiteX0" fmla="*/ 1298639 w 1295400"/>
                <a:gd name="connsiteY0" fmla="*/ 0 h 600075"/>
                <a:gd name="connsiteX1" fmla="*/ 882682 w 1295400"/>
                <a:gd name="connsiteY1" fmla="*/ 604552 h 600075"/>
                <a:gd name="connsiteX2" fmla="*/ 0 w 1295400"/>
                <a:gd name="connsiteY2" fmla="*/ 604552 h 600075"/>
                <a:gd name="connsiteX3" fmla="*/ 415862 w 1295400"/>
                <a:gd name="connsiteY3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5400" h="600075">
                  <a:moveTo>
                    <a:pt x="1298639" y="0"/>
                  </a:moveTo>
                  <a:lnTo>
                    <a:pt x="882682" y="604552"/>
                  </a:lnTo>
                  <a:lnTo>
                    <a:pt x="0" y="604552"/>
                  </a:lnTo>
                  <a:lnTo>
                    <a:pt x="415862" y="0"/>
                  </a:lnTo>
                  <a:close/>
                </a:path>
              </a:pathLst>
            </a:custGeom>
            <a:solidFill>
              <a:srgbClr val="903D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DFF903F-278D-4C98-8859-41C9BE22A173}"/>
                </a:ext>
              </a:extLst>
            </p:cNvPr>
            <p:cNvSpPr/>
            <p:nvPr/>
          </p:nvSpPr>
          <p:spPr>
            <a:xfrm>
              <a:off x="2410571" y="3248446"/>
              <a:ext cx="476250" cy="1304925"/>
            </a:xfrm>
            <a:custGeom>
              <a:avLst/>
              <a:gdLst>
                <a:gd name="connsiteX0" fmla="*/ 0 w 476250"/>
                <a:gd name="connsiteY0" fmla="*/ 0 h 1304925"/>
                <a:gd name="connsiteX1" fmla="*/ 483965 w 476250"/>
                <a:gd name="connsiteY1" fmla="*/ 0 h 1304925"/>
                <a:gd name="connsiteX2" fmla="*/ 483965 w 476250"/>
                <a:gd name="connsiteY2" fmla="*/ 1311497 h 1304925"/>
                <a:gd name="connsiteX3" fmla="*/ 0 w 476250"/>
                <a:gd name="connsiteY3" fmla="*/ 1311497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1304925">
                  <a:moveTo>
                    <a:pt x="0" y="0"/>
                  </a:moveTo>
                  <a:lnTo>
                    <a:pt x="483965" y="0"/>
                  </a:lnTo>
                  <a:lnTo>
                    <a:pt x="483965" y="1311497"/>
                  </a:lnTo>
                  <a:lnTo>
                    <a:pt x="0" y="1311497"/>
                  </a:lnTo>
                  <a:close/>
                </a:path>
              </a:pathLst>
            </a:custGeom>
            <a:solidFill>
              <a:srgbClr val="F2B500">
                <a:alpha val="4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5413916-7516-48CE-8220-D5B4F00926AB}"/>
                </a:ext>
              </a:extLst>
            </p:cNvPr>
            <p:cNvSpPr/>
            <p:nvPr/>
          </p:nvSpPr>
          <p:spPr>
            <a:xfrm>
              <a:off x="3862658" y="3248446"/>
              <a:ext cx="476250" cy="1304925"/>
            </a:xfrm>
            <a:custGeom>
              <a:avLst/>
              <a:gdLst>
                <a:gd name="connsiteX0" fmla="*/ 0 w 476250"/>
                <a:gd name="connsiteY0" fmla="*/ 0 h 1304925"/>
                <a:gd name="connsiteX1" fmla="*/ 483965 w 476250"/>
                <a:gd name="connsiteY1" fmla="*/ 0 h 1304925"/>
                <a:gd name="connsiteX2" fmla="*/ 483965 w 476250"/>
                <a:gd name="connsiteY2" fmla="*/ 1311497 h 1304925"/>
                <a:gd name="connsiteX3" fmla="*/ 0 w 476250"/>
                <a:gd name="connsiteY3" fmla="*/ 1311497 h 130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1304925">
                  <a:moveTo>
                    <a:pt x="0" y="0"/>
                  </a:moveTo>
                  <a:lnTo>
                    <a:pt x="483965" y="0"/>
                  </a:lnTo>
                  <a:lnTo>
                    <a:pt x="483965" y="1311497"/>
                  </a:lnTo>
                  <a:lnTo>
                    <a:pt x="0" y="1311497"/>
                  </a:lnTo>
                  <a:close/>
                </a:path>
              </a:pathLst>
            </a:custGeom>
            <a:solidFill>
              <a:srgbClr val="F25900">
                <a:alpha val="4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8857A68-7203-44BF-B2EF-0D37B1CEECCF}"/>
                </a:ext>
              </a:extLst>
            </p:cNvPr>
            <p:cNvSpPr/>
            <p:nvPr/>
          </p:nvSpPr>
          <p:spPr>
            <a:xfrm>
              <a:off x="4159933" y="3049373"/>
              <a:ext cx="1600200" cy="1276350"/>
            </a:xfrm>
            <a:custGeom>
              <a:avLst/>
              <a:gdLst>
                <a:gd name="connsiteX0" fmla="*/ 1600295 w 1600200"/>
                <a:gd name="connsiteY0" fmla="*/ 640842 h 1276350"/>
                <a:gd name="connsiteX1" fmla="*/ 1153287 w 1600200"/>
                <a:gd name="connsiteY1" fmla="*/ 1281684 h 1276350"/>
                <a:gd name="connsiteX2" fmla="*/ 0 w 1600200"/>
                <a:gd name="connsiteY2" fmla="*/ 1281684 h 1276350"/>
                <a:gd name="connsiteX3" fmla="*/ 0 w 1600200"/>
                <a:gd name="connsiteY3" fmla="*/ 0 h 1276350"/>
                <a:gd name="connsiteX4" fmla="*/ 1153287 w 1600200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200" h="1276350">
                  <a:moveTo>
                    <a:pt x="1600295" y="640842"/>
                  </a:moveTo>
                  <a:lnTo>
                    <a:pt x="1153287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153287" y="0"/>
                  </a:lnTo>
                  <a:close/>
                </a:path>
              </a:pathLst>
            </a:custGeom>
            <a:solidFill>
              <a:srgbClr val="F25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94FD6F9-064E-4FF8-922A-AE18AA93F768}"/>
                </a:ext>
              </a:extLst>
            </p:cNvPr>
            <p:cNvSpPr/>
            <p:nvPr/>
          </p:nvSpPr>
          <p:spPr>
            <a:xfrm>
              <a:off x="3647392" y="3049373"/>
              <a:ext cx="1876425" cy="1276350"/>
            </a:xfrm>
            <a:custGeom>
              <a:avLst/>
              <a:gdLst>
                <a:gd name="connsiteX0" fmla="*/ 1880521 w 1876425"/>
                <a:gd name="connsiteY0" fmla="*/ 640842 h 1276350"/>
                <a:gd name="connsiteX1" fmla="*/ 1433513 w 1876425"/>
                <a:gd name="connsiteY1" fmla="*/ 1281684 h 1276350"/>
                <a:gd name="connsiteX2" fmla="*/ 0 w 1876425"/>
                <a:gd name="connsiteY2" fmla="*/ 1281684 h 1276350"/>
                <a:gd name="connsiteX3" fmla="*/ 0 w 1876425"/>
                <a:gd name="connsiteY3" fmla="*/ 0 h 1276350"/>
                <a:gd name="connsiteX4" fmla="*/ 1433513 w 1876425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6425" h="1276350">
                  <a:moveTo>
                    <a:pt x="1880521" y="640842"/>
                  </a:moveTo>
                  <a:lnTo>
                    <a:pt x="1433513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433513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33CF6E4-1E9A-49E3-B949-213F28602C44}"/>
                </a:ext>
              </a:extLst>
            </p:cNvPr>
            <p:cNvSpPr/>
            <p:nvPr/>
          </p:nvSpPr>
          <p:spPr>
            <a:xfrm>
              <a:off x="2695845" y="3049373"/>
              <a:ext cx="1600200" cy="1276350"/>
            </a:xfrm>
            <a:custGeom>
              <a:avLst/>
              <a:gdLst>
                <a:gd name="connsiteX0" fmla="*/ 1600295 w 1600200"/>
                <a:gd name="connsiteY0" fmla="*/ 640842 h 1276350"/>
                <a:gd name="connsiteX1" fmla="*/ 1153287 w 1600200"/>
                <a:gd name="connsiteY1" fmla="*/ 1281684 h 1276350"/>
                <a:gd name="connsiteX2" fmla="*/ 0 w 1600200"/>
                <a:gd name="connsiteY2" fmla="*/ 1281684 h 1276350"/>
                <a:gd name="connsiteX3" fmla="*/ 0 w 1600200"/>
                <a:gd name="connsiteY3" fmla="*/ 0 h 1276350"/>
                <a:gd name="connsiteX4" fmla="*/ 1153287 w 1600200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200" h="1276350">
                  <a:moveTo>
                    <a:pt x="1600295" y="640842"/>
                  </a:moveTo>
                  <a:lnTo>
                    <a:pt x="1153287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1153287" y="0"/>
                  </a:lnTo>
                  <a:close/>
                </a:path>
              </a:pathLst>
            </a:custGeom>
            <a:solidFill>
              <a:srgbClr val="F2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A91B0FE-E704-41A0-BEAB-5CCFDB1D4E23}"/>
                </a:ext>
              </a:extLst>
            </p:cNvPr>
            <p:cNvSpPr/>
            <p:nvPr/>
          </p:nvSpPr>
          <p:spPr>
            <a:xfrm>
              <a:off x="2619645" y="3049373"/>
              <a:ext cx="1438275" cy="1276350"/>
            </a:xfrm>
            <a:custGeom>
              <a:avLst/>
              <a:gdLst>
                <a:gd name="connsiteX0" fmla="*/ 1444181 w 1438275"/>
                <a:gd name="connsiteY0" fmla="*/ 640842 h 1276350"/>
                <a:gd name="connsiteX1" fmla="*/ 997172 w 1438275"/>
                <a:gd name="connsiteY1" fmla="*/ 1281684 h 1276350"/>
                <a:gd name="connsiteX2" fmla="*/ 0 w 1438275"/>
                <a:gd name="connsiteY2" fmla="*/ 1281684 h 1276350"/>
                <a:gd name="connsiteX3" fmla="*/ 0 w 1438275"/>
                <a:gd name="connsiteY3" fmla="*/ 0 h 1276350"/>
                <a:gd name="connsiteX4" fmla="*/ 997172 w 1438275"/>
                <a:gd name="connsiteY4" fmla="*/ 0 h 127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8275" h="1276350">
                  <a:moveTo>
                    <a:pt x="1444181" y="640842"/>
                  </a:moveTo>
                  <a:lnTo>
                    <a:pt x="997172" y="1281684"/>
                  </a:lnTo>
                  <a:lnTo>
                    <a:pt x="0" y="1281684"/>
                  </a:lnTo>
                  <a:lnTo>
                    <a:pt x="0" y="0"/>
                  </a:lnTo>
                  <a:lnTo>
                    <a:pt x="997172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6792E06-C22C-40F6-B316-297D64BEE0F3}"/>
                </a:ext>
              </a:extLst>
            </p:cNvPr>
            <p:cNvSpPr/>
            <p:nvPr/>
          </p:nvSpPr>
          <p:spPr>
            <a:xfrm>
              <a:off x="2410000" y="3955391"/>
              <a:ext cx="1295400" cy="600075"/>
            </a:xfrm>
            <a:custGeom>
              <a:avLst/>
              <a:gdLst>
                <a:gd name="connsiteX0" fmla="*/ 1299305 w 1295400"/>
                <a:gd name="connsiteY0" fmla="*/ 0 h 600075"/>
                <a:gd name="connsiteX1" fmla="*/ 882682 w 1295400"/>
                <a:gd name="connsiteY1" fmla="*/ 604552 h 600075"/>
                <a:gd name="connsiteX2" fmla="*/ 0 w 1295400"/>
                <a:gd name="connsiteY2" fmla="*/ 604552 h 600075"/>
                <a:gd name="connsiteX3" fmla="*/ 416528 w 1295400"/>
                <a:gd name="connsiteY3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5400" h="600075">
                  <a:moveTo>
                    <a:pt x="1299305" y="0"/>
                  </a:moveTo>
                  <a:lnTo>
                    <a:pt x="882682" y="604552"/>
                  </a:lnTo>
                  <a:lnTo>
                    <a:pt x="0" y="604552"/>
                  </a:lnTo>
                  <a:lnTo>
                    <a:pt x="416528" y="0"/>
                  </a:lnTo>
                  <a:close/>
                </a:path>
              </a:pathLst>
            </a:custGeom>
            <a:solidFill>
              <a:srgbClr val="F2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E840388-0EB4-4AA1-855C-9ACF4B01E22D}"/>
                </a:ext>
              </a:extLst>
            </p:cNvPr>
            <p:cNvSpPr/>
            <p:nvPr/>
          </p:nvSpPr>
          <p:spPr>
            <a:xfrm>
              <a:off x="3861991" y="3955391"/>
              <a:ext cx="1295400" cy="600075"/>
            </a:xfrm>
            <a:custGeom>
              <a:avLst/>
              <a:gdLst>
                <a:gd name="connsiteX0" fmla="*/ 1299305 w 1295400"/>
                <a:gd name="connsiteY0" fmla="*/ 0 h 600075"/>
                <a:gd name="connsiteX1" fmla="*/ 882682 w 1295400"/>
                <a:gd name="connsiteY1" fmla="*/ 604552 h 600075"/>
                <a:gd name="connsiteX2" fmla="*/ 0 w 1295400"/>
                <a:gd name="connsiteY2" fmla="*/ 604552 h 600075"/>
                <a:gd name="connsiteX3" fmla="*/ 416528 w 1295400"/>
                <a:gd name="connsiteY3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5400" h="600075">
                  <a:moveTo>
                    <a:pt x="1299305" y="0"/>
                  </a:moveTo>
                  <a:lnTo>
                    <a:pt x="882682" y="604552"/>
                  </a:lnTo>
                  <a:lnTo>
                    <a:pt x="0" y="604552"/>
                  </a:lnTo>
                  <a:lnTo>
                    <a:pt x="416528" y="0"/>
                  </a:lnTo>
                  <a:close/>
                </a:path>
              </a:pathLst>
            </a:custGeom>
            <a:solidFill>
              <a:srgbClr val="F25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B563604-C467-4020-9AEB-B541B8838565}"/>
              </a:ext>
            </a:extLst>
          </p:cNvPr>
          <p:cNvSpPr/>
          <p:nvPr/>
        </p:nvSpPr>
        <p:spPr>
          <a:xfrm>
            <a:off x="2608291" y="3145224"/>
            <a:ext cx="10214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44546A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15BEA3-CFE9-473F-B2A8-5ACBD36FC6F2}"/>
              </a:ext>
            </a:extLst>
          </p:cNvPr>
          <p:cNvSpPr/>
          <p:nvPr/>
        </p:nvSpPr>
        <p:spPr>
          <a:xfrm>
            <a:off x="4167226" y="3145224"/>
            <a:ext cx="10214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44546A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DF02AA3-AEF0-4198-8953-9E6CF455B2C8}"/>
              </a:ext>
            </a:extLst>
          </p:cNvPr>
          <p:cNvSpPr/>
          <p:nvPr/>
        </p:nvSpPr>
        <p:spPr>
          <a:xfrm>
            <a:off x="5642115" y="3145224"/>
            <a:ext cx="10214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44546A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1F7764A-E83B-4F80-B2AE-982395E54D82}"/>
              </a:ext>
            </a:extLst>
          </p:cNvPr>
          <p:cNvSpPr/>
          <p:nvPr/>
        </p:nvSpPr>
        <p:spPr>
          <a:xfrm>
            <a:off x="7114837" y="3145224"/>
            <a:ext cx="10214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44546A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90C734D-82BC-4024-ABEE-06907383A79A}"/>
              </a:ext>
            </a:extLst>
          </p:cNvPr>
          <p:cNvSpPr/>
          <p:nvPr/>
        </p:nvSpPr>
        <p:spPr>
          <a:xfrm>
            <a:off x="8585055" y="3145224"/>
            <a:ext cx="10214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44546A"/>
                </a:solidFill>
                <a:latin typeface="Roboto" pitchFamily="2" charset="0"/>
                <a:ea typeface="Roboto" pitchFamily="2" charset="0"/>
              </a:rPr>
              <a:t>Lorem Ipsum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9F957F6-333A-4EF3-AB8D-1F5501EF6B0E}"/>
              </a:ext>
            </a:extLst>
          </p:cNvPr>
          <p:cNvSpPr/>
          <p:nvPr/>
        </p:nvSpPr>
        <p:spPr>
          <a:xfrm>
            <a:off x="1981529" y="4355088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E18DF43-92A6-48ED-A0F4-33E7F05F873D}"/>
              </a:ext>
            </a:extLst>
          </p:cNvPr>
          <p:cNvSpPr/>
          <p:nvPr/>
        </p:nvSpPr>
        <p:spPr>
          <a:xfrm>
            <a:off x="3452170" y="4355088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4FCCB42-2AAA-4537-920F-703FF69F72B5}"/>
              </a:ext>
            </a:extLst>
          </p:cNvPr>
          <p:cNvSpPr/>
          <p:nvPr/>
        </p:nvSpPr>
        <p:spPr>
          <a:xfrm>
            <a:off x="4922811" y="4355088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F3C39A-A3EE-469B-9361-44DFAA13CDCB}"/>
              </a:ext>
            </a:extLst>
          </p:cNvPr>
          <p:cNvSpPr/>
          <p:nvPr/>
        </p:nvSpPr>
        <p:spPr>
          <a:xfrm>
            <a:off x="6393452" y="4355088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FAFED05-B547-4D4B-B8E1-175A84D4EB85}"/>
              </a:ext>
            </a:extLst>
          </p:cNvPr>
          <p:cNvSpPr/>
          <p:nvPr/>
        </p:nvSpPr>
        <p:spPr>
          <a:xfrm>
            <a:off x="7864094" y="4355088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pic>
        <p:nvPicPr>
          <p:cNvPr id="174" name="Graphic 173" descr="Circles with arrows">
            <a:extLst>
              <a:ext uri="{FF2B5EF4-FFF2-40B4-BE49-F238E27FC236}">
                <a16:creationId xmlns:a16="http://schemas.microsoft.com/office/drawing/2014/main" id="{39F7BD31-2F7C-42E4-814F-77980CC93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6114" y="3678332"/>
            <a:ext cx="387795" cy="387795"/>
          </a:xfrm>
          <a:prstGeom prst="rect">
            <a:avLst/>
          </a:prstGeom>
        </p:spPr>
      </p:pic>
      <p:pic>
        <p:nvPicPr>
          <p:cNvPr id="175" name="Graphic 174" descr="Lock">
            <a:extLst>
              <a:ext uri="{FF2B5EF4-FFF2-40B4-BE49-F238E27FC236}">
                <a16:creationId xmlns:a16="http://schemas.microsoft.com/office/drawing/2014/main" id="{A351851A-0251-44C3-AAB0-BA54CFD6A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4739" y="3702263"/>
            <a:ext cx="352541" cy="352541"/>
          </a:xfrm>
          <a:prstGeom prst="rect">
            <a:avLst/>
          </a:prstGeom>
        </p:spPr>
      </p:pic>
      <p:pic>
        <p:nvPicPr>
          <p:cNvPr id="176" name="Graphic 175" descr="Cloud Computing">
            <a:extLst>
              <a:ext uri="{FF2B5EF4-FFF2-40B4-BE49-F238E27FC236}">
                <a16:creationId xmlns:a16="http://schemas.microsoft.com/office/drawing/2014/main" id="{36C6DFAA-81BE-469C-81F1-AE7D43A45E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9111" y="3745635"/>
            <a:ext cx="320492" cy="320492"/>
          </a:xfrm>
          <a:prstGeom prst="rect">
            <a:avLst/>
          </a:prstGeom>
        </p:spPr>
      </p:pic>
      <p:pic>
        <p:nvPicPr>
          <p:cNvPr id="177" name="Graphic 176" descr="Internet">
            <a:extLst>
              <a:ext uri="{FF2B5EF4-FFF2-40B4-BE49-F238E27FC236}">
                <a16:creationId xmlns:a16="http://schemas.microsoft.com/office/drawing/2014/main" id="{A6B4E84D-F558-4F1A-888A-6E13868480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22962" y="3702263"/>
            <a:ext cx="352541" cy="352541"/>
          </a:xfrm>
          <a:prstGeom prst="rect">
            <a:avLst/>
          </a:prstGeom>
        </p:spPr>
      </p:pic>
      <p:pic>
        <p:nvPicPr>
          <p:cNvPr id="178" name="Graphic 177" descr="Tools">
            <a:extLst>
              <a:ext uri="{FF2B5EF4-FFF2-40B4-BE49-F238E27FC236}">
                <a16:creationId xmlns:a16="http://schemas.microsoft.com/office/drawing/2014/main" id="{F390F7A9-74D4-44E0-B507-2FDB2F92A8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19863" y="3798090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3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8" grpId="0"/>
      <p:bldP spid="140" grpId="0"/>
      <p:bldP spid="142" grpId="0"/>
      <p:bldP spid="167" grpId="0"/>
      <p:bldP spid="169" grpId="0"/>
      <p:bldP spid="170" grpId="0"/>
      <p:bldP spid="171" grpId="0"/>
      <p:bldP spid="172" grpId="0"/>
      <p:bldP spid="1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5865CDEB-0AE1-408B-874A-99A380676F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FCD49BF-994E-4F55-B389-3289694D63F2}"/>
              </a:ext>
            </a:extLst>
          </p:cNvPr>
          <p:cNvSpPr/>
          <p:nvPr/>
        </p:nvSpPr>
        <p:spPr>
          <a:xfrm>
            <a:off x="1881834" y="4983012"/>
            <a:ext cx="8367928" cy="132036"/>
          </a:xfrm>
          <a:custGeom>
            <a:avLst/>
            <a:gdLst>
              <a:gd name="connsiteX0" fmla="*/ 6226517 w 6286948"/>
              <a:gd name="connsiteY0" fmla="*/ 0 h 132036"/>
              <a:gd name="connsiteX1" fmla="*/ 67440 w 6286948"/>
              <a:gd name="connsiteY1" fmla="*/ 0 h 132036"/>
              <a:gd name="connsiteX2" fmla="*/ 0 w 6286948"/>
              <a:gd name="connsiteY2" fmla="*/ 67440 h 132036"/>
              <a:gd name="connsiteX3" fmla="*/ 0 w 6286948"/>
              <a:gd name="connsiteY3" fmla="*/ 67440 h 132036"/>
              <a:gd name="connsiteX4" fmla="*/ 67440 w 6286948"/>
              <a:gd name="connsiteY4" fmla="*/ 134880 h 132036"/>
              <a:gd name="connsiteX5" fmla="*/ 6226619 w 6286948"/>
              <a:gd name="connsiteY5" fmla="*/ 134880 h 132036"/>
              <a:gd name="connsiteX6" fmla="*/ 6294058 w 6286948"/>
              <a:gd name="connsiteY6" fmla="*/ 67440 h 132036"/>
              <a:gd name="connsiteX7" fmla="*/ 6294058 w 6286948"/>
              <a:gd name="connsiteY7" fmla="*/ 67440 h 132036"/>
              <a:gd name="connsiteX8" fmla="*/ 6226517 w 6286948"/>
              <a:gd name="connsiteY8" fmla="*/ 0 h 13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86948" h="132036">
                <a:moveTo>
                  <a:pt x="6226517" y="0"/>
                </a:moveTo>
                <a:lnTo>
                  <a:pt x="67440" y="0"/>
                </a:lnTo>
                <a:cubicBezTo>
                  <a:pt x="30267" y="0"/>
                  <a:pt x="0" y="30165"/>
                  <a:pt x="0" y="67440"/>
                </a:cubicBezTo>
                <a:lnTo>
                  <a:pt x="0" y="67440"/>
                </a:lnTo>
                <a:cubicBezTo>
                  <a:pt x="0" y="104613"/>
                  <a:pt x="30165" y="134880"/>
                  <a:pt x="67440" y="134880"/>
                </a:cubicBezTo>
                <a:lnTo>
                  <a:pt x="6226619" y="134880"/>
                </a:lnTo>
                <a:cubicBezTo>
                  <a:pt x="6263792" y="134880"/>
                  <a:pt x="6294058" y="104715"/>
                  <a:pt x="6294058" y="67440"/>
                </a:cubicBezTo>
                <a:lnTo>
                  <a:pt x="6294058" y="67440"/>
                </a:lnTo>
                <a:cubicBezTo>
                  <a:pt x="6293956" y="30165"/>
                  <a:pt x="6263792" y="0"/>
                  <a:pt x="6226517" y="0"/>
                </a:cubicBez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 w="1014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235F4D2-023B-43E0-A3B0-85345B267969}"/>
              </a:ext>
            </a:extLst>
          </p:cNvPr>
          <p:cNvSpPr/>
          <p:nvPr/>
        </p:nvSpPr>
        <p:spPr>
          <a:xfrm>
            <a:off x="1907332" y="5296773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F398379-31F3-45EF-9D4B-E6661B9D7F89}"/>
              </a:ext>
            </a:extLst>
          </p:cNvPr>
          <p:cNvSpPr/>
          <p:nvPr/>
        </p:nvSpPr>
        <p:spPr>
          <a:xfrm>
            <a:off x="3606106" y="5296773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9BC83A6-7DF2-458D-84C5-30BC1F4B05D2}"/>
              </a:ext>
            </a:extLst>
          </p:cNvPr>
          <p:cNvSpPr/>
          <p:nvPr/>
        </p:nvSpPr>
        <p:spPr>
          <a:xfrm>
            <a:off x="5298690" y="5296773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2FA53F0-276B-454C-A9E6-325A46A23E95}"/>
              </a:ext>
            </a:extLst>
          </p:cNvPr>
          <p:cNvSpPr/>
          <p:nvPr/>
        </p:nvSpPr>
        <p:spPr>
          <a:xfrm>
            <a:off x="6990641" y="5296773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DA81DF5-07E9-4176-AC87-693234381E47}"/>
              </a:ext>
            </a:extLst>
          </p:cNvPr>
          <p:cNvSpPr/>
          <p:nvPr/>
        </p:nvSpPr>
        <p:spPr>
          <a:xfrm>
            <a:off x="8691106" y="5296773"/>
            <a:ext cx="1497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 Ipsum is simply dummy text of the printing and typesetting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4F01A1-A9CD-46AF-A883-812F5FB28769}"/>
              </a:ext>
            </a:extLst>
          </p:cNvPr>
          <p:cNvGrpSpPr/>
          <p:nvPr/>
        </p:nvGrpSpPr>
        <p:grpSpPr>
          <a:xfrm>
            <a:off x="1917346" y="2037287"/>
            <a:ext cx="1625059" cy="3132404"/>
            <a:chOff x="1917346" y="2037287"/>
            <a:chExt cx="1625059" cy="3132404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99050BE-5660-4361-A13C-766FB1670856}"/>
                </a:ext>
              </a:extLst>
            </p:cNvPr>
            <p:cNvGrpSpPr/>
            <p:nvPr/>
          </p:nvGrpSpPr>
          <p:grpSpPr>
            <a:xfrm>
              <a:off x="1917346" y="2037287"/>
              <a:ext cx="1625059" cy="3132404"/>
              <a:chOff x="1817286" y="2037287"/>
              <a:chExt cx="1625059" cy="3132404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BE26F589-594F-48C5-B283-7E707CA5A0DB}"/>
                  </a:ext>
                </a:extLst>
              </p:cNvPr>
              <p:cNvSpPr/>
              <p:nvPr/>
            </p:nvSpPr>
            <p:spPr>
              <a:xfrm>
                <a:off x="1955416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6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6" y="0"/>
                    </a:lnTo>
                    <a:close/>
                  </a:path>
                </a:pathLst>
              </a:custGeom>
              <a:solidFill>
                <a:srgbClr val="F9FBFC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80DC9AB-1425-4F66-9B6A-6893B73B7635}"/>
                  </a:ext>
                </a:extLst>
              </p:cNvPr>
              <p:cNvSpPr/>
              <p:nvPr/>
            </p:nvSpPr>
            <p:spPr>
              <a:xfrm>
                <a:off x="1955416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6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6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C393E47-91E7-4DA6-A9FE-795D3DF7C256}"/>
                  </a:ext>
                </a:extLst>
              </p:cNvPr>
              <p:cNvSpPr/>
              <p:nvPr/>
            </p:nvSpPr>
            <p:spPr>
              <a:xfrm>
                <a:off x="2115688" y="4033571"/>
                <a:ext cx="914096" cy="1015662"/>
              </a:xfrm>
              <a:custGeom>
                <a:avLst/>
                <a:gdLst>
                  <a:gd name="connsiteX0" fmla="*/ 0 w 914095"/>
                  <a:gd name="connsiteY0" fmla="*/ 0 h 1015662"/>
                  <a:gd name="connsiteX1" fmla="*/ 0 w 914095"/>
                  <a:gd name="connsiteY1" fmla="*/ 277377 h 1015662"/>
                  <a:gd name="connsiteX2" fmla="*/ 221516 w 914095"/>
                  <a:gd name="connsiteY2" fmla="*/ 669728 h 1015662"/>
                  <a:gd name="connsiteX3" fmla="*/ 367263 w 914095"/>
                  <a:gd name="connsiteY3" fmla="*/ 933394 h 1015662"/>
                  <a:gd name="connsiteX4" fmla="*/ 367263 w 914095"/>
                  <a:gd name="connsiteY4" fmla="*/ 1016881 h 1015662"/>
                  <a:gd name="connsiteX5" fmla="*/ 549372 w 914095"/>
                  <a:gd name="connsiteY5" fmla="*/ 1016881 h 1015662"/>
                  <a:gd name="connsiteX6" fmla="*/ 549372 w 914095"/>
                  <a:gd name="connsiteY6" fmla="*/ 933394 h 1015662"/>
                  <a:gd name="connsiteX7" fmla="*/ 695119 w 914095"/>
                  <a:gd name="connsiteY7" fmla="*/ 669728 h 1015662"/>
                  <a:gd name="connsiteX8" fmla="*/ 916635 w 914095"/>
                  <a:gd name="connsiteY8" fmla="*/ 277377 h 1015662"/>
                  <a:gd name="connsiteX9" fmla="*/ 916635 w 914095"/>
                  <a:gd name="connsiteY9" fmla="*/ 0 h 1015662"/>
                  <a:gd name="connsiteX10" fmla="*/ 0 w 914095"/>
                  <a:gd name="connsiteY10" fmla="*/ 0 h 101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4095" h="1015662">
                    <a:moveTo>
                      <a:pt x="0" y="0"/>
                    </a:moveTo>
                    <a:lnTo>
                      <a:pt x="0" y="277377"/>
                    </a:lnTo>
                    <a:cubicBezTo>
                      <a:pt x="0" y="443844"/>
                      <a:pt x="88769" y="589490"/>
                      <a:pt x="221516" y="669728"/>
                    </a:cubicBezTo>
                    <a:cubicBezTo>
                      <a:pt x="313129" y="725183"/>
                      <a:pt x="367263" y="826241"/>
                      <a:pt x="367263" y="933394"/>
                    </a:cubicBezTo>
                    <a:lnTo>
                      <a:pt x="367263" y="1016881"/>
                    </a:lnTo>
                    <a:lnTo>
                      <a:pt x="549372" y="1016881"/>
                    </a:lnTo>
                    <a:lnTo>
                      <a:pt x="549372" y="933394"/>
                    </a:lnTo>
                    <a:cubicBezTo>
                      <a:pt x="549372" y="826343"/>
                      <a:pt x="603506" y="725183"/>
                      <a:pt x="695119" y="669728"/>
                    </a:cubicBezTo>
                    <a:cubicBezTo>
                      <a:pt x="827866" y="589490"/>
                      <a:pt x="916635" y="443743"/>
                      <a:pt x="916635" y="277377"/>
                    </a:cubicBezTo>
                    <a:lnTo>
                      <a:pt x="9166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FBFB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1DF0AAAD-6D7B-4158-B0F1-568E6DB49F42}"/>
                  </a:ext>
                </a:extLst>
              </p:cNvPr>
              <p:cNvSpPr/>
              <p:nvPr/>
            </p:nvSpPr>
            <p:spPr>
              <a:xfrm>
                <a:off x="1869593" y="3570734"/>
                <a:ext cx="406265" cy="446891"/>
              </a:xfrm>
              <a:custGeom>
                <a:avLst/>
                <a:gdLst>
                  <a:gd name="connsiteX0" fmla="*/ 0 w 406264"/>
                  <a:gd name="connsiteY0" fmla="*/ 120356 h 446891"/>
                  <a:gd name="connsiteX1" fmla="*/ 333848 w 406264"/>
                  <a:gd name="connsiteY1" fmla="*/ 454204 h 446891"/>
                  <a:gd name="connsiteX2" fmla="*/ 413781 w 406264"/>
                  <a:gd name="connsiteY2" fmla="*/ 0 h 44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6264" h="446891">
                    <a:moveTo>
                      <a:pt x="0" y="120356"/>
                    </a:moveTo>
                    <a:lnTo>
                      <a:pt x="333848" y="454204"/>
                    </a:lnTo>
                    <a:lnTo>
                      <a:pt x="413781" y="0"/>
                    </a:lnTo>
                    <a:close/>
                  </a:path>
                </a:pathLst>
              </a:custGeom>
              <a:solidFill>
                <a:srgbClr val="469C8E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9E81E590-A3A3-467D-A4C8-082ACFFF54F5}"/>
                  </a:ext>
                </a:extLst>
              </p:cNvPr>
              <p:cNvSpPr/>
              <p:nvPr/>
            </p:nvSpPr>
            <p:spPr>
              <a:xfrm>
                <a:off x="1955416" y="2037287"/>
                <a:ext cx="1228951" cy="2366493"/>
              </a:xfrm>
              <a:custGeom>
                <a:avLst/>
                <a:gdLst>
                  <a:gd name="connsiteX0" fmla="*/ 1237076 w 1228951"/>
                  <a:gd name="connsiteY0" fmla="*/ 2374720 h 2366492"/>
                  <a:gd name="connsiteX1" fmla="*/ 0 w 1228951"/>
                  <a:gd name="connsiteY1" fmla="*/ 2374720 h 2366492"/>
                  <a:gd name="connsiteX2" fmla="*/ 0 w 1228951"/>
                  <a:gd name="connsiteY2" fmla="*/ 618538 h 2366492"/>
                  <a:gd name="connsiteX3" fmla="*/ 618538 w 1228951"/>
                  <a:gd name="connsiteY3" fmla="*/ 0 h 2366492"/>
                  <a:gd name="connsiteX4" fmla="*/ 618538 w 1228951"/>
                  <a:gd name="connsiteY4" fmla="*/ 0 h 2366492"/>
                  <a:gd name="connsiteX5" fmla="*/ 1237076 w 1228951"/>
                  <a:gd name="connsiteY5" fmla="*/ 618538 h 2366492"/>
                  <a:gd name="connsiteX6" fmla="*/ 1237076 w 1228951"/>
                  <a:gd name="connsiteY6" fmla="*/ 2374720 h 236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8951" h="2366492">
                    <a:moveTo>
                      <a:pt x="1237076" y="2374720"/>
                    </a:moveTo>
                    <a:lnTo>
                      <a:pt x="0" y="2374720"/>
                    </a:lnTo>
                    <a:lnTo>
                      <a:pt x="0" y="618538"/>
                    </a:lnTo>
                    <a:cubicBezTo>
                      <a:pt x="0" y="276971"/>
                      <a:pt x="276870" y="0"/>
                      <a:pt x="618538" y="0"/>
                    </a:cubicBezTo>
                    <a:lnTo>
                      <a:pt x="618538" y="0"/>
                    </a:lnTo>
                    <a:cubicBezTo>
                      <a:pt x="960207" y="0"/>
                      <a:pt x="1237076" y="276971"/>
                      <a:pt x="1237076" y="618538"/>
                    </a:cubicBezTo>
                    <a:lnTo>
                      <a:pt x="1237076" y="237472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E7A7592B-F4B1-422D-817F-060FAEDC4446}"/>
                  </a:ext>
                </a:extLst>
              </p:cNvPr>
              <p:cNvSpPr/>
              <p:nvPr/>
            </p:nvSpPr>
            <p:spPr>
              <a:xfrm>
                <a:off x="1955416" y="3282590"/>
                <a:ext cx="1228951" cy="517988"/>
              </a:xfrm>
              <a:custGeom>
                <a:avLst/>
                <a:gdLst>
                  <a:gd name="connsiteX0" fmla="*/ 0 w 1228951"/>
                  <a:gd name="connsiteY0" fmla="*/ 416117 h 517987"/>
                  <a:gd name="connsiteX1" fmla="*/ 1237076 w 1228951"/>
                  <a:gd name="connsiteY1" fmla="*/ 525301 h 517987"/>
                  <a:gd name="connsiteX2" fmla="*/ 1237076 w 1228951"/>
                  <a:gd name="connsiteY2" fmla="*/ 0 h 517987"/>
                  <a:gd name="connsiteX3" fmla="*/ 0 w 1228951"/>
                  <a:gd name="connsiteY3" fmla="*/ 64495 h 5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951" h="517987">
                    <a:moveTo>
                      <a:pt x="0" y="416117"/>
                    </a:moveTo>
                    <a:lnTo>
                      <a:pt x="1237076" y="525301"/>
                    </a:lnTo>
                    <a:lnTo>
                      <a:pt x="1237076" y="0"/>
                    </a:lnTo>
                    <a:lnTo>
                      <a:pt x="0" y="64495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CC2003E-9F42-4712-AFC5-65F9DB962097}"/>
                  </a:ext>
                </a:extLst>
              </p:cNvPr>
              <p:cNvSpPr/>
              <p:nvPr/>
            </p:nvSpPr>
            <p:spPr>
              <a:xfrm>
                <a:off x="2050888" y="2142205"/>
                <a:ext cx="1046132" cy="1046132"/>
              </a:xfrm>
              <a:custGeom>
                <a:avLst/>
                <a:gdLst>
                  <a:gd name="connsiteX0" fmla="*/ 1046132 w 1046131"/>
                  <a:gd name="connsiteY0" fmla="*/ 523066 h 1046132"/>
                  <a:gd name="connsiteX1" fmla="*/ 523066 w 1046131"/>
                  <a:gd name="connsiteY1" fmla="*/ 1046132 h 1046132"/>
                  <a:gd name="connsiteX2" fmla="*/ 0 w 1046131"/>
                  <a:gd name="connsiteY2" fmla="*/ 523066 h 1046132"/>
                  <a:gd name="connsiteX3" fmla="*/ 523066 w 1046131"/>
                  <a:gd name="connsiteY3" fmla="*/ 0 h 1046132"/>
                  <a:gd name="connsiteX4" fmla="*/ 1046132 w 1046131"/>
                  <a:gd name="connsiteY4" fmla="*/ 523066 h 1046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6131" h="1046132">
                    <a:moveTo>
                      <a:pt x="1046132" y="523066"/>
                    </a:moveTo>
                    <a:cubicBezTo>
                      <a:pt x="1046132" y="811947"/>
                      <a:pt x="811947" y="1046132"/>
                      <a:pt x="523066" y="1046132"/>
                    </a:cubicBezTo>
                    <a:cubicBezTo>
                      <a:pt x="234185" y="1046132"/>
                      <a:pt x="0" y="811947"/>
                      <a:pt x="0" y="523066"/>
                    </a:cubicBezTo>
                    <a:cubicBezTo>
                      <a:pt x="0" y="234185"/>
                      <a:pt x="234185" y="0"/>
                      <a:pt x="523066" y="0"/>
                    </a:cubicBezTo>
                    <a:cubicBezTo>
                      <a:pt x="811947" y="0"/>
                      <a:pt x="1046132" y="234185"/>
                      <a:pt x="1046132" y="523066"/>
                    </a:cubicBezTo>
                    <a:close/>
                  </a:path>
                </a:pathLst>
              </a:custGeom>
              <a:solidFill>
                <a:schemeClr val="bg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6BBCEE4A-6B26-42BE-A61B-DBD0F9EAD64E}"/>
                  </a:ext>
                </a:extLst>
              </p:cNvPr>
              <p:cNvSpPr/>
              <p:nvPr/>
            </p:nvSpPr>
            <p:spPr>
              <a:xfrm>
                <a:off x="1817286" y="3188337"/>
                <a:ext cx="1625059" cy="528144"/>
              </a:xfrm>
              <a:custGeom>
                <a:avLst/>
                <a:gdLst>
                  <a:gd name="connsiteX0" fmla="*/ 1411872 w 1625059"/>
                  <a:gd name="connsiteY0" fmla="*/ 533731 h 528144"/>
                  <a:gd name="connsiteX1" fmla="*/ 52307 w 1625059"/>
                  <a:gd name="connsiteY1" fmla="*/ 502753 h 528144"/>
                  <a:gd name="connsiteX2" fmla="*/ 0 w 1625059"/>
                  <a:gd name="connsiteY2" fmla="*/ 167483 h 528144"/>
                  <a:gd name="connsiteX3" fmla="*/ 1421013 w 1625059"/>
                  <a:gd name="connsiteY3" fmla="*/ 0 h 528144"/>
                  <a:gd name="connsiteX4" fmla="*/ 1626786 w 1625059"/>
                  <a:gd name="connsiteY4" fmla="*/ 299316 h 528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59" h="528144">
                    <a:moveTo>
                      <a:pt x="1411872" y="533731"/>
                    </a:moveTo>
                    <a:lnTo>
                      <a:pt x="52307" y="502753"/>
                    </a:lnTo>
                    <a:lnTo>
                      <a:pt x="0" y="167483"/>
                    </a:lnTo>
                    <a:lnTo>
                      <a:pt x="1421013" y="0"/>
                    </a:lnTo>
                    <a:lnTo>
                      <a:pt x="1626786" y="299316"/>
                    </a:lnTo>
                    <a:close/>
                  </a:path>
                </a:pathLst>
              </a:custGeom>
              <a:solidFill>
                <a:srgbClr val="6FBFB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A5010C61-6605-480E-A84B-76A3758282B5}"/>
                  </a:ext>
                </a:extLst>
              </p:cNvPr>
              <p:cNvSpPr/>
              <p:nvPr/>
            </p:nvSpPr>
            <p:spPr>
              <a:xfrm>
                <a:off x="2449536" y="4925932"/>
                <a:ext cx="243759" cy="243759"/>
              </a:xfrm>
              <a:custGeom>
                <a:avLst/>
                <a:gdLst>
                  <a:gd name="connsiteX0" fmla="*/ 248837 w 243758"/>
                  <a:gd name="connsiteY0" fmla="*/ 124419 h 243758"/>
                  <a:gd name="connsiteX1" fmla="*/ 124419 w 243758"/>
                  <a:gd name="connsiteY1" fmla="*/ 248837 h 243758"/>
                  <a:gd name="connsiteX2" fmla="*/ 0 w 243758"/>
                  <a:gd name="connsiteY2" fmla="*/ 124419 h 243758"/>
                  <a:gd name="connsiteX3" fmla="*/ 124419 w 243758"/>
                  <a:gd name="connsiteY3" fmla="*/ 0 h 243758"/>
                  <a:gd name="connsiteX4" fmla="*/ 248837 w 243758"/>
                  <a:gd name="connsiteY4" fmla="*/ 124419 h 24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58" h="243758">
                    <a:moveTo>
                      <a:pt x="248837" y="124419"/>
                    </a:moveTo>
                    <a:cubicBezTo>
                      <a:pt x="248837" y="193133"/>
                      <a:pt x="193133" y="248837"/>
                      <a:pt x="124419" y="248837"/>
                    </a:cubicBezTo>
                    <a:cubicBezTo>
                      <a:pt x="55704" y="248837"/>
                      <a:pt x="0" y="193133"/>
                      <a:pt x="0" y="124419"/>
                    </a:cubicBezTo>
                    <a:cubicBezTo>
                      <a:pt x="0" y="55704"/>
                      <a:pt x="55704" y="0"/>
                      <a:pt x="124419" y="0"/>
                    </a:cubicBezTo>
                    <a:cubicBezTo>
                      <a:pt x="193133" y="0"/>
                      <a:pt x="248837" y="55704"/>
                      <a:pt x="248837" y="12441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7044235F-54E0-4AC0-927E-1A945DD86150}"/>
                  </a:ext>
                </a:extLst>
              </p:cNvPr>
              <p:cNvSpPr/>
              <p:nvPr/>
            </p:nvSpPr>
            <p:spPr>
              <a:xfrm>
                <a:off x="2513624" y="4990020"/>
                <a:ext cx="111723" cy="111723"/>
              </a:xfrm>
              <a:custGeom>
                <a:avLst/>
                <a:gdLst>
                  <a:gd name="connsiteX0" fmla="*/ 120661 w 111722"/>
                  <a:gd name="connsiteY0" fmla="*/ 60330 h 111722"/>
                  <a:gd name="connsiteX1" fmla="*/ 60330 w 111722"/>
                  <a:gd name="connsiteY1" fmla="*/ 120661 h 111722"/>
                  <a:gd name="connsiteX2" fmla="*/ 0 w 111722"/>
                  <a:gd name="connsiteY2" fmla="*/ 60330 h 111722"/>
                  <a:gd name="connsiteX3" fmla="*/ 60330 w 111722"/>
                  <a:gd name="connsiteY3" fmla="*/ 0 h 111722"/>
                  <a:gd name="connsiteX4" fmla="*/ 120661 w 111722"/>
                  <a:gd name="connsiteY4" fmla="*/ 60330 h 11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22" h="111722">
                    <a:moveTo>
                      <a:pt x="120661" y="60330"/>
                    </a:moveTo>
                    <a:cubicBezTo>
                      <a:pt x="120661" y="93644"/>
                      <a:pt x="93644" y="120661"/>
                      <a:pt x="60330" y="120661"/>
                    </a:cubicBezTo>
                    <a:cubicBezTo>
                      <a:pt x="27017" y="120661"/>
                      <a:pt x="0" y="93644"/>
                      <a:pt x="0" y="60330"/>
                    </a:cubicBezTo>
                    <a:cubicBezTo>
                      <a:pt x="0" y="27017"/>
                      <a:pt x="27017" y="0"/>
                      <a:pt x="60330" y="0"/>
                    </a:cubicBezTo>
                    <a:cubicBezTo>
                      <a:pt x="93644" y="0"/>
                      <a:pt x="120661" y="27017"/>
                      <a:pt x="120661" y="60330"/>
                    </a:cubicBezTo>
                    <a:close/>
                  </a:path>
                </a:pathLst>
              </a:custGeom>
              <a:solidFill>
                <a:srgbClr val="6FBFB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832CA55-32A6-457C-865C-15B74A786941}"/>
                </a:ext>
              </a:extLst>
            </p:cNvPr>
            <p:cNvSpPr/>
            <p:nvPr/>
          </p:nvSpPr>
          <p:spPr>
            <a:xfrm>
              <a:off x="2131142" y="3363243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EBEE94B-0DA5-4F25-8A30-708A4F283F79}"/>
                </a:ext>
              </a:extLst>
            </p:cNvPr>
            <p:cNvSpPr/>
            <p:nvPr/>
          </p:nvSpPr>
          <p:spPr>
            <a:xfrm>
              <a:off x="2243787" y="3825587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2">
                      <a:lumMod val="2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pic>
          <p:nvPicPr>
            <p:cNvPr id="207" name="Graphic 206" descr="Circles with arrows">
              <a:extLst>
                <a:ext uri="{FF2B5EF4-FFF2-40B4-BE49-F238E27FC236}">
                  <a16:creationId xmlns:a16="http://schemas.microsoft.com/office/drawing/2014/main" id="{C54866C6-F0DF-4D82-A08B-C49DA7A00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02718" y="2394588"/>
              <a:ext cx="516156" cy="51615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4BA6A9-4CBF-47B9-B1CA-689E80DCF39E}"/>
              </a:ext>
            </a:extLst>
          </p:cNvPr>
          <p:cNvGrpSpPr/>
          <p:nvPr/>
        </p:nvGrpSpPr>
        <p:grpSpPr>
          <a:xfrm>
            <a:off x="6993166" y="2037287"/>
            <a:ext cx="1625059" cy="3132404"/>
            <a:chOff x="6993166" y="2037287"/>
            <a:chExt cx="1625059" cy="3132404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85F9A85-D3A7-4200-8041-155EF090DFEE}"/>
                </a:ext>
              </a:extLst>
            </p:cNvPr>
            <p:cNvGrpSpPr/>
            <p:nvPr/>
          </p:nvGrpSpPr>
          <p:grpSpPr>
            <a:xfrm>
              <a:off x="6993166" y="2037287"/>
              <a:ext cx="1625059" cy="3132404"/>
              <a:chOff x="6865939" y="2037287"/>
              <a:chExt cx="1625059" cy="31324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06DB8C1-C408-4B17-B495-017F811A4E6F}"/>
                  </a:ext>
                </a:extLst>
              </p:cNvPr>
              <p:cNvSpPr/>
              <p:nvPr/>
            </p:nvSpPr>
            <p:spPr>
              <a:xfrm>
                <a:off x="7004069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6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6" y="0"/>
                    </a:lnTo>
                    <a:close/>
                  </a:path>
                </a:pathLst>
              </a:custGeom>
              <a:solidFill>
                <a:srgbClr val="F9FBFC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3CE61C9-4283-407F-99C0-08453391A6BA}"/>
                  </a:ext>
                </a:extLst>
              </p:cNvPr>
              <p:cNvSpPr/>
              <p:nvPr/>
            </p:nvSpPr>
            <p:spPr>
              <a:xfrm>
                <a:off x="7004069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6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6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1377EE55-3374-42A7-8DF6-875A63964DF4}"/>
                  </a:ext>
                </a:extLst>
              </p:cNvPr>
              <p:cNvSpPr/>
              <p:nvPr/>
            </p:nvSpPr>
            <p:spPr>
              <a:xfrm>
                <a:off x="7164341" y="4033571"/>
                <a:ext cx="914096" cy="1015662"/>
              </a:xfrm>
              <a:custGeom>
                <a:avLst/>
                <a:gdLst>
                  <a:gd name="connsiteX0" fmla="*/ 0 w 914095"/>
                  <a:gd name="connsiteY0" fmla="*/ 0 h 1015662"/>
                  <a:gd name="connsiteX1" fmla="*/ 0 w 914095"/>
                  <a:gd name="connsiteY1" fmla="*/ 277377 h 1015662"/>
                  <a:gd name="connsiteX2" fmla="*/ 221516 w 914095"/>
                  <a:gd name="connsiteY2" fmla="*/ 669728 h 1015662"/>
                  <a:gd name="connsiteX3" fmla="*/ 367263 w 914095"/>
                  <a:gd name="connsiteY3" fmla="*/ 933394 h 1015662"/>
                  <a:gd name="connsiteX4" fmla="*/ 367263 w 914095"/>
                  <a:gd name="connsiteY4" fmla="*/ 1016881 h 1015662"/>
                  <a:gd name="connsiteX5" fmla="*/ 549371 w 914095"/>
                  <a:gd name="connsiteY5" fmla="*/ 1016881 h 1015662"/>
                  <a:gd name="connsiteX6" fmla="*/ 549371 w 914095"/>
                  <a:gd name="connsiteY6" fmla="*/ 933394 h 1015662"/>
                  <a:gd name="connsiteX7" fmla="*/ 695119 w 914095"/>
                  <a:gd name="connsiteY7" fmla="*/ 669728 h 1015662"/>
                  <a:gd name="connsiteX8" fmla="*/ 916635 w 914095"/>
                  <a:gd name="connsiteY8" fmla="*/ 277377 h 1015662"/>
                  <a:gd name="connsiteX9" fmla="*/ 916635 w 914095"/>
                  <a:gd name="connsiteY9" fmla="*/ 0 h 1015662"/>
                  <a:gd name="connsiteX10" fmla="*/ 0 w 914095"/>
                  <a:gd name="connsiteY10" fmla="*/ 0 h 101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4095" h="1015662">
                    <a:moveTo>
                      <a:pt x="0" y="0"/>
                    </a:moveTo>
                    <a:lnTo>
                      <a:pt x="0" y="277377"/>
                    </a:lnTo>
                    <a:cubicBezTo>
                      <a:pt x="0" y="443844"/>
                      <a:pt x="88769" y="589490"/>
                      <a:pt x="221516" y="669728"/>
                    </a:cubicBezTo>
                    <a:cubicBezTo>
                      <a:pt x="313128" y="725183"/>
                      <a:pt x="367263" y="826241"/>
                      <a:pt x="367263" y="933394"/>
                    </a:cubicBezTo>
                    <a:lnTo>
                      <a:pt x="367263" y="1016881"/>
                    </a:lnTo>
                    <a:lnTo>
                      <a:pt x="549371" y="1016881"/>
                    </a:lnTo>
                    <a:lnTo>
                      <a:pt x="549371" y="933394"/>
                    </a:lnTo>
                    <a:cubicBezTo>
                      <a:pt x="549371" y="826343"/>
                      <a:pt x="603506" y="725183"/>
                      <a:pt x="695119" y="669728"/>
                    </a:cubicBezTo>
                    <a:cubicBezTo>
                      <a:pt x="827866" y="589490"/>
                      <a:pt x="916635" y="443743"/>
                      <a:pt x="916635" y="277377"/>
                    </a:cubicBezTo>
                    <a:lnTo>
                      <a:pt x="9166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93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463EE4E-6775-4CBA-BC80-A88BA82A7D0B}"/>
                  </a:ext>
                </a:extLst>
              </p:cNvPr>
              <p:cNvSpPr/>
              <p:nvPr/>
            </p:nvSpPr>
            <p:spPr>
              <a:xfrm>
                <a:off x="6918347" y="3570734"/>
                <a:ext cx="406265" cy="446891"/>
              </a:xfrm>
              <a:custGeom>
                <a:avLst/>
                <a:gdLst>
                  <a:gd name="connsiteX0" fmla="*/ 0 w 406264"/>
                  <a:gd name="connsiteY0" fmla="*/ 120356 h 446891"/>
                  <a:gd name="connsiteX1" fmla="*/ 333746 w 406264"/>
                  <a:gd name="connsiteY1" fmla="*/ 454204 h 446891"/>
                  <a:gd name="connsiteX2" fmla="*/ 413679 w 406264"/>
                  <a:gd name="connsiteY2" fmla="*/ 0 h 44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6264" h="446891">
                    <a:moveTo>
                      <a:pt x="0" y="120356"/>
                    </a:moveTo>
                    <a:lnTo>
                      <a:pt x="333746" y="454204"/>
                    </a:lnTo>
                    <a:lnTo>
                      <a:pt x="413679" y="0"/>
                    </a:lnTo>
                    <a:close/>
                  </a:path>
                </a:pathLst>
              </a:custGeom>
              <a:solidFill>
                <a:srgbClr val="D09A00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7DA7DF4-2882-458D-89A3-0B75421B2E20}"/>
                  </a:ext>
                </a:extLst>
              </p:cNvPr>
              <p:cNvSpPr/>
              <p:nvPr/>
            </p:nvSpPr>
            <p:spPr>
              <a:xfrm>
                <a:off x="7004069" y="2037287"/>
                <a:ext cx="1228951" cy="2366493"/>
              </a:xfrm>
              <a:custGeom>
                <a:avLst/>
                <a:gdLst>
                  <a:gd name="connsiteX0" fmla="*/ 1237076 w 1228951"/>
                  <a:gd name="connsiteY0" fmla="*/ 2374720 h 2366492"/>
                  <a:gd name="connsiteX1" fmla="*/ 0 w 1228951"/>
                  <a:gd name="connsiteY1" fmla="*/ 2374720 h 2366492"/>
                  <a:gd name="connsiteX2" fmla="*/ 0 w 1228951"/>
                  <a:gd name="connsiteY2" fmla="*/ 618538 h 2366492"/>
                  <a:gd name="connsiteX3" fmla="*/ 618538 w 1228951"/>
                  <a:gd name="connsiteY3" fmla="*/ 0 h 2366492"/>
                  <a:gd name="connsiteX4" fmla="*/ 618538 w 1228951"/>
                  <a:gd name="connsiteY4" fmla="*/ 0 h 2366492"/>
                  <a:gd name="connsiteX5" fmla="*/ 1237076 w 1228951"/>
                  <a:gd name="connsiteY5" fmla="*/ 618538 h 2366492"/>
                  <a:gd name="connsiteX6" fmla="*/ 1237076 w 1228951"/>
                  <a:gd name="connsiteY6" fmla="*/ 2374720 h 236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8951" h="2366492">
                    <a:moveTo>
                      <a:pt x="1237076" y="2374720"/>
                    </a:moveTo>
                    <a:lnTo>
                      <a:pt x="0" y="2374720"/>
                    </a:lnTo>
                    <a:lnTo>
                      <a:pt x="0" y="618538"/>
                    </a:lnTo>
                    <a:cubicBezTo>
                      <a:pt x="0" y="276870"/>
                      <a:pt x="276971" y="0"/>
                      <a:pt x="618538" y="0"/>
                    </a:cubicBezTo>
                    <a:lnTo>
                      <a:pt x="618538" y="0"/>
                    </a:lnTo>
                    <a:cubicBezTo>
                      <a:pt x="960207" y="0"/>
                      <a:pt x="1237076" y="276971"/>
                      <a:pt x="1237076" y="618538"/>
                    </a:cubicBezTo>
                    <a:lnTo>
                      <a:pt x="1237076" y="237472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26A98E2-4A51-489C-B388-5ADC06585F2A}"/>
                  </a:ext>
                </a:extLst>
              </p:cNvPr>
              <p:cNvSpPr/>
              <p:nvPr/>
            </p:nvSpPr>
            <p:spPr>
              <a:xfrm>
                <a:off x="7004069" y="3282590"/>
                <a:ext cx="1228951" cy="517988"/>
              </a:xfrm>
              <a:custGeom>
                <a:avLst/>
                <a:gdLst>
                  <a:gd name="connsiteX0" fmla="*/ 0 w 1228951"/>
                  <a:gd name="connsiteY0" fmla="*/ 416117 h 517987"/>
                  <a:gd name="connsiteX1" fmla="*/ 1237076 w 1228951"/>
                  <a:gd name="connsiteY1" fmla="*/ 525301 h 517987"/>
                  <a:gd name="connsiteX2" fmla="*/ 1237076 w 1228951"/>
                  <a:gd name="connsiteY2" fmla="*/ 0 h 517987"/>
                  <a:gd name="connsiteX3" fmla="*/ 0 w 1228951"/>
                  <a:gd name="connsiteY3" fmla="*/ 64495 h 5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951" h="517987">
                    <a:moveTo>
                      <a:pt x="0" y="416117"/>
                    </a:moveTo>
                    <a:lnTo>
                      <a:pt x="1237076" y="525301"/>
                    </a:lnTo>
                    <a:lnTo>
                      <a:pt x="1237076" y="0"/>
                    </a:lnTo>
                    <a:lnTo>
                      <a:pt x="0" y="64495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94989BA-5DAB-4FC7-89B2-2D7D2D6EC1F2}"/>
                  </a:ext>
                </a:extLst>
              </p:cNvPr>
              <p:cNvSpPr/>
              <p:nvPr/>
            </p:nvSpPr>
            <p:spPr>
              <a:xfrm>
                <a:off x="7099541" y="2142205"/>
                <a:ext cx="1046132" cy="1046132"/>
              </a:xfrm>
              <a:custGeom>
                <a:avLst/>
                <a:gdLst>
                  <a:gd name="connsiteX0" fmla="*/ 1046132 w 1046131"/>
                  <a:gd name="connsiteY0" fmla="*/ 523066 h 1046132"/>
                  <a:gd name="connsiteX1" fmla="*/ 523066 w 1046131"/>
                  <a:gd name="connsiteY1" fmla="*/ 1046132 h 1046132"/>
                  <a:gd name="connsiteX2" fmla="*/ 0 w 1046131"/>
                  <a:gd name="connsiteY2" fmla="*/ 523066 h 1046132"/>
                  <a:gd name="connsiteX3" fmla="*/ 523066 w 1046131"/>
                  <a:gd name="connsiteY3" fmla="*/ 0 h 1046132"/>
                  <a:gd name="connsiteX4" fmla="*/ 1046132 w 1046131"/>
                  <a:gd name="connsiteY4" fmla="*/ 523066 h 1046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6131" h="1046132">
                    <a:moveTo>
                      <a:pt x="1046132" y="523066"/>
                    </a:moveTo>
                    <a:cubicBezTo>
                      <a:pt x="1046132" y="811947"/>
                      <a:pt x="811948" y="1046132"/>
                      <a:pt x="523066" y="1046132"/>
                    </a:cubicBezTo>
                    <a:cubicBezTo>
                      <a:pt x="234185" y="1046132"/>
                      <a:pt x="0" y="811947"/>
                      <a:pt x="0" y="523066"/>
                    </a:cubicBezTo>
                    <a:cubicBezTo>
                      <a:pt x="0" y="234185"/>
                      <a:pt x="234185" y="0"/>
                      <a:pt x="523066" y="0"/>
                    </a:cubicBezTo>
                    <a:cubicBezTo>
                      <a:pt x="811948" y="0"/>
                      <a:pt x="1046132" y="234185"/>
                      <a:pt x="1046132" y="523066"/>
                    </a:cubicBezTo>
                    <a:close/>
                  </a:path>
                </a:pathLst>
              </a:custGeom>
              <a:solidFill>
                <a:schemeClr val="bg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59E636E-3AFD-4AAD-B8AE-39AC765CB9F0}"/>
                  </a:ext>
                </a:extLst>
              </p:cNvPr>
              <p:cNvSpPr/>
              <p:nvPr/>
            </p:nvSpPr>
            <p:spPr>
              <a:xfrm>
                <a:off x="6865939" y="3188337"/>
                <a:ext cx="1625059" cy="528144"/>
              </a:xfrm>
              <a:custGeom>
                <a:avLst/>
                <a:gdLst>
                  <a:gd name="connsiteX0" fmla="*/ 1411872 w 1625059"/>
                  <a:gd name="connsiteY0" fmla="*/ 533731 h 528144"/>
                  <a:gd name="connsiteX1" fmla="*/ 52408 w 1625059"/>
                  <a:gd name="connsiteY1" fmla="*/ 502753 h 528144"/>
                  <a:gd name="connsiteX2" fmla="*/ 0 w 1625059"/>
                  <a:gd name="connsiteY2" fmla="*/ 167483 h 528144"/>
                  <a:gd name="connsiteX3" fmla="*/ 1421013 w 1625059"/>
                  <a:gd name="connsiteY3" fmla="*/ 0 h 528144"/>
                  <a:gd name="connsiteX4" fmla="*/ 1626786 w 1625059"/>
                  <a:gd name="connsiteY4" fmla="*/ 299316 h 528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59" h="528144">
                    <a:moveTo>
                      <a:pt x="1411872" y="533731"/>
                    </a:moveTo>
                    <a:lnTo>
                      <a:pt x="52408" y="502753"/>
                    </a:lnTo>
                    <a:lnTo>
                      <a:pt x="0" y="167483"/>
                    </a:lnTo>
                    <a:lnTo>
                      <a:pt x="1421013" y="0"/>
                    </a:lnTo>
                    <a:lnTo>
                      <a:pt x="1626786" y="299316"/>
                    </a:lnTo>
                    <a:close/>
                  </a:path>
                </a:pathLst>
              </a:custGeom>
              <a:solidFill>
                <a:srgbClr val="FFC93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BAFB8DB-74F1-4EBE-96BE-1AEB1ED84F23}"/>
                  </a:ext>
                </a:extLst>
              </p:cNvPr>
              <p:cNvSpPr/>
              <p:nvPr/>
            </p:nvSpPr>
            <p:spPr>
              <a:xfrm>
                <a:off x="7498189" y="4925932"/>
                <a:ext cx="243759" cy="243759"/>
              </a:xfrm>
              <a:custGeom>
                <a:avLst/>
                <a:gdLst>
                  <a:gd name="connsiteX0" fmla="*/ 248837 w 243758"/>
                  <a:gd name="connsiteY0" fmla="*/ 124419 h 243758"/>
                  <a:gd name="connsiteX1" fmla="*/ 124419 w 243758"/>
                  <a:gd name="connsiteY1" fmla="*/ 248837 h 243758"/>
                  <a:gd name="connsiteX2" fmla="*/ 0 w 243758"/>
                  <a:gd name="connsiteY2" fmla="*/ 124419 h 243758"/>
                  <a:gd name="connsiteX3" fmla="*/ 124419 w 243758"/>
                  <a:gd name="connsiteY3" fmla="*/ 0 h 243758"/>
                  <a:gd name="connsiteX4" fmla="*/ 248837 w 243758"/>
                  <a:gd name="connsiteY4" fmla="*/ 124419 h 24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58" h="243758">
                    <a:moveTo>
                      <a:pt x="248837" y="124419"/>
                    </a:moveTo>
                    <a:cubicBezTo>
                      <a:pt x="248837" y="193133"/>
                      <a:pt x="193133" y="248837"/>
                      <a:pt x="124419" y="248837"/>
                    </a:cubicBezTo>
                    <a:cubicBezTo>
                      <a:pt x="55704" y="248837"/>
                      <a:pt x="0" y="193133"/>
                      <a:pt x="0" y="124419"/>
                    </a:cubicBezTo>
                    <a:cubicBezTo>
                      <a:pt x="0" y="55704"/>
                      <a:pt x="55704" y="0"/>
                      <a:pt x="124419" y="0"/>
                    </a:cubicBezTo>
                    <a:cubicBezTo>
                      <a:pt x="193133" y="0"/>
                      <a:pt x="248837" y="55704"/>
                      <a:pt x="248837" y="12441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33AB949-E0A0-45C6-9E46-326395358052}"/>
                  </a:ext>
                </a:extLst>
              </p:cNvPr>
              <p:cNvSpPr/>
              <p:nvPr/>
            </p:nvSpPr>
            <p:spPr>
              <a:xfrm>
                <a:off x="7562277" y="4990020"/>
                <a:ext cx="111723" cy="111723"/>
              </a:xfrm>
              <a:custGeom>
                <a:avLst/>
                <a:gdLst>
                  <a:gd name="connsiteX0" fmla="*/ 120661 w 111722"/>
                  <a:gd name="connsiteY0" fmla="*/ 60330 h 111722"/>
                  <a:gd name="connsiteX1" fmla="*/ 60330 w 111722"/>
                  <a:gd name="connsiteY1" fmla="*/ 120661 h 111722"/>
                  <a:gd name="connsiteX2" fmla="*/ 0 w 111722"/>
                  <a:gd name="connsiteY2" fmla="*/ 60330 h 111722"/>
                  <a:gd name="connsiteX3" fmla="*/ 60330 w 111722"/>
                  <a:gd name="connsiteY3" fmla="*/ 0 h 111722"/>
                  <a:gd name="connsiteX4" fmla="*/ 120661 w 111722"/>
                  <a:gd name="connsiteY4" fmla="*/ 60330 h 11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22" h="111722">
                    <a:moveTo>
                      <a:pt x="120661" y="60330"/>
                    </a:moveTo>
                    <a:cubicBezTo>
                      <a:pt x="120661" y="93644"/>
                      <a:pt x="93644" y="120661"/>
                      <a:pt x="60330" y="120661"/>
                    </a:cubicBezTo>
                    <a:cubicBezTo>
                      <a:pt x="27016" y="120661"/>
                      <a:pt x="0" y="93644"/>
                      <a:pt x="0" y="60330"/>
                    </a:cubicBezTo>
                    <a:cubicBezTo>
                      <a:pt x="0" y="27017"/>
                      <a:pt x="27016" y="0"/>
                      <a:pt x="60330" y="0"/>
                    </a:cubicBezTo>
                    <a:cubicBezTo>
                      <a:pt x="93644" y="0"/>
                      <a:pt x="120661" y="27017"/>
                      <a:pt x="120661" y="60330"/>
                    </a:cubicBezTo>
                    <a:close/>
                  </a:path>
                </a:pathLst>
              </a:custGeom>
              <a:solidFill>
                <a:srgbClr val="FFC93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A5D425D-A9D8-477D-938E-99672B160F88}"/>
                </a:ext>
              </a:extLst>
            </p:cNvPr>
            <p:cNvSpPr/>
            <p:nvPr/>
          </p:nvSpPr>
          <p:spPr>
            <a:xfrm>
              <a:off x="7214451" y="3363243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2BB58127-DE4F-45EB-9DC8-E1A852BE69C6}"/>
                </a:ext>
              </a:extLst>
            </p:cNvPr>
            <p:cNvSpPr/>
            <p:nvPr/>
          </p:nvSpPr>
          <p:spPr>
            <a:xfrm>
              <a:off x="7320013" y="3825587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2">
                      <a:lumMod val="2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</a:t>
              </a:r>
            </a:p>
          </p:txBody>
        </p:sp>
        <p:pic>
          <p:nvPicPr>
            <p:cNvPr id="208" name="Graphic 207" descr="Lock">
              <a:extLst>
                <a:ext uri="{FF2B5EF4-FFF2-40B4-BE49-F238E27FC236}">
                  <a16:creationId xmlns:a16="http://schemas.microsoft.com/office/drawing/2014/main" id="{0EB06977-078B-4D28-AD89-EE7FA9C2F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04711" y="2387856"/>
              <a:ext cx="469233" cy="469233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B5A003-B0F7-4944-9260-F70DAF46D5EF}"/>
              </a:ext>
            </a:extLst>
          </p:cNvPr>
          <p:cNvGrpSpPr/>
          <p:nvPr/>
        </p:nvGrpSpPr>
        <p:grpSpPr>
          <a:xfrm>
            <a:off x="3609286" y="2037287"/>
            <a:ext cx="1625059" cy="3132404"/>
            <a:chOff x="3609286" y="2037287"/>
            <a:chExt cx="1625059" cy="3132404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9F606CC-3F07-46E9-9F11-9E0F56D5046D}"/>
                </a:ext>
              </a:extLst>
            </p:cNvPr>
            <p:cNvGrpSpPr/>
            <p:nvPr/>
          </p:nvGrpSpPr>
          <p:grpSpPr>
            <a:xfrm>
              <a:off x="3609286" y="2037287"/>
              <a:ext cx="1625059" cy="3132404"/>
              <a:chOff x="3500137" y="2037287"/>
              <a:chExt cx="1625059" cy="3132404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E26E593-4E6B-41F7-A7F2-3E53B7DE2932}"/>
                  </a:ext>
                </a:extLst>
              </p:cNvPr>
              <p:cNvSpPr/>
              <p:nvPr/>
            </p:nvSpPr>
            <p:spPr>
              <a:xfrm>
                <a:off x="3638267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7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7" y="0"/>
                    </a:lnTo>
                    <a:close/>
                  </a:path>
                </a:pathLst>
              </a:custGeom>
              <a:solidFill>
                <a:srgbClr val="F9FBFC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C75E167-1F25-49C8-A4F0-3674B04A93BC}"/>
                  </a:ext>
                </a:extLst>
              </p:cNvPr>
              <p:cNvSpPr/>
              <p:nvPr/>
            </p:nvSpPr>
            <p:spPr>
              <a:xfrm>
                <a:off x="3638267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7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7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97FAA05-3AAF-4942-88B5-80AE6D119762}"/>
                  </a:ext>
                </a:extLst>
              </p:cNvPr>
              <p:cNvSpPr/>
              <p:nvPr/>
            </p:nvSpPr>
            <p:spPr>
              <a:xfrm>
                <a:off x="3798538" y="4033571"/>
                <a:ext cx="914096" cy="1015662"/>
              </a:xfrm>
              <a:custGeom>
                <a:avLst/>
                <a:gdLst>
                  <a:gd name="connsiteX0" fmla="*/ 0 w 914095"/>
                  <a:gd name="connsiteY0" fmla="*/ 0 h 1015662"/>
                  <a:gd name="connsiteX1" fmla="*/ 0 w 914095"/>
                  <a:gd name="connsiteY1" fmla="*/ 277377 h 1015662"/>
                  <a:gd name="connsiteX2" fmla="*/ 221516 w 914095"/>
                  <a:gd name="connsiteY2" fmla="*/ 669728 h 1015662"/>
                  <a:gd name="connsiteX3" fmla="*/ 367263 w 914095"/>
                  <a:gd name="connsiteY3" fmla="*/ 933394 h 1015662"/>
                  <a:gd name="connsiteX4" fmla="*/ 367263 w 914095"/>
                  <a:gd name="connsiteY4" fmla="*/ 1016881 h 1015662"/>
                  <a:gd name="connsiteX5" fmla="*/ 549372 w 914095"/>
                  <a:gd name="connsiteY5" fmla="*/ 1016881 h 1015662"/>
                  <a:gd name="connsiteX6" fmla="*/ 549372 w 914095"/>
                  <a:gd name="connsiteY6" fmla="*/ 933394 h 1015662"/>
                  <a:gd name="connsiteX7" fmla="*/ 695119 w 914095"/>
                  <a:gd name="connsiteY7" fmla="*/ 669728 h 1015662"/>
                  <a:gd name="connsiteX8" fmla="*/ 916635 w 914095"/>
                  <a:gd name="connsiteY8" fmla="*/ 277377 h 1015662"/>
                  <a:gd name="connsiteX9" fmla="*/ 916635 w 914095"/>
                  <a:gd name="connsiteY9" fmla="*/ 0 h 1015662"/>
                  <a:gd name="connsiteX10" fmla="*/ 0 w 914095"/>
                  <a:gd name="connsiteY10" fmla="*/ 0 h 101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4095" h="1015662">
                    <a:moveTo>
                      <a:pt x="0" y="0"/>
                    </a:moveTo>
                    <a:lnTo>
                      <a:pt x="0" y="277377"/>
                    </a:lnTo>
                    <a:cubicBezTo>
                      <a:pt x="0" y="443844"/>
                      <a:pt x="88769" y="589490"/>
                      <a:pt x="221516" y="669728"/>
                    </a:cubicBezTo>
                    <a:cubicBezTo>
                      <a:pt x="313129" y="725183"/>
                      <a:pt x="367263" y="826241"/>
                      <a:pt x="367263" y="933394"/>
                    </a:cubicBezTo>
                    <a:lnTo>
                      <a:pt x="367263" y="1016881"/>
                    </a:lnTo>
                    <a:lnTo>
                      <a:pt x="549372" y="1016881"/>
                    </a:lnTo>
                    <a:lnTo>
                      <a:pt x="549372" y="933394"/>
                    </a:lnTo>
                    <a:cubicBezTo>
                      <a:pt x="549372" y="826343"/>
                      <a:pt x="603506" y="725183"/>
                      <a:pt x="695119" y="669728"/>
                    </a:cubicBezTo>
                    <a:cubicBezTo>
                      <a:pt x="827866" y="589490"/>
                      <a:pt x="916635" y="443743"/>
                      <a:pt x="916635" y="277377"/>
                    </a:cubicBezTo>
                    <a:lnTo>
                      <a:pt x="9166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AAE3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5F1AC0B-8D78-4A36-A736-F5FF65BAA2B6}"/>
                  </a:ext>
                </a:extLst>
              </p:cNvPr>
              <p:cNvSpPr/>
              <p:nvPr/>
            </p:nvSpPr>
            <p:spPr>
              <a:xfrm>
                <a:off x="3552545" y="3570734"/>
                <a:ext cx="406265" cy="446891"/>
              </a:xfrm>
              <a:custGeom>
                <a:avLst/>
                <a:gdLst>
                  <a:gd name="connsiteX0" fmla="*/ 0 w 406264"/>
                  <a:gd name="connsiteY0" fmla="*/ 120356 h 446891"/>
                  <a:gd name="connsiteX1" fmla="*/ 333747 w 406264"/>
                  <a:gd name="connsiteY1" fmla="*/ 454204 h 446891"/>
                  <a:gd name="connsiteX2" fmla="*/ 413679 w 406264"/>
                  <a:gd name="connsiteY2" fmla="*/ 0 h 44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6264" h="446891">
                    <a:moveTo>
                      <a:pt x="0" y="120356"/>
                    </a:moveTo>
                    <a:lnTo>
                      <a:pt x="333747" y="454204"/>
                    </a:lnTo>
                    <a:lnTo>
                      <a:pt x="413679" y="0"/>
                    </a:lnTo>
                    <a:close/>
                  </a:path>
                </a:pathLst>
              </a:custGeom>
              <a:solidFill>
                <a:srgbClr val="1D89C5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11296EC5-8002-4E54-9DA5-EE27C3D0C530}"/>
                  </a:ext>
                </a:extLst>
              </p:cNvPr>
              <p:cNvSpPr/>
              <p:nvPr/>
            </p:nvSpPr>
            <p:spPr>
              <a:xfrm>
                <a:off x="3638267" y="2037287"/>
                <a:ext cx="1228951" cy="2366493"/>
              </a:xfrm>
              <a:custGeom>
                <a:avLst/>
                <a:gdLst>
                  <a:gd name="connsiteX0" fmla="*/ 1237077 w 1228951"/>
                  <a:gd name="connsiteY0" fmla="*/ 2374720 h 2366492"/>
                  <a:gd name="connsiteX1" fmla="*/ 0 w 1228951"/>
                  <a:gd name="connsiteY1" fmla="*/ 2374720 h 2366492"/>
                  <a:gd name="connsiteX2" fmla="*/ 0 w 1228951"/>
                  <a:gd name="connsiteY2" fmla="*/ 618538 h 2366492"/>
                  <a:gd name="connsiteX3" fmla="*/ 618538 w 1228951"/>
                  <a:gd name="connsiteY3" fmla="*/ 0 h 2366492"/>
                  <a:gd name="connsiteX4" fmla="*/ 618538 w 1228951"/>
                  <a:gd name="connsiteY4" fmla="*/ 0 h 2366492"/>
                  <a:gd name="connsiteX5" fmla="*/ 1237077 w 1228951"/>
                  <a:gd name="connsiteY5" fmla="*/ 618538 h 2366492"/>
                  <a:gd name="connsiteX6" fmla="*/ 1237077 w 1228951"/>
                  <a:gd name="connsiteY6" fmla="*/ 2374720 h 236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8951" h="2366492">
                    <a:moveTo>
                      <a:pt x="1237077" y="2374720"/>
                    </a:moveTo>
                    <a:lnTo>
                      <a:pt x="0" y="2374720"/>
                    </a:lnTo>
                    <a:lnTo>
                      <a:pt x="0" y="618538"/>
                    </a:lnTo>
                    <a:cubicBezTo>
                      <a:pt x="0" y="276870"/>
                      <a:pt x="276971" y="0"/>
                      <a:pt x="618538" y="0"/>
                    </a:cubicBezTo>
                    <a:lnTo>
                      <a:pt x="618538" y="0"/>
                    </a:lnTo>
                    <a:cubicBezTo>
                      <a:pt x="960207" y="0"/>
                      <a:pt x="1237077" y="276971"/>
                      <a:pt x="1237077" y="618538"/>
                    </a:cubicBezTo>
                    <a:lnTo>
                      <a:pt x="1237077" y="237472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DAD91CA-CCF5-4605-B0DC-B8C779C45EC3}"/>
                  </a:ext>
                </a:extLst>
              </p:cNvPr>
              <p:cNvSpPr/>
              <p:nvPr/>
            </p:nvSpPr>
            <p:spPr>
              <a:xfrm>
                <a:off x="3638267" y="3282590"/>
                <a:ext cx="1228951" cy="517988"/>
              </a:xfrm>
              <a:custGeom>
                <a:avLst/>
                <a:gdLst>
                  <a:gd name="connsiteX0" fmla="*/ 0 w 1228951"/>
                  <a:gd name="connsiteY0" fmla="*/ 416117 h 517987"/>
                  <a:gd name="connsiteX1" fmla="*/ 1237077 w 1228951"/>
                  <a:gd name="connsiteY1" fmla="*/ 525301 h 517987"/>
                  <a:gd name="connsiteX2" fmla="*/ 1237077 w 1228951"/>
                  <a:gd name="connsiteY2" fmla="*/ 0 h 517987"/>
                  <a:gd name="connsiteX3" fmla="*/ 0 w 1228951"/>
                  <a:gd name="connsiteY3" fmla="*/ 64495 h 5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951" h="517987">
                    <a:moveTo>
                      <a:pt x="0" y="416117"/>
                    </a:moveTo>
                    <a:lnTo>
                      <a:pt x="1237077" y="525301"/>
                    </a:lnTo>
                    <a:lnTo>
                      <a:pt x="1237077" y="0"/>
                    </a:lnTo>
                    <a:lnTo>
                      <a:pt x="0" y="64495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D93FE82-B021-4210-A250-75E77D04B3E2}"/>
                  </a:ext>
                </a:extLst>
              </p:cNvPr>
              <p:cNvSpPr/>
              <p:nvPr/>
            </p:nvSpPr>
            <p:spPr>
              <a:xfrm>
                <a:off x="3733739" y="2142205"/>
                <a:ext cx="1046132" cy="1046132"/>
              </a:xfrm>
              <a:custGeom>
                <a:avLst/>
                <a:gdLst>
                  <a:gd name="connsiteX0" fmla="*/ 1046132 w 1046131"/>
                  <a:gd name="connsiteY0" fmla="*/ 523066 h 1046132"/>
                  <a:gd name="connsiteX1" fmla="*/ 523066 w 1046131"/>
                  <a:gd name="connsiteY1" fmla="*/ 1046132 h 1046132"/>
                  <a:gd name="connsiteX2" fmla="*/ 0 w 1046131"/>
                  <a:gd name="connsiteY2" fmla="*/ 523066 h 1046132"/>
                  <a:gd name="connsiteX3" fmla="*/ 523066 w 1046131"/>
                  <a:gd name="connsiteY3" fmla="*/ 0 h 1046132"/>
                  <a:gd name="connsiteX4" fmla="*/ 1046132 w 1046131"/>
                  <a:gd name="connsiteY4" fmla="*/ 523066 h 1046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6131" h="1046132">
                    <a:moveTo>
                      <a:pt x="1046132" y="523066"/>
                    </a:moveTo>
                    <a:cubicBezTo>
                      <a:pt x="1046132" y="811947"/>
                      <a:pt x="811947" y="1046132"/>
                      <a:pt x="523066" y="1046132"/>
                    </a:cubicBezTo>
                    <a:cubicBezTo>
                      <a:pt x="234185" y="1046132"/>
                      <a:pt x="0" y="811947"/>
                      <a:pt x="0" y="523066"/>
                    </a:cubicBezTo>
                    <a:cubicBezTo>
                      <a:pt x="0" y="234185"/>
                      <a:pt x="234185" y="0"/>
                      <a:pt x="523066" y="0"/>
                    </a:cubicBezTo>
                    <a:cubicBezTo>
                      <a:pt x="811947" y="0"/>
                      <a:pt x="1046132" y="234185"/>
                      <a:pt x="1046132" y="523066"/>
                    </a:cubicBezTo>
                    <a:close/>
                  </a:path>
                </a:pathLst>
              </a:custGeom>
              <a:solidFill>
                <a:schemeClr val="bg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816AD9D5-F990-498D-8119-A0135F49A43F}"/>
                  </a:ext>
                </a:extLst>
              </p:cNvPr>
              <p:cNvSpPr/>
              <p:nvPr/>
            </p:nvSpPr>
            <p:spPr>
              <a:xfrm>
                <a:off x="3500137" y="3188337"/>
                <a:ext cx="1625059" cy="528144"/>
              </a:xfrm>
              <a:custGeom>
                <a:avLst/>
                <a:gdLst>
                  <a:gd name="connsiteX0" fmla="*/ 1411973 w 1625059"/>
                  <a:gd name="connsiteY0" fmla="*/ 533731 h 528144"/>
                  <a:gd name="connsiteX1" fmla="*/ 52408 w 1625059"/>
                  <a:gd name="connsiteY1" fmla="*/ 502753 h 528144"/>
                  <a:gd name="connsiteX2" fmla="*/ 0 w 1625059"/>
                  <a:gd name="connsiteY2" fmla="*/ 167483 h 528144"/>
                  <a:gd name="connsiteX3" fmla="*/ 1421013 w 1625059"/>
                  <a:gd name="connsiteY3" fmla="*/ 0 h 528144"/>
                  <a:gd name="connsiteX4" fmla="*/ 1626786 w 1625059"/>
                  <a:gd name="connsiteY4" fmla="*/ 299316 h 528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59" h="528144">
                    <a:moveTo>
                      <a:pt x="1411973" y="533731"/>
                    </a:moveTo>
                    <a:lnTo>
                      <a:pt x="52408" y="502753"/>
                    </a:lnTo>
                    <a:lnTo>
                      <a:pt x="0" y="167483"/>
                    </a:lnTo>
                    <a:lnTo>
                      <a:pt x="1421013" y="0"/>
                    </a:lnTo>
                    <a:lnTo>
                      <a:pt x="1626786" y="299316"/>
                    </a:lnTo>
                    <a:close/>
                  </a:path>
                </a:pathLst>
              </a:custGeom>
              <a:solidFill>
                <a:srgbClr val="42AAE3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F0E53F9-46D0-4344-9BC4-B888B2A367BE}"/>
                  </a:ext>
                </a:extLst>
              </p:cNvPr>
              <p:cNvSpPr/>
              <p:nvPr/>
            </p:nvSpPr>
            <p:spPr>
              <a:xfrm>
                <a:off x="4132386" y="4925932"/>
                <a:ext cx="243759" cy="243759"/>
              </a:xfrm>
              <a:custGeom>
                <a:avLst/>
                <a:gdLst>
                  <a:gd name="connsiteX0" fmla="*/ 248837 w 243758"/>
                  <a:gd name="connsiteY0" fmla="*/ 124419 h 243758"/>
                  <a:gd name="connsiteX1" fmla="*/ 124419 w 243758"/>
                  <a:gd name="connsiteY1" fmla="*/ 248837 h 243758"/>
                  <a:gd name="connsiteX2" fmla="*/ 0 w 243758"/>
                  <a:gd name="connsiteY2" fmla="*/ 124419 h 243758"/>
                  <a:gd name="connsiteX3" fmla="*/ 124419 w 243758"/>
                  <a:gd name="connsiteY3" fmla="*/ 0 h 243758"/>
                  <a:gd name="connsiteX4" fmla="*/ 248837 w 243758"/>
                  <a:gd name="connsiteY4" fmla="*/ 124419 h 24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58" h="243758">
                    <a:moveTo>
                      <a:pt x="248837" y="124419"/>
                    </a:moveTo>
                    <a:cubicBezTo>
                      <a:pt x="248837" y="193133"/>
                      <a:pt x="193133" y="248837"/>
                      <a:pt x="124419" y="248837"/>
                    </a:cubicBezTo>
                    <a:cubicBezTo>
                      <a:pt x="55704" y="248837"/>
                      <a:pt x="0" y="193133"/>
                      <a:pt x="0" y="124419"/>
                    </a:cubicBezTo>
                    <a:cubicBezTo>
                      <a:pt x="0" y="55704"/>
                      <a:pt x="55704" y="0"/>
                      <a:pt x="124419" y="0"/>
                    </a:cubicBezTo>
                    <a:cubicBezTo>
                      <a:pt x="193133" y="0"/>
                      <a:pt x="248837" y="55704"/>
                      <a:pt x="248837" y="12441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81788BD-F95A-4047-AA78-4E4978F712A6}"/>
                  </a:ext>
                </a:extLst>
              </p:cNvPr>
              <p:cNvSpPr/>
              <p:nvPr/>
            </p:nvSpPr>
            <p:spPr>
              <a:xfrm>
                <a:off x="4196474" y="4990020"/>
                <a:ext cx="111723" cy="111723"/>
              </a:xfrm>
              <a:custGeom>
                <a:avLst/>
                <a:gdLst>
                  <a:gd name="connsiteX0" fmla="*/ 120661 w 111722"/>
                  <a:gd name="connsiteY0" fmla="*/ 60330 h 111722"/>
                  <a:gd name="connsiteX1" fmla="*/ 60330 w 111722"/>
                  <a:gd name="connsiteY1" fmla="*/ 120661 h 111722"/>
                  <a:gd name="connsiteX2" fmla="*/ 0 w 111722"/>
                  <a:gd name="connsiteY2" fmla="*/ 60330 h 111722"/>
                  <a:gd name="connsiteX3" fmla="*/ 60330 w 111722"/>
                  <a:gd name="connsiteY3" fmla="*/ 0 h 111722"/>
                  <a:gd name="connsiteX4" fmla="*/ 120661 w 111722"/>
                  <a:gd name="connsiteY4" fmla="*/ 60330 h 11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22" h="111722">
                    <a:moveTo>
                      <a:pt x="120661" y="60330"/>
                    </a:moveTo>
                    <a:cubicBezTo>
                      <a:pt x="120661" y="93644"/>
                      <a:pt x="93644" y="120661"/>
                      <a:pt x="60330" y="120661"/>
                    </a:cubicBezTo>
                    <a:cubicBezTo>
                      <a:pt x="27017" y="120661"/>
                      <a:pt x="0" y="93644"/>
                      <a:pt x="0" y="60330"/>
                    </a:cubicBezTo>
                    <a:cubicBezTo>
                      <a:pt x="0" y="27017"/>
                      <a:pt x="27017" y="0"/>
                      <a:pt x="60330" y="0"/>
                    </a:cubicBezTo>
                    <a:cubicBezTo>
                      <a:pt x="93644" y="0"/>
                      <a:pt x="120661" y="27017"/>
                      <a:pt x="120661" y="60330"/>
                    </a:cubicBezTo>
                    <a:close/>
                  </a:path>
                </a:pathLst>
              </a:custGeom>
              <a:solidFill>
                <a:srgbClr val="42AAE3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939CD27-0013-4674-9488-DFD8F1F935FB}"/>
                </a:ext>
              </a:extLst>
            </p:cNvPr>
            <p:cNvSpPr/>
            <p:nvPr/>
          </p:nvSpPr>
          <p:spPr>
            <a:xfrm>
              <a:off x="3829916" y="3363243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E6B324D-1CA9-48BF-A33E-7F22FB3FE992}"/>
                </a:ext>
              </a:extLst>
            </p:cNvPr>
            <p:cNvSpPr/>
            <p:nvPr/>
          </p:nvSpPr>
          <p:spPr>
            <a:xfrm>
              <a:off x="3930589" y="3825587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2">
                      <a:lumMod val="2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2021</a:t>
              </a:r>
            </a:p>
          </p:txBody>
        </p:sp>
        <p:pic>
          <p:nvPicPr>
            <p:cNvPr id="209" name="Graphic 208" descr="Cloud Computing">
              <a:extLst>
                <a:ext uri="{FF2B5EF4-FFF2-40B4-BE49-F238E27FC236}">
                  <a16:creationId xmlns:a16="http://schemas.microsoft.com/office/drawing/2014/main" id="{74E44FDC-6F74-48B9-BAFA-3AB54A97F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48196" y="2457612"/>
              <a:ext cx="426575" cy="42657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03258C-6A15-48EB-859D-5B855DA59757}"/>
              </a:ext>
            </a:extLst>
          </p:cNvPr>
          <p:cNvGrpSpPr/>
          <p:nvPr/>
        </p:nvGrpSpPr>
        <p:grpSpPr>
          <a:xfrm>
            <a:off x="5301226" y="2037287"/>
            <a:ext cx="1625059" cy="3132404"/>
            <a:chOff x="5301226" y="2037287"/>
            <a:chExt cx="1625059" cy="313240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08F5AF9-F71C-4563-95EB-6033E47FC39B}"/>
                </a:ext>
              </a:extLst>
            </p:cNvPr>
            <p:cNvGrpSpPr/>
            <p:nvPr/>
          </p:nvGrpSpPr>
          <p:grpSpPr>
            <a:xfrm>
              <a:off x="5301226" y="2037287"/>
              <a:ext cx="1625059" cy="3132404"/>
              <a:chOff x="5183089" y="2037287"/>
              <a:chExt cx="1625059" cy="3132404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E00500A-657A-458A-A1B7-B14FF3B9B508}"/>
                  </a:ext>
                </a:extLst>
              </p:cNvPr>
              <p:cNvSpPr/>
              <p:nvPr/>
            </p:nvSpPr>
            <p:spPr>
              <a:xfrm>
                <a:off x="5321117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640 w 1228951"/>
                  <a:gd name="connsiteY1" fmla="*/ 357209 h 355481"/>
                  <a:gd name="connsiteX2" fmla="*/ 1237178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640" y="357209"/>
                    </a:lnTo>
                    <a:lnTo>
                      <a:pt x="1237178" y="0"/>
                    </a:lnTo>
                    <a:close/>
                  </a:path>
                </a:pathLst>
              </a:custGeom>
              <a:solidFill>
                <a:srgbClr val="F9FBFC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ED84C5C-A83F-4C07-8347-3A09A18999B3}"/>
                  </a:ext>
                </a:extLst>
              </p:cNvPr>
              <p:cNvSpPr/>
              <p:nvPr/>
            </p:nvSpPr>
            <p:spPr>
              <a:xfrm>
                <a:off x="5321117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640 w 1228951"/>
                  <a:gd name="connsiteY1" fmla="*/ 357209 h 355481"/>
                  <a:gd name="connsiteX2" fmla="*/ 1237178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640" y="357209"/>
                    </a:lnTo>
                    <a:lnTo>
                      <a:pt x="1237178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1E1EF4D-F41D-468A-9B9F-E1ECA3B9C8DA}"/>
                  </a:ext>
                </a:extLst>
              </p:cNvPr>
              <p:cNvSpPr/>
              <p:nvPr/>
            </p:nvSpPr>
            <p:spPr>
              <a:xfrm>
                <a:off x="5481389" y="4033571"/>
                <a:ext cx="914096" cy="1015662"/>
              </a:xfrm>
              <a:custGeom>
                <a:avLst/>
                <a:gdLst>
                  <a:gd name="connsiteX0" fmla="*/ 0 w 914095"/>
                  <a:gd name="connsiteY0" fmla="*/ 0 h 1015662"/>
                  <a:gd name="connsiteX1" fmla="*/ 0 w 914095"/>
                  <a:gd name="connsiteY1" fmla="*/ 277377 h 1015662"/>
                  <a:gd name="connsiteX2" fmla="*/ 221516 w 914095"/>
                  <a:gd name="connsiteY2" fmla="*/ 669728 h 1015662"/>
                  <a:gd name="connsiteX3" fmla="*/ 367263 w 914095"/>
                  <a:gd name="connsiteY3" fmla="*/ 933394 h 1015662"/>
                  <a:gd name="connsiteX4" fmla="*/ 367263 w 914095"/>
                  <a:gd name="connsiteY4" fmla="*/ 1016881 h 1015662"/>
                  <a:gd name="connsiteX5" fmla="*/ 549372 w 914095"/>
                  <a:gd name="connsiteY5" fmla="*/ 1016881 h 1015662"/>
                  <a:gd name="connsiteX6" fmla="*/ 549372 w 914095"/>
                  <a:gd name="connsiteY6" fmla="*/ 933394 h 1015662"/>
                  <a:gd name="connsiteX7" fmla="*/ 695119 w 914095"/>
                  <a:gd name="connsiteY7" fmla="*/ 669728 h 1015662"/>
                  <a:gd name="connsiteX8" fmla="*/ 916635 w 914095"/>
                  <a:gd name="connsiteY8" fmla="*/ 277377 h 1015662"/>
                  <a:gd name="connsiteX9" fmla="*/ 916635 w 914095"/>
                  <a:gd name="connsiteY9" fmla="*/ 0 h 1015662"/>
                  <a:gd name="connsiteX10" fmla="*/ 0 w 914095"/>
                  <a:gd name="connsiteY10" fmla="*/ 0 h 101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4095" h="1015662">
                    <a:moveTo>
                      <a:pt x="0" y="0"/>
                    </a:moveTo>
                    <a:lnTo>
                      <a:pt x="0" y="277377"/>
                    </a:lnTo>
                    <a:cubicBezTo>
                      <a:pt x="0" y="443844"/>
                      <a:pt x="88769" y="589490"/>
                      <a:pt x="221516" y="669728"/>
                    </a:cubicBezTo>
                    <a:cubicBezTo>
                      <a:pt x="313129" y="725183"/>
                      <a:pt x="367263" y="826241"/>
                      <a:pt x="367263" y="933394"/>
                    </a:cubicBezTo>
                    <a:lnTo>
                      <a:pt x="367263" y="1016881"/>
                    </a:lnTo>
                    <a:lnTo>
                      <a:pt x="549372" y="1016881"/>
                    </a:lnTo>
                    <a:lnTo>
                      <a:pt x="549372" y="933394"/>
                    </a:lnTo>
                    <a:cubicBezTo>
                      <a:pt x="549372" y="826343"/>
                      <a:pt x="603506" y="725183"/>
                      <a:pt x="695119" y="669728"/>
                    </a:cubicBezTo>
                    <a:cubicBezTo>
                      <a:pt x="827866" y="589490"/>
                      <a:pt x="916635" y="443743"/>
                      <a:pt x="916635" y="277377"/>
                    </a:cubicBezTo>
                    <a:lnTo>
                      <a:pt x="9166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8F38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3344A50-3966-4C9C-8D55-8A51FDEC4952}"/>
                  </a:ext>
                </a:extLst>
              </p:cNvPr>
              <p:cNvSpPr/>
              <p:nvPr/>
            </p:nvSpPr>
            <p:spPr>
              <a:xfrm>
                <a:off x="5235395" y="3570734"/>
                <a:ext cx="406265" cy="446891"/>
              </a:xfrm>
              <a:custGeom>
                <a:avLst/>
                <a:gdLst>
                  <a:gd name="connsiteX0" fmla="*/ 0 w 406264"/>
                  <a:gd name="connsiteY0" fmla="*/ 120356 h 446891"/>
                  <a:gd name="connsiteX1" fmla="*/ 333746 w 406264"/>
                  <a:gd name="connsiteY1" fmla="*/ 454204 h 446891"/>
                  <a:gd name="connsiteX2" fmla="*/ 413679 w 406264"/>
                  <a:gd name="connsiteY2" fmla="*/ 0 h 44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6264" h="446891">
                    <a:moveTo>
                      <a:pt x="0" y="120356"/>
                    </a:moveTo>
                    <a:lnTo>
                      <a:pt x="333746" y="454204"/>
                    </a:lnTo>
                    <a:lnTo>
                      <a:pt x="413679" y="0"/>
                    </a:lnTo>
                    <a:close/>
                  </a:path>
                </a:pathLst>
              </a:custGeom>
              <a:solidFill>
                <a:srgbClr val="C3640D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3E85434-2F3A-4577-BBFB-51CDB8EFC3FC}"/>
                  </a:ext>
                </a:extLst>
              </p:cNvPr>
              <p:cNvSpPr/>
              <p:nvPr/>
            </p:nvSpPr>
            <p:spPr>
              <a:xfrm>
                <a:off x="5321219" y="2037287"/>
                <a:ext cx="1228951" cy="2366493"/>
              </a:xfrm>
              <a:custGeom>
                <a:avLst/>
                <a:gdLst>
                  <a:gd name="connsiteX0" fmla="*/ 1237077 w 1228951"/>
                  <a:gd name="connsiteY0" fmla="*/ 2374720 h 2366492"/>
                  <a:gd name="connsiteX1" fmla="*/ 0 w 1228951"/>
                  <a:gd name="connsiteY1" fmla="*/ 2374720 h 2366492"/>
                  <a:gd name="connsiteX2" fmla="*/ 0 w 1228951"/>
                  <a:gd name="connsiteY2" fmla="*/ 618538 h 2366492"/>
                  <a:gd name="connsiteX3" fmla="*/ 618538 w 1228951"/>
                  <a:gd name="connsiteY3" fmla="*/ 0 h 2366492"/>
                  <a:gd name="connsiteX4" fmla="*/ 618538 w 1228951"/>
                  <a:gd name="connsiteY4" fmla="*/ 0 h 2366492"/>
                  <a:gd name="connsiteX5" fmla="*/ 1237077 w 1228951"/>
                  <a:gd name="connsiteY5" fmla="*/ 618538 h 2366492"/>
                  <a:gd name="connsiteX6" fmla="*/ 1237077 w 1228951"/>
                  <a:gd name="connsiteY6" fmla="*/ 2374720 h 236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8951" h="2366492">
                    <a:moveTo>
                      <a:pt x="1237077" y="2374720"/>
                    </a:moveTo>
                    <a:lnTo>
                      <a:pt x="0" y="2374720"/>
                    </a:lnTo>
                    <a:lnTo>
                      <a:pt x="0" y="618538"/>
                    </a:lnTo>
                    <a:cubicBezTo>
                      <a:pt x="0" y="276870"/>
                      <a:pt x="276971" y="0"/>
                      <a:pt x="618538" y="0"/>
                    </a:cubicBezTo>
                    <a:lnTo>
                      <a:pt x="618538" y="0"/>
                    </a:lnTo>
                    <a:cubicBezTo>
                      <a:pt x="960207" y="0"/>
                      <a:pt x="1237077" y="276971"/>
                      <a:pt x="1237077" y="618538"/>
                    </a:cubicBezTo>
                    <a:lnTo>
                      <a:pt x="1237077" y="237472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AF6BCFB-833E-4A29-97EF-685164410A7E}"/>
                  </a:ext>
                </a:extLst>
              </p:cNvPr>
              <p:cNvSpPr/>
              <p:nvPr/>
            </p:nvSpPr>
            <p:spPr>
              <a:xfrm>
                <a:off x="5321117" y="3282590"/>
                <a:ext cx="1228951" cy="517988"/>
              </a:xfrm>
              <a:custGeom>
                <a:avLst/>
                <a:gdLst>
                  <a:gd name="connsiteX0" fmla="*/ 0 w 1228951"/>
                  <a:gd name="connsiteY0" fmla="*/ 416117 h 517987"/>
                  <a:gd name="connsiteX1" fmla="*/ 1237178 w 1228951"/>
                  <a:gd name="connsiteY1" fmla="*/ 525301 h 517987"/>
                  <a:gd name="connsiteX2" fmla="*/ 1237178 w 1228951"/>
                  <a:gd name="connsiteY2" fmla="*/ 0 h 517987"/>
                  <a:gd name="connsiteX3" fmla="*/ 0 w 1228951"/>
                  <a:gd name="connsiteY3" fmla="*/ 64495 h 5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951" h="517987">
                    <a:moveTo>
                      <a:pt x="0" y="416117"/>
                    </a:moveTo>
                    <a:lnTo>
                      <a:pt x="1237178" y="525301"/>
                    </a:lnTo>
                    <a:lnTo>
                      <a:pt x="1237178" y="0"/>
                    </a:lnTo>
                    <a:lnTo>
                      <a:pt x="0" y="64495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1F16371-584B-492D-9DD6-3C7974A8384C}"/>
                  </a:ext>
                </a:extLst>
              </p:cNvPr>
              <p:cNvSpPr/>
              <p:nvPr/>
            </p:nvSpPr>
            <p:spPr>
              <a:xfrm>
                <a:off x="5416691" y="2142205"/>
                <a:ext cx="1046132" cy="1046132"/>
              </a:xfrm>
              <a:custGeom>
                <a:avLst/>
                <a:gdLst>
                  <a:gd name="connsiteX0" fmla="*/ 1046132 w 1046131"/>
                  <a:gd name="connsiteY0" fmla="*/ 523066 h 1046132"/>
                  <a:gd name="connsiteX1" fmla="*/ 523066 w 1046131"/>
                  <a:gd name="connsiteY1" fmla="*/ 1046132 h 1046132"/>
                  <a:gd name="connsiteX2" fmla="*/ 0 w 1046131"/>
                  <a:gd name="connsiteY2" fmla="*/ 523066 h 1046132"/>
                  <a:gd name="connsiteX3" fmla="*/ 523066 w 1046131"/>
                  <a:gd name="connsiteY3" fmla="*/ 0 h 1046132"/>
                  <a:gd name="connsiteX4" fmla="*/ 1046132 w 1046131"/>
                  <a:gd name="connsiteY4" fmla="*/ 523066 h 1046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6131" h="1046132">
                    <a:moveTo>
                      <a:pt x="1046132" y="523066"/>
                    </a:moveTo>
                    <a:cubicBezTo>
                      <a:pt x="1046132" y="811947"/>
                      <a:pt x="811947" y="1046132"/>
                      <a:pt x="523066" y="1046132"/>
                    </a:cubicBezTo>
                    <a:cubicBezTo>
                      <a:pt x="234185" y="1046132"/>
                      <a:pt x="0" y="811947"/>
                      <a:pt x="0" y="523066"/>
                    </a:cubicBezTo>
                    <a:cubicBezTo>
                      <a:pt x="0" y="234185"/>
                      <a:pt x="234185" y="0"/>
                      <a:pt x="523066" y="0"/>
                    </a:cubicBezTo>
                    <a:cubicBezTo>
                      <a:pt x="811947" y="0"/>
                      <a:pt x="1046132" y="234185"/>
                      <a:pt x="1046132" y="523066"/>
                    </a:cubicBezTo>
                    <a:close/>
                  </a:path>
                </a:pathLst>
              </a:custGeom>
              <a:solidFill>
                <a:schemeClr val="bg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0B1CDA8-C3A2-40AE-B67A-DF65D5514639}"/>
                  </a:ext>
                </a:extLst>
              </p:cNvPr>
              <p:cNvSpPr/>
              <p:nvPr/>
            </p:nvSpPr>
            <p:spPr>
              <a:xfrm>
                <a:off x="5183089" y="3188337"/>
                <a:ext cx="1625059" cy="528144"/>
              </a:xfrm>
              <a:custGeom>
                <a:avLst/>
                <a:gdLst>
                  <a:gd name="connsiteX0" fmla="*/ 1411872 w 1625059"/>
                  <a:gd name="connsiteY0" fmla="*/ 533731 h 528144"/>
                  <a:gd name="connsiteX1" fmla="*/ 52307 w 1625059"/>
                  <a:gd name="connsiteY1" fmla="*/ 502753 h 528144"/>
                  <a:gd name="connsiteX2" fmla="*/ 0 w 1625059"/>
                  <a:gd name="connsiteY2" fmla="*/ 167483 h 528144"/>
                  <a:gd name="connsiteX3" fmla="*/ 1421013 w 1625059"/>
                  <a:gd name="connsiteY3" fmla="*/ 0 h 528144"/>
                  <a:gd name="connsiteX4" fmla="*/ 1626786 w 1625059"/>
                  <a:gd name="connsiteY4" fmla="*/ 299316 h 528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59" h="528144">
                    <a:moveTo>
                      <a:pt x="1411872" y="533731"/>
                    </a:moveTo>
                    <a:lnTo>
                      <a:pt x="52307" y="502753"/>
                    </a:lnTo>
                    <a:lnTo>
                      <a:pt x="0" y="167483"/>
                    </a:lnTo>
                    <a:lnTo>
                      <a:pt x="1421013" y="0"/>
                    </a:lnTo>
                    <a:lnTo>
                      <a:pt x="1626786" y="299316"/>
                    </a:lnTo>
                    <a:close/>
                  </a:path>
                </a:pathLst>
              </a:custGeom>
              <a:solidFill>
                <a:srgbClr val="F28F38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EC5135A-853E-41A0-B659-E7A62216F467}"/>
                  </a:ext>
                </a:extLst>
              </p:cNvPr>
              <p:cNvSpPr/>
              <p:nvPr/>
            </p:nvSpPr>
            <p:spPr>
              <a:xfrm>
                <a:off x="5815338" y="4925932"/>
                <a:ext cx="243759" cy="243759"/>
              </a:xfrm>
              <a:custGeom>
                <a:avLst/>
                <a:gdLst>
                  <a:gd name="connsiteX0" fmla="*/ 248837 w 243758"/>
                  <a:gd name="connsiteY0" fmla="*/ 124419 h 243758"/>
                  <a:gd name="connsiteX1" fmla="*/ 124419 w 243758"/>
                  <a:gd name="connsiteY1" fmla="*/ 248837 h 243758"/>
                  <a:gd name="connsiteX2" fmla="*/ 0 w 243758"/>
                  <a:gd name="connsiteY2" fmla="*/ 124419 h 243758"/>
                  <a:gd name="connsiteX3" fmla="*/ 124419 w 243758"/>
                  <a:gd name="connsiteY3" fmla="*/ 0 h 243758"/>
                  <a:gd name="connsiteX4" fmla="*/ 248837 w 243758"/>
                  <a:gd name="connsiteY4" fmla="*/ 124419 h 24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58" h="243758">
                    <a:moveTo>
                      <a:pt x="248837" y="124419"/>
                    </a:moveTo>
                    <a:cubicBezTo>
                      <a:pt x="248837" y="193133"/>
                      <a:pt x="193133" y="248837"/>
                      <a:pt x="124419" y="248837"/>
                    </a:cubicBezTo>
                    <a:cubicBezTo>
                      <a:pt x="55704" y="248837"/>
                      <a:pt x="0" y="193133"/>
                      <a:pt x="0" y="124419"/>
                    </a:cubicBezTo>
                    <a:cubicBezTo>
                      <a:pt x="0" y="55704"/>
                      <a:pt x="55704" y="0"/>
                      <a:pt x="124419" y="0"/>
                    </a:cubicBezTo>
                    <a:cubicBezTo>
                      <a:pt x="193133" y="0"/>
                      <a:pt x="248837" y="55704"/>
                      <a:pt x="248837" y="12441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680A7A0-9DAC-4A24-A87F-15B63407E3C8}"/>
                  </a:ext>
                </a:extLst>
              </p:cNvPr>
              <p:cNvSpPr/>
              <p:nvPr/>
            </p:nvSpPr>
            <p:spPr>
              <a:xfrm>
                <a:off x="5879427" y="4990020"/>
                <a:ext cx="111723" cy="111723"/>
              </a:xfrm>
              <a:custGeom>
                <a:avLst/>
                <a:gdLst>
                  <a:gd name="connsiteX0" fmla="*/ 120660 w 111722"/>
                  <a:gd name="connsiteY0" fmla="*/ 60330 h 111722"/>
                  <a:gd name="connsiteX1" fmla="*/ 60330 w 111722"/>
                  <a:gd name="connsiteY1" fmla="*/ 120661 h 111722"/>
                  <a:gd name="connsiteX2" fmla="*/ 0 w 111722"/>
                  <a:gd name="connsiteY2" fmla="*/ 60330 h 111722"/>
                  <a:gd name="connsiteX3" fmla="*/ 60330 w 111722"/>
                  <a:gd name="connsiteY3" fmla="*/ 0 h 111722"/>
                  <a:gd name="connsiteX4" fmla="*/ 120660 w 111722"/>
                  <a:gd name="connsiteY4" fmla="*/ 60330 h 11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22" h="111722">
                    <a:moveTo>
                      <a:pt x="120660" y="60330"/>
                    </a:moveTo>
                    <a:cubicBezTo>
                      <a:pt x="120660" y="93644"/>
                      <a:pt x="93644" y="120661"/>
                      <a:pt x="60330" y="120661"/>
                    </a:cubicBezTo>
                    <a:cubicBezTo>
                      <a:pt x="27016" y="120661"/>
                      <a:pt x="0" y="93644"/>
                      <a:pt x="0" y="60330"/>
                    </a:cubicBezTo>
                    <a:cubicBezTo>
                      <a:pt x="0" y="27017"/>
                      <a:pt x="27016" y="0"/>
                      <a:pt x="60330" y="0"/>
                    </a:cubicBezTo>
                    <a:cubicBezTo>
                      <a:pt x="93644" y="0"/>
                      <a:pt x="120660" y="27017"/>
                      <a:pt x="120660" y="60330"/>
                    </a:cubicBezTo>
                    <a:close/>
                  </a:path>
                </a:pathLst>
              </a:custGeom>
              <a:solidFill>
                <a:srgbClr val="F28F38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6C44E9A-25F6-4219-AD14-3B1C9A71A043}"/>
                </a:ext>
              </a:extLst>
            </p:cNvPr>
            <p:cNvSpPr/>
            <p:nvPr/>
          </p:nvSpPr>
          <p:spPr>
            <a:xfrm>
              <a:off x="5522500" y="3363243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433ECE1-922D-4C37-891C-9A64903E2562}"/>
                </a:ext>
              </a:extLst>
            </p:cNvPr>
            <p:cNvSpPr/>
            <p:nvPr/>
          </p:nvSpPr>
          <p:spPr>
            <a:xfrm>
              <a:off x="5627971" y="3825587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2">
                      <a:lumMod val="2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2022</a:t>
              </a:r>
            </a:p>
          </p:txBody>
        </p:sp>
        <p:pic>
          <p:nvPicPr>
            <p:cNvPr id="210" name="Graphic 209" descr="Internet">
              <a:extLst>
                <a:ext uri="{FF2B5EF4-FFF2-40B4-BE49-F238E27FC236}">
                  <a16:creationId xmlns:a16="http://schemas.microsoft.com/office/drawing/2014/main" id="{58BFB8E8-27A6-4E22-9A93-5635AA764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34088" y="2477640"/>
              <a:ext cx="426575" cy="426575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DFB698-B278-4CC8-A85B-F4AF676E20A4}"/>
              </a:ext>
            </a:extLst>
          </p:cNvPr>
          <p:cNvGrpSpPr/>
          <p:nvPr/>
        </p:nvGrpSpPr>
        <p:grpSpPr>
          <a:xfrm>
            <a:off x="8685107" y="2037287"/>
            <a:ext cx="1625059" cy="3132404"/>
            <a:chOff x="8685107" y="2037287"/>
            <a:chExt cx="1625059" cy="3132404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B9D2255-77B6-4CAE-8003-B0BF7EC6472B}"/>
                </a:ext>
              </a:extLst>
            </p:cNvPr>
            <p:cNvGrpSpPr/>
            <p:nvPr/>
          </p:nvGrpSpPr>
          <p:grpSpPr>
            <a:xfrm>
              <a:off x="8685107" y="2037287"/>
              <a:ext cx="1625059" cy="3132404"/>
              <a:chOff x="6865939" y="2037287"/>
              <a:chExt cx="1625059" cy="3132404"/>
            </a:xfrm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A951BBE-4E5D-493D-84C4-063015886D8D}"/>
                  </a:ext>
                </a:extLst>
              </p:cNvPr>
              <p:cNvSpPr/>
              <p:nvPr/>
            </p:nvSpPr>
            <p:spPr>
              <a:xfrm>
                <a:off x="7004069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6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6" y="0"/>
                    </a:lnTo>
                    <a:close/>
                  </a:path>
                </a:pathLst>
              </a:custGeom>
              <a:solidFill>
                <a:srgbClr val="F9FBFC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015FDA0E-C325-4A96-87C4-2532884AF648}"/>
                  </a:ext>
                </a:extLst>
              </p:cNvPr>
              <p:cNvSpPr/>
              <p:nvPr/>
            </p:nvSpPr>
            <p:spPr>
              <a:xfrm>
                <a:off x="7004069" y="4412007"/>
                <a:ext cx="1228951" cy="355482"/>
              </a:xfrm>
              <a:custGeom>
                <a:avLst/>
                <a:gdLst>
                  <a:gd name="connsiteX0" fmla="*/ 0 w 1228951"/>
                  <a:gd name="connsiteY0" fmla="*/ 0 h 355481"/>
                  <a:gd name="connsiteX1" fmla="*/ 618538 w 1228951"/>
                  <a:gd name="connsiteY1" fmla="*/ 357209 h 355481"/>
                  <a:gd name="connsiteX2" fmla="*/ 1237076 w 1228951"/>
                  <a:gd name="connsiteY2" fmla="*/ 0 h 35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8951" h="355481">
                    <a:moveTo>
                      <a:pt x="0" y="0"/>
                    </a:moveTo>
                    <a:lnTo>
                      <a:pt x="618538" y="357209"/>
                    </a:lnTo>
                    <a:lnTo>
                      <a:pt x="1237076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7BEC0D32-FF0E-4EAC-8493-37816433EE9A}"/>
                  </a:ext>
                </a:extLst>
              </p:cNvPr>
              <p:cNvSpPr/>
              <p:nvPr/>
            </p:nvSpPr>
            <p:spPr>
              <a:xfrm>
                <a:off x="7164341" y="4033571"/>
                <a:ext cx="914096" cy="1015662"/>
              </a:xfrm>
              <a:custGeom>
                <a:avLst/>
                <a:gdLst>
                  <a:gd name="connsiteX0" fmla="*/ 0 w 914095"/>
                  <a:gd name="connsiteY0" fmla="*/ 0 h 1015662"/>
                  <a:gd name="connsiteX1" fmla="*/ 0 w 914095"/>
                  <a:gd name="connsiteY1" fmla="*/ 277377 h 1015662"/>
                  <a:gd name="connsiteX2" fmla="*/ 221516 w 914095"/>
                  <a:gd name="connsiteY2" fmla="*/ 669728 h 1015662"/>
                  <a:gd name="connsiteX3" fmla="*/ 367263 w 914095"/>
                  <a:gd name="connsiteY3" fmla="*/ 933394 h 1015662"/>
                  <a:gd name="connsiteX4" fmla="*/ 367263 w 914095"/>
                  <a:gd name="connsiteY4" fmla="*/ 1016881 h 1015662"/>
                  <a:gd name="connsiteX5" fmla="*/ 549371 w 914095"/>
                  <a:gd name="connsiteY5" fmla="*/ 1016881 h 1015662"/>
                  <a:gd name="connsiteX6" fmla="*/ 549371 w 914095"/>
                  <a:gd name="connsiteY6" fmla="*/ 933394 h 1015662"/>
                  <a:gd name="connsiteX7" fmla="*/ 695119 w 914095"/>
                  <a:gd name="connsiteY7" fmla="*/ 669728 h 1015662"/>
                  <a:gd name="connsiteX8" fmla="*/ 916635 w 914095"/>
                  <a:gd name="connsiteY8" fmla="*/ 277377 h 1015662"/>
                  <a:gd name="connsiteX9" fmla="*/ 916635 w 914095"/>
                  <a:gd name="connsiteY9" fmla="*/ 0 h 1015662"/>
                  <a:gd name="connsiteX10" fmla="*/ 0 w 914095"/>
                  <a:gd name="connsiteY10" fmla="*/ 0 h 101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4095" h="1015662">
                    <a:moveTo>
                      <a:pt x="0" y="0"/>
                    </a:moveTo>
                    <a:lnTo>
                      <a:pt x="0" y="277377"/>
                    </a:lnTo>
                    <a:cubicBezTo>
                      <a:pt x="0" y="443844"/>
                      <a:pt x="88769" y="589490"/>
                      <a:pt x="221516" y="669728"/>
                    </a:cubicBezTo>
                    <a:cubicBezTo>
                      <a:pt x="313128" y="725183"/>
                      <a:pt x="367263" y="826241"/>
                      <a:pt x="367263" y="933394"/>
                    </a:cubicBezTo>
                    <a:lnTo>
                      <a:pt x="367263" y="1016881"/>
                    </a:lnTo>
                    <a:lnTo>
                      <a:pt x="549371" y="1016881"/>
                    </a:lnTo>
                    <a:lnTo>
                      <a:pt x="549371" y="933394"/>
                    </a:lnTo>
                    <a:cubicBezTo>
                      <a:pt x="549371" y="826343"/>
                      <a:pt x="603506" y="725183"/>
                      <a:pt x="695119" y="669728"/>
                    </a:cubicBezTo>
                    <a:cubicBezTo>
                      <a:pt x="827866" y="589490"/>
                      <a:pt x="916635" y="443743"/>
                      <a:pt x="916635" y="277377"/>
                    </a:cubicBezTo>
                    <a:lnTo>
                      <a:pt x="9166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368A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92F815B9-1FF3-4AB6-ACA3-C324D5F84006}"/>
                  </a:ext>
                </a:extLst>
              </p:cNvPr>
              <p:cNvSpPr/>
              <p:nvPr/>
            </p:nvSpPr>
            <p:spPr>
              <a:xfrm>
                <a:off x="6918347" y="3570734"/>
                <a:ext cx="406265" cy="446891"/>
              </a:xfrm>
              <a:custGeom>
                <a:avLst/>
                <a:gdLst>
                  <a:gd name="connsiteX0" fmla="*/ 0 w 406264"/>
                  <a:gd name="connsiteY0" fmla="*/ 120356 h 446891"/>
                  <a:gd name="connsiteX1" fmla="*/ 333746 w 406264"/>
                  <a:gd name="connsiteY1" fmla="*/ 454204 h 446891"/>
                  <a:gd name="connsiteX2" fmla="*/ 413679 w 406264"/>
                  <a:gd name="connsiteY2" fmla="*/ 0 h 44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6264" h="446891">
                    <a:moveTo>
                      <a:pt x="0" y="120356"/>
                    </a:moveTo>
                    <a:lnTo>
                      <a:pt x="333746" y="454204"/>
                    </a:lnTo>
                    <a:lnTo>
                      <a:pt x="413679" y="0"/>
                    </a:lnTo>
                    <a:close/>
                  </a:path>
                </a:pathLst>
              </a:custGeom>
              <a:solidFill>
                <a:srgbClr val="D82C7A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55BA0DB-0263-47F8-8F82-6553004CA488}"/>
                  </a:ext>
                </a:extLst>
              </p:cNvPr>
              <p:cNvSpPr/>
              <p:nvPr/>
            </p:nvSpPr>
            <p:spPr>
              <a:xfrm>
                <a:off x="7004069" y="2037287"/>
                <a:ext cx="1228951" cy="2366493"/>
              </a:xfrm>
              <a:custGeom>
                <a:avLst/>
                <a:gdLst>
                  <a:gd name="connsiteX0" fmla="*/ 1237076 w 1228951"/>
                  <a:gd name="connsiteY0" fmla="*/ 2374720 h 2366492"/>
                  <a:gd name="connsiteX1" fmla="*/ 0 w 1228951"/>
                  <a:gd name="connsiteY1" fmla="*/ 2374720 h 2366492"/>
                  <a:gd name="connsiteX2" fmla="*/ 0 w 1228951"/>
                  <a:gd name="connsiteY2" fmla="*/ 618538 h 2366492"/>
                  <a:gd name="connsiteX3" fmla="*/ 618538 w 1228951"/>
                  <a:gd name="connsiteY3" fmla="*/ 0 h 2366492"/>
                  <a:gd name="connsiteX4" fmla="*/ 618538 w 1228951"/>
                  <a:gd name="connsiteY4" fmla="*/ 0 h 2366492"/>
                  <a:gd name="connsiteX5" fmla="*/ 1237076 w 1228951"/>
                  <a:gd name="connsiteY5" fmla="*/ 618538 h 2366492"/>
                  <a:gd name="connsiteX6" fmla="*/ 1237076 w 1228951"/>
                  <a:gd name="connsiteY6" fmla="*/ 2374720 h 236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8951" h="2366492">
                    <a:moveTo>
                      <a:pt x="1237076" y="2374720"/>
                    </a:moveTo>
                    <a:lnTo>
                      <a:pt x="0" y="2374720"/>
                    </a:lnTo>
                    <a:lnTo>
                      <a:pt x="0" y="618538"/>
                    </a:lnTo>
                    <a:cubicBezTo>
                      <a:pt x="0" y="276870"/>
                      <a:pt x="276971" y="0"/>
                      <a:pt x="618538" y="0"/>
                    </a:cubicBezTo>
                    <a:lnTo>
                      <a:pt x="618538" y="0"/>
                    </a:lnTo>
                    <a:cubicBezTo>
                      <a:pt x="960207" y="0"/>
                      <a:pt x="1237076" y="276971"/>
                      <a:pt x="1237076" y="618538"/>
                    </a:cubicBezTo>
                    <a:lnTo>
                      <a:pt x="1237076" y="237472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77A44334-C86F-43D9-9564-28F04F703D64}"/>
                  </a:ext>
                </a:extLst>
              </p:cNvPr>
              <p:cNvSpPr/>
              <p:nvPr/>
            </p:nvSpPr>
            <p:spPr>
              <a:xfrm>
                <a:off x="7004069" y="3282590"/>
                <a:ext cx="1228951" cy="517988"/>
              </a:xfrm>
              <a:custGeom>
                <a:avLst/>
                <a:gdLst>
                  <a:gd name="connsiteX0" fmla="*/ 0 w 1228951"/>
                  <a:gd name="connsiteY0" fmla="*/ 416117 h 517987"/>
                  <a:gd name="connsiteX1" fmla="*/ 1237076 w 1228951"/>
                  <a:gd name="connsiteY1" fmla="*/ 525301 h 517987"/>
                  <a:gd name="connsiteX2" fmla="*/ 1237076 w 1228951"/>
                  <a:gd name="connsiteY2" fmla="*/ 0 h 517987"/>
                  <a:gd name="connsiteX3" fmla="*/ 0 w 1228951"/>
                  <a:gd name="connsiteY3" fmla="*/ 64495 h 517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951" h="517987">
                    <a:moveTo>
                      <a:pt x="0" y="416117"/>
                    </a:moveTo>
                    <a:lnTo>
                      <a:pt x="1237076" y="525301"/>
                    </a:lnTo>
                    <a:lnTo>
                      <a:pt x="1237076" y="0"/>
                    </a:lnTo>
                    <a:lnTo>
                      <a:pt x="0" y="64495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14E671C-28D0-41B3-BF89-7A022ECAE1E6}"/>
                  </a:ext>
                </a:extLst>
              </p:cNvPr>
              <p:cNvSpPr/>
              <p:nvPr/>
            </p:nvSpPr>
            <p:spPr>
              <a:xfrm>
                <a:off x="7099541" y="2142205"/>
                <a:ext cx="1046132" cy="1046132"/>
              </a:xfrm>
              <a:custGeom>
                <a:avLst/>
                <a:gdLst>
                  <a:gd name="connsiteX0" fmla="*/ 1046132 w 1046131"/>
                  <a:gd name="connsiteY0" fmla="*/ 523066 h 1046132"/>
                  <a:gd name="connsiteX1" fmla="*/ 523066 w 1046131"/>
                  <a:gd name="connsiteY1" fmla="*/ 1046132 h 1046132"/>
                  <a:gd name="connsiteX2" fmla="*/ 0 w 1046131"/>
                  <a:gd name="connsiteY2" fmla="*/ 523066 h 1046132"/>
                  <a:gd name="connsiteX3" fmla="*/ 523066 w 1046131"/>
                  <a:gd name="connsiteY3" fmla="*/ 0 h 1046132"/>
                  <a:gd name="connsiteX4" fmla="*/ 1046132 w 1046131"/>
                  <a:gd name="connsiteY4" fmla="*/ 523066 h 1046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6131" h="1046132">
                    <a:moveTo>
                      <a:pt x="1046132" y="523066"/>
                    </a:moveTo>
                    <a:cubicBezTo>
                      <a:pt x="1046132" y="811947"/>
                      <a:pt x="811948" y="1046132"/>
                      <a:pt x="523066" y="1046132"/>
                    </a:cubicBezTo>
                    <a:cubicBezTo>
                      <a:pt x="234185" y="1046132"/>
                      <a:pt x="0" y="811947"/>
                      <a:pt x="0" y="523066"/>
                    </a:cubicBezTo>
                    <a:cubicBezTo>
                      <a:pt x="0" y="234185"/>
                      <a:pt x="234185" y="0"/>
                      <a:pt x="523066" y="0"/>
                    </a:cubicBezTo>
                    <a:cubicBezTo>
                      <a:pt x="811948" y="0"/>
                      <a:pt x="1046132" y="234185"/>
                      <a:pt x="1046132" y="523066"/>
                    </a:cubicBezTo>
                    <a:close/>
                  </a:path>
                </a:pathLst>
              </a:custGeom>
              <a:solidFill>
                <a:schemeClr val="bg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D22F0F8C-6DB3-465E-A670-500565D2F12A}"/>
                  </a:ext>
                </a:extLst>
              </p:cNvPr>
              <p:cNvSpPr/>
              <p:nvPr/>
            </p:nvSpPr>
            <p:spPr>
              <a:xfrm>
                <a:off x="6865939" y="3188337"/>
                <a:ext cx="1625059" cy="528144"/>
              </a:xfrm>
              <a:custGeom>
                <a:avLst/>
                <a:gdLst>
                  <a:gd name="connsiteX0" fmla="*/ 1411872 w 1625059"/>
                  <a:gd name="connsiteY0" fmla="*/ 533731 h 528144"/>
                  <a:gd name="connsiteX1" fmla="*/ 52408 w 1625059"/>
                  <a:gd name="connsiteY1" fmla="*/ 502753 h 528144"/>
                  <a:gd name="connsiteX2" fmla="*/ 0 w 1625059"/>
                  <a:gd name="connsiteY2" fmla="*/ 167483 h 528144"/>
                  <a:gd name="connsiteX3" fmla="*/ 1421013 w 1625059"/>
                  <a:gd name="connsiteY3" fmla="*/ 0 h 528144"/>
                  <a:gd name="connsiteX4" fmla="*/ 1626786 w 1625059"/>
                  <a:gd name="connsiteY4" fmla="*/ 299316 h 528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59" h="528144">
                    <a:moveTo>
                      <a:pt x="1411872" y="533731"/>
                    </a:moveTo>
                    <a:lnTo>
                      <a:pt x="52408" y="502753"/>
                    </a:lnTo>
                    <a:lnTo>
                      <a:pt x="0" y="167483"/>
                    </a:lnTo>
                    <a:lnTo>
                      <a:pt x="1421013" y="0"/>
                    </a:lnTo>
                    <a:lnTo>
                      <a:pt x="1626786" y="299316"/>
                    </a:lnTo>
                    <a:close/>
                  </a:path>
                </a:pathLst>
              </a:custGeom>
              <a:solidFill>
                <a:srgbClr val="E368A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C2A1CF81-0710-4C56-8C04-EF07BCA0ADA1}"/>
                  </a:ext>
                </a:extLst>
              </p:cNvPr>
              <p:cNvSpPr/>
              <p:nvPr/>
            </p:nvSpPr>
            <p:spPr>
              <a:xfrm>
                <a:off x="7498189" y="4925932"/>
                <a:ext cx="243759" cy="243759"/>
              </a:xfrm>
              <a:custGeom>
                <a:avLst/>
                <a:gdLst>
                  <a:gd name="connsiteX0" fmla="*/ 248837 w 243758"/>
                  <a:gd name="connsiteY0" fmla="*/ 124419 h 243758"/>
                  <a:gd name="connsiteX1" fmla="*/ 124419 w 243758"/>
                  <a:gd name="connsiteY1" fmla="*/ 248837 h 243758"/>
                  <a:gd name="connsiteX2" fmla="*/ 0 w 243758"/>
                  <a:gd name="connsiteY2" fmla="*/ 124419 h 243758"/>
                  <a:gd name="connsiteX3" fmla="*/ 124419 w 243758"/>
                  <a:gd name="connsiteY3" fmla="*/ 0 h 243758"/>
                  <a:gd name="connsiteX4" fmla="*/ 248837 w 243758"/>
                  <a:gd name="connsiteY4" fmla="*/ 124419 h 24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58" h="243758">
                    <a:moveTo>
                      <a:pt x="248837" y="124419"/>
                    </a:moveTo>
                    <a:cubicBezTo>
                      <a:pt x="248837" y="193133"/>
                      <a:pt x="193133" y="248837"/>
                      <a:pt x="124419" y="248837"/>
                    </a:cubicBezTo>
                    <a:cubicBezTo>
                      <a:pt x="55704" y="248837"/>
                      <a:pt x="0" y="193133"/>
                      <a:pt x="0" y="124419"/>
                    </a:cubicBezTo>
                    <a:cubicBezTo>
                      <a:pt x="0" y="55704"/>
                      <a:pt x="55704" y="0"/>
                      <a:pt x="124419" y="0"/>
                    </a:cubicBezTo>
                    <a:cubicBezTo>
                      <a:pt x="193133" y="0"/>
                      <a:pt x="248837" y="55704"/>
                      <a:pt x="248837" y="124419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B4866834-411D-4A7C-B3CC-E389C9B142AD}"/>
                  </a:ext>
                </a:extLst>
              </p:cNvPr>
              <p:cNvSpPr/>
              <p:nvPr/>
            </p:nvSpPr>
            <p:spPr>
              <a:xfrm>
                <a:off x="7562277" y="4990020"/>
                <a:ext cx="111723" cy="111723"/>
              </a:xfrm>
              <a:custGeom>
                <a:avLst/>
                <a:gdLst>
                  <a:gd name="connsiteX0" fmla="*/ 120661 w 111722"/>
                  <a:gd name="connsiteY0" fmla="*/ 60330 h 111722"/>
                  <a:gd name="connsiteX1" fmla="*/ 60330 w 111722"/>
                  <a:gd name="connsiteY1" fmla="*/ 120661 h 111722"/>
                  <a:gd name="connsiteX2" fmla="*/ 0 w 111722"/>
                  <a:gd name="connsiteY2" fmla="*/ 60330 h 111722"/>
                  <a:gd name="connsiteX3" fmla="*/ 60330 w 111722"/>
                  <a:gd name="connsiteY3" fmla="*/ 0 h 111722"/>
                  <a:gd name="connsiteX4" fmla="*/ 120661 w 111722"/>
                  <a:gd name="connsiteY4" fmla="*/ 60330 h 11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722" h="111722">
                    <a:moveTo>
                      <a:pt x="120661" y="60330"/>
                    </a:moveTo>
                    <a:cubicBezTo>
                      <a:pt x="120661" y="93644"/>
                      <a:pt x="93644" y="120661"/>
                      <a:pt x="60330" y="120661"/>
                    </a:cubicBezTo>
                    <a:cubicBezTo>
                      <a:pt x="27016" y="120661"/>
                      <a:pt x="0" y="93644"/>
                      <a:pt x="0" y="60330"/>
                    </a:cubicBezTo>
                    <a:cubicBezTo>
                      <a:pt x="0" y="27017"/>
                      <a:pt x="27016" y="0"/>
                      <a:pt x="60330" y="0"/>
                    </a:cubicBezTo>
                    <a:cubicBezTo>
                      <a:pt x="93644" y="0"/>
                      <a:pt x="120661" y="27017"/>
                      <a:pt x="120661" y="60330"/>
                    </a:cubicBezTo>
                    <a:close/>
                  </a:path>
                </a:pathLst>
              </a:custGeom>
              <a:solidFill>
                <a:srgbClr val="E368A1"/>
              </a:solidFill>
              <a:ln w="10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7546919-F390-4F19-9B7F-9BF679120506}"/>
                </a:ext>
              </a:extLst>
            </p:cNvPr>
            <p:cNvSpPr/>
            <p:nvPr/>
          </p:nvSpPr>
          <p:spPr>
            <a:xfrm>
              <a:off x="8914916" y="3363243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20AEC6B-17E6-4836-93AE-FA1398529034}"/>
                </a:ext>
              </a:extLst>
            </p:cNvPr>
            <p:cNvSpPr/>
            <p:nvPr/>
          </p:nvSpPr>
          <p:spPr>
            <a:xfrm>
              <a:off x="9011548" y="3825587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2">
                      <a:lumMod val="2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2024</a:t>
              </a:r>
            </a:p>
          </p:txBody>
        </p:sp>
        <p:pic>
          <p:nvPicPr>
            <p:cNvPr id="211" name="Graphic 210" descr="Tools">
              <a:extLst>
                <a:ext uri="{FF2B5EF4-FFF2-40B4-BE49-F238E27FC236}">
                  <a16:creationId xmlns:a16="http://schemas.microsoft.com/office/drawing/2014/main" id="{BFBBD1E8-336F-4BB5-A725-BAEAD7E4E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02255" y="2509334"/>
              <a:ext cx="320492" cy="320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431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9" grpId="0"/>
      <p:bldP spid="121" grpId="0"/>
      <p:bldP spid="123" grpId="0"/>
      <p:bldP spid="125" grpId="0"/>
      <p:bldP spid="1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1D3C600-C128-4FB3-A368-095A1F1AF6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7CBAAF3-A3BB-4DEA-86D7-B2733E4AE4C0}"/>
              </a:ext>
            </a:extLst>
          </p:cNvPr>
          <p:cNvSpPr/>
          <p:nvPr/>
        </p:nvSpPr>
        <p:spPr>
          <a:xfrm>
            <a:off x="4810204" y="4264240"/>
            <a:ext cx="282175" cy="368054"/>
          </a:xfrm>
          <a:custGeom>
            <a:avLst/>
            <a:gdLst>
              <a:gd name="connsiteX0" fmla="*/ 220885 w 219075"/>
              <a:gd name="connsiteY0" fmla="*/ 136737 h 285750"/>
              <a:gd name="connsiteX1" fmla="*/ 12097 w 219075"/>
              <a:gd name="connsiteY1" fmla="*/ 1292 h 285750"/>
              <a:gd name="connsiteX2" fmla="*/ 0 w 219075"/>
              <a:gd name="connsiteY2" fmla="*/ 7864 h 285750"/>
              <a:gd name="connsiteX3" fmla="*/ 0 w 219075"/>
              <a:gd name="connsiteY3" fmla="*/ 278755 h 285750"/>
              <a:gd name="connsiteX4" fmla="*/ 12097 w 219075"/>
              <a:gd name="connsiteY4" fmla="*/ 285327 h 285750"/>
              <a:gd name="connsiteX5" fmla="*/ 220885 w 219075"/>
              <a:gd name="connsiteY5" fmla="*/ 149882 h 285750"/>
              <a:gd name="connsiteX6" fmla="*/ 220885 w 219075"/>
              <a:gd name="connsiteY6" fmla="*/ 136737 h 285750"/>
              <a:gd name="connsiteX7" fmla="*/ 12097 w 219075"/>
              <a:gd name="connsiteY7" fmla="*/ 1292 h 285750"/>
              <a:gd name="connsiteX8" fmla="*/ 0 w 219075"/>
              <a:gd name="connsiteY8" fmla="*/ 7864 h 285750"/>
              <a:gd name="connsiteX9" fmla="*/ 0 w 219075"/>
              <a:gd name="connsiteY9" fmla="*/ 278755 h 285750"/>
              <a:gd name="connsiteX10" fmla="*/ 12097 w 219075"/>
              <a:gd name="connsiteY10" fmla="*/ 285327 h 285750"/>
              <a:gd name="connsiteX11" fmla="*/ 220885 w 219075"/>
              <a:gd name="connsiteY11" fmla="*/ 149882 h 285750"/>
              <a:gd name="connsiteX12" fmla="*/ 220885 w 219075"/>
              <a:gd name="connsiteY12" fmla="*/ 136737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075" h="285750">
                <a:moveTo>
                  <a:pt x="220885" y="136737"/>
                </a:move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834"/>
                  <a:pt x="225647" y="139785"/>
                  <a:pt x="220885" y="136737"/>
                </a:cubicBez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834"/>
                  <a:pt x="225647" y="139785"/>
                  <a:pt x="220885" y="136737"/>
                </a:cubicBezTo>
                <a:close/>
              </a:path>
            </a:pathLst>
          </a:custGeom>
          <a:solidFill>
            <a:srgbClr val="2D2E8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72C2DE6-79EA-4B2D-942D-D6143481C53D}"/>
              </a:ext>
            </a:extLst>
          </p:cNvPr>
          <p:cNvSpPr/>
          <p:nvPr/>
        </p:nvSpPr>
        <p:spPr>
          <a:xfrm>
            <a:off x="7974486" y="4264240"/>
            <a:ext cx="282175" cy="368054"/>
          </a:xfrm>
          <a:custGeom>
            <a:avLst/>
            <a:gdLst>
              <a:gd name="connsiteX0" fmla="*/ 220885 w 219075"/>
              <a:gd name="connsiteY0" fmla="*/ 136737 h 285750"/>
              <a:gd name="connsiteX1" fmla="*/ 12097 w 219075"/>
              <a:gd name="connsiteY1" fmla="*/ 1292 h 285750"/>
              <a:gd name="connsiteX2" fmla="*/ 0 w 219075"/>
              <a:gd name="connsiteY2" fmla="*/ 7864 h 285750"/>
              <a:gd name="connsiteX3" fmla="*/ 0 w 219075"/>
              <a:gd name="connsiteY3" fmla="*/ 278755 h 285750"/>
              <a:gd name="connsiteX4" fmla="*/ 12097 w 219075"/>
              <a:gd name="connsiteY4" fmla="*/ 285327 h 285750"/>
              <a:gd name="connsiteX5" fmla="*/ 220885 w 219075"/>
              <a:gd name="connsiteY5" fmla="*/ 149882 h 285750"/>
              <a:gd name="connsiteX6" fmla="*/ 220885 w 219075"/>
              <a:gd name="connsiteY6" fmla="*/ 136737 h 285750"/>
              <a:gd name="connsiteX7" fmla="*/ 12097 w 219075"/>
              <a:gd name="connsiteY7" fmla="*/ 1292 h 285750"/>
              <a:gd name="connsiteX8" fmla="*/ 0 w 219075"/>
              <a:gd name="connsiteY8" fmla="*/ 7864 h 285750"/>
              <a:gd name="connsiteX9" fmla="*/ 0 w 219075"/>
              <a:gd name="connsiteY9" fmla="*/ 278755 h 285750"/>
              <a:gd name="connsiteX10" fmla="*/ 12097 w 219075"/>
              <a:gd name="connsiteY10" fmla="*/ 285327 h 285750"/>
              <a:gd name="connsiteX11" fmla="*/ 220885 w 219075"/>
              <a:gd name="connsiteY11" fmla="*/ 149882 h 285750"/>
              <a:gd name="connsiteX12" fmla="*/ 220885 w 219075"/>
              <a:gd name="connsiteY12" fmla="*/ 136737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075" h="285750">
                <a:moveTo>
                  <a:pt x="220885" y="136737"/>
                </a:move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834"/>
                  <a:pt x="225647" y="139785"/>
                  <a:pt x="220885" y="136737"/>
                </a:cubicBez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834"/>
                  <a:pt x="225647" y="139785"/>
                  <a:pt x="220885" y="136737"/>
                </a:cubicBezTo>
                <a:close/>
              </a:path>
            </a:pathLst>
          </a:custGeom>
          <a:solidFill>
            <a:srgbClr val="F392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C52B4736-79B3-4066-822E-BBEA84E935CE}"/>
              </a:ext>
            </a:extLst>
          </p:cNvPr>
          <p:cNvSpPr/>
          <p:nvPr/>
        </p:nvSpPr>
        <p:spPr>
          <a:xfrm>
            <a:off x="6340694" y="2678664"/>
            <a:ext cx="282175" cy="368054"/>
          </a:xfrm>
          <a:custGeom>
            <a:avLst/>
            <a:gdLst>
              <a:gd name="connsiteX0" fmla="*/ 220789 w 219075"/>
              <a:gd name="connsiteY0" fmla="*/ 136737 h 285750"/>
              <a:gd name="connsiteX1" fmla="*/ 12097 w 219075"/>
              <a:gd name="connsiteY1" fmla="*/ 1292 h 285750"/>
              <a:gd name="connsiteX2" fmla="*/ 0 w 219075"/>
              <a:gd name="connsiteY2" fmla="*/ 7864 h 285750"/>
              <a:gd name="connsiteX3" fmla="*/ 0 w 219075"/>
              <a:gd name="connsiteY3" fmla="*/ 278755 h 285750"/>
              <a:gd name="connsiteX4" fmla="*/ 12097 w 219075"/>
              <a:gd name="connsiteY4" fmla="*/ 285327 h 285750"/>
              <a:gd name="connsiteX5" fmla="*/ 220885 w 219075"/>
              <a:gd name="connsiteY5" fmla="*/ 149882 h 285750"/>
              <a:gd name="connsiteX6" fmla="*/ 220789 w 219075"/>
              <a:gd name="connsiteY6" fmla="*/ 136737 h 285750"/>
              <a:gd name="connsiteX7" fmla="*/ 12097 w 219075"/>
              <a:gd name="connsiteY7" fmla="*/ 1292 h 285750"/>
              <a:gd name="connsiteX8" fmla="*/ 0 w 219075"/>
              <a:gd name="connsiteY8" fmla="*/ 7864 h 285750"/>
              <a:gd name="connsiteX9" fmla="*/ 0 w 219075"/>
              <a:gd name="connsiteY9" fmla="*/ 278755 h 285750"/>
              <a:gd name="connsiteX10" fmla="*/ 12097 w 219075"/>
              <a:gd name="connsiteY10" fmla="*/ 285327 h 285750"/>
              <a:gd name="connsiteX11" fmla="*/ 220885 w 219075"/>
              <a:gd name="connsiteY11" fmla="*/ 149882 h 285750"/>
              <a:gd name="connsiteX12" fmla="*/ 220789 w 219075"/>
              <a:gd name="connsiteY12" fmla="*/ 136737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075" h="285750">
                <a:moveTo>
                  <a:pt x="220789" y="136737"/>
                </a:move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739"/>
                  <a:pt x="225647" y="139785"/>
                  <a:pt x="220789" y="136737"/>
                </a:cubicBez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739"/>
                  <a:pt x="225647" y="139785"/>
                  <a:pt x="220789" y="136737"/>
                </a:cubicBezTo>
                <a:close/>
              </a:path>
            </a:pathLst>
          </a:custGeom>
          <a:solidFill>
            <a:srgbClr val="3AAA3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CBEB57AC-5FD4-40C1-B4A2-ABBC055B8ACE}"/>
              </a:ext>
            </a:extLst>
          </p:cNvPr>
          <p:cNvSpPr/>
          <p:nvPr/>
        </p:nvSpPr>
        <p:spPr>
          <a:xfrm>
            <a:off x="9560184" y="2678664"/>
            <a:ext cx="282175" cy="368054"/>
          </a:xfrm>
          <a:custGeom>
            <a:avLst/>
            <a:gdLst>
              <a:gd name="connsiteX0" fmla="*/ 220885 w 219075"/>
              <a:gd name="connsiteY0" fmla="*/ 136737 h 285750"/>
              <a:gd name="connsiteX1" fmla="*/ 12097 w 219075"/>
              <a:gd name="connsiteY1" fmla="*/ 1292 h 285750"/>
              <a:gd name="connsiteX2" fmla="*/ 0 w 219075"/>
              <a:gd name="connsiteY2" fmla="*/ 7864 h 285750"/>
              <a:gd name="connsiteX3" fmla="*/ 0 w 219075"/>
              <a:gd name="connsiteY3" fmla="*/ 278755 h 285750"/>
              <a:gd name="connsiteX4" fmla="*/ 12097 w 219075"/>
              <a:gd name="connsiteY4" fmla="*/ 285327 h 285750"/>
              <a:gd name="connsiteX5" fmla="*/ 220885 w 219075"/>
              <a:gd name="connsiteY5" fmla="*/ 149882 h 285750"/>
              <a:gd name="connsiteX6" fmla="*/ 220885 w 219075"/>
              <a:gd name="connsiteY6" fmla="*/ 136737 h 285750"/>
              <a:gd name="connsiteX7" fmla="*/ 12097 w 219075"/>
              <a:gd name="connsiteY7" fmla="*/ 1292 h 285750"/>
              <a:gd name="connsiteX8" fmla="*/ 0 w 219075"/>
              <a:gd name="connsiteY8" fmla="*/ 7864 h 285750"/>
              <a:gd name="connsiteX9" fmla="*/ 0 w 219075"/>
              <a:gd name="connsiteY9" fmla="*/ 278755 h 285750"/>
              <a:gd name="connsiteX10" fmla="*/ 12097 w 219075"/>
              <a:gd name="connsiteY10" fmla="*/ 285327 h 285750"/>
              <a:gd name="connsiteX11" fmla="*/ 220885 w 219075"/>
              <a:gd name="connsiteY11" fmla="*/ 149882 h 285750"/>
              <a:gd name="connsiteX12" fmla="*/ 220885 w 219075"/>
              <a:gd name="connsiteY12" fmla="*/ 136737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075" h="285750">
                <a:moveTo>
                  <a:pt x="220885" y="136737"/>
                </a:move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739"/>
                  <a:pt x="225647" y="139785"/>
                  <a:pt x="220885" y="136737"/>
                </a:cubicBez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647" y="146739"/>
                  <a:pt x="225647" y="139785"/>
                  <a:pt x="220885" y="136737"/>
                </a:cubicBezTo>
                <a:close/>
              </a:path>
            </a:pathLst>
          </a:custGeom>
          <a:solidFill>
            <a:srgbClr val="29235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3FC53D3-B08A-441E-B630-CDAEB38C4BD4}"/>
              </a:ext>
            </a:extLst>
          </p:cNvPr>
          <p:cNvSpPr/>
          <p:nvPr/>
        </p:nvSpPr>
        <p:spPr>
          <a:xfrm>
            <a:off x="3148808" y="2678664"/>
            <a:ext cx="282175" cy="368054"/>
          </a:xfrm>
          <a:custGeom>
            <a:avLst/>
            <a:gdLst>
              <a:gd name="connsiteX0" fmla="*/ 220790 w 219075"/>
              <a:gd name="connsiteY0" fmla="*/ 136737 h 285750"/>
              <a:gd name="connsiteX1" fmla="*/ 12097 w 219075"/>
              <a:gd name="connsiteY1" fmla="*/ 1292 h 285750"/>
              <a:gd name="connsiteX2" fmla="*/ 0 w 219075"/>
              <a:gd name="connsiteY2" fmla="*/ 7864 h 285750"/>
              <a:gd name="connsiteX3" fmla="*/ 0 w 219075"/>
              <a:gd name="connsiteY3" fmla="*/ 278755 h 285750"/>
              <a:gd name="connsiteX4" fmla="*/ 12097 w 219075"/>
              <a:gd name="connsiteY4" fmla="*/ 285327 h 285750"/>
              <a:gd name="connsiteX5" fmla="*/ 220885 w 219075"/>
              <a:gd name="connsiteY5" fmla="*/ 149882 h 285750"/>
              <a:gd name="connsiteX6" fmla="*/ 220790 w 219075"/>
              <a:gd name="connsiteY6" fmla="*/ 136737 h 285750"/>
              <a:gd name="connsiteX7" fmla="*/ 12097 w 219075"/>
              <a:gd name="connsiteY7" fmla="*/ 1292 h 285750"/>
              <a:gd name="connsiteX8" fmla="*/ 0 w 219075"/>
              <a:gd name="connsiteY8" fmla="*/ 7864 h 285750"/>
              <a:gd name="connsiteX9" fmla="*/ 0 w 219075"/>
              <a:gd name="connsiteY9" fmla="*/ 278755 h 285750"/>
              <a:gd name="connsiteX10" fmla="*/ 12097 w 219075"/>
              <a:gd name="connsiteY10" fmla="*/ 285327 h 285750"/>
              <a:gd name="connsiteX11" fmla="*/ 220885 w 219075"/>
              <a:gd name="connsiteY11" fmla="*/ 149882 h 285750"/>
              <a:gd name="connsiteX12" fmla="*/ 220790 w 219075"/>
              <a:gd name="connsiteY12" fmla="*/ 136737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075" h="285750">
                <a:moveTo>
                  <a:pt x="220790" y="136737"/>
                </a:move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552" y="146739"/>
                  <a:pt x="225552" y="139785"/>
                  <a:pt x="220790" y="136737"/>
                </a:cubicBezTo>
                <a:lnTo>
                  <a:pt x="12097" y="1292"/>
                </a:lnTo>
                <a:cubicBezTo>
                  <a:pt x="6858" y="-2137"/>
                  <a:pt x="0" y="1673"/>
                  <a:pt x="0" y="7864"/>
                </a:cubicBezTo>
                <a:lnTo>
                  <a:pt x="0" y="278755"/>
                </a:lnTo>
                <a:cubicBezTo>
                  <a:pt x="0" y="284946"/>
                  <a:pt x="6858" y="288756"/>
                  <a:pt x="12097" y="285327"/>
                </a:cubicBezTo>
                <a:lnTo>
                  <a:pt x="220885" y="149882"/>
                </a:lnTo>
                <a:cubicBezTo>
                  <a:pt x="225552" y="146739"/>
                  <a:pt x="225552" y="139785"/>
                  <a:pt x="220790" y="136737"/>
                </a:cubicBezTo>
                <a:close/>
              </a:path>
            </a:pathLst>
          </a:custGeom>
          <a:solidFill>
            <a:srgbClr val="AE0F4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536CE5-3A26-46F7-A8DA-B9AB7BE57A4B}"/>
              </a:ext>
            </a:extLst>
          </p:cNvPr>
          <p:cNvGrpSpPr/>
          <p:nvPr/>
        </p:nvGrpSpPr>
        <p:grpSpPr>
          <a:xfrm>
            <a:off x="2158005" y="4354544"/>
            <a:ext cx="1497373" cy="792863"/>
            <a:chOff x="2158005" y="4354544"/>
            <a:chExt cx="1497373" cy="792863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118D5412-2656-4864-A75C-A3E0494A1F17}"/>
                </a:ext>
              </a:extLst>
            </p:cNvPr>
            <p:cNvSpPr/>
            <p:nvPr/>
          </p:nvSpPr>
          <p:spPr>
            <a:xfrm>
              <a:off x="2281361" y="43545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D0C90947-43DD-4B1F-A2CB-5970C90E6685}"/>
                </a:ext>
              </a:extLst>
            </p:cNvPr>
            <p:cNvSpPr/>
            <p:nvPr/>
          </p:nvSpPr>
          <p:spPr>
            <a:xfrm>
              <a:off x="2158005" y="46395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FBA0A1-2BD9-472F-BF73-F89F4BB568E8}"/>
              </a:ext>
            </a:extLst>
          </p:cNvPr>
          <p:cNvGrpSpPr/>
          <p:nvPr/>
        </p:nvGrpSpPr>
        <p:grpSpPr>
          <a:xfrm>
            <a:off x="5347311" y="4354544"/>
            <a:ext cx="1497373" cy="792863"/>
            <a:chOff x="5347311" y="4354544"/>
            <a:chExt cx="1497373" cy="792863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2D1E75FA-F5BB-4BB2-A427-CAC610DAF656}"/>
                </a:ext>
              </a:extLst>
            </p:cNvPr>
            <p:cNvSpPr/>
            <p:nvPr/>
          </p:nvSpPr>
          <p:spPr>
            <a:xfrm>
              <a:off x="5470667" y="43545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5C52C18F-8A9D-4F63-BD28-4B53F7FF3B6E}"/>
                </a:ext>
              </a:extLst>
            </p:cNvPr>
            <p:cNvSpPr/>
            <p:nvPr/>
          </p:nvSpPr>
          <p:spPr>
            <a:xfrm>
              <a:off x="5347311" y="46395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5681E0B-1D0B-4F2D-9999-497DA9F7F062}"/>
              </a:ext>
            </a:extLst>
          </p:cNvPr>
          <p:cNvGrpSpPr/>
          <p:nvPr/>
        </p:nvGrpSpPr>
        <p:grpSpPr>
          <a:xfrm>
            <a:off x="8538583" y="4354544"/>
            <a:ext cx="1497373" cy="792863"/>
            <a:chOff x="8538583" y="4354544"/>
            <a:chExt cx="1497373" cy="792863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22EBD021-FE49-432C-8980-D17A97453523}"/>
                </a:ext>
              </a:extLst>
            </p:cNvPr>
            <p:cNvSpPr/>
            <p:nvPr/>
          </p:nvSpPr>
          <p:spPr>
            <a:xfrm>
              <a:off x="8661939" y="4354544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E8222C49-4EC7-4CD8-9E09-47F8FF246199}"/>
                </a:ext>
              </a:extLst>
            </p:cNvPr>
            <p:cNvSpPr/>
            <p:nvPr/>
          </p:nvSpPr>
          <p:spPr>
            <a:xfrm>
              <a:off x="8538583" y="4639576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EA705E-402C-4F58-A93E-AFC82C176B91}"/>
              </a:ext>
            </a:extLst>
          </p:cNvPr>
          <p:cNvGrpSpPr/>
          <p:nvPr/>
        </p:nvGrpSpPr>
        <p:grpSpPr>
          <a:xfrm>
            <a:off x="3745604" y="2151643"/>
            <a:ext cx="1497373" cy="792863"/>
            <a:chOff x="3745604" y="2151643"/>
            <a:chExt cx="1497373" cy="792863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FBA2561-BA66-430F-A76C-EEAE3D49E0FF}"/>
                </a:ext>
              </a:extLst>
            </p:cNvPr>
            <p:cNvSpPr/>
            <p:nvPr/>
          </p:nvSpPr>
          <p:spPr>
            <a:xfrm>
              <a:off x="3868960" y="2151643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DF4928B3-B6B5-493A-9568-47AB54C72471}"/>
                </a:ext>
              </a:extLst>
            </p:cNvPr>
            <p:cNvSpPr/>
            <p:nvPr/>
          </p:nvSpPr>
          <p:spPr>
            <a:xfrm>
              <a:off x="3745604" y="2436675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1E2841-C309-4557-878F-6662DA59094E}"/>
              </a:ext>
            </a:extLst>
          </p:cNvPr>
          <p:cNvGrpSpPr/>
          <p:nvPr/>
        </p:nvGrpSpPr>
        <p:grpSpPr>
          <a:xfrm>
            <a:off x="6930742" y="2151643"/>
            <a:ext cx="1497373" cy="792863"/>
            <a:chOff x="6930742" y="2151643"/>
            <a:chExt cx="1497373" cy="792863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653C27DF-96DA-4027-854E-1ECE7F986F2D}"/>
                </a:ext>
              </a:extLst>
            </p:cNvPr>
            <p:cNvSpPr/>
            <p:nvPr/>
          </p:nvSpPr>
          <p:spPr>
            <a:xfrm>
              <a:off x="7054098" y="2151643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706FC4D-204A-427E-9659-7E35601F4F2E}"/>
                </a:ext>
              </a:extLst>
            </p:cNvPr>
            <p:cNvSpPr/>
            <p:nvPr/>
          </p:nvSpPr>
          <p:spPr>
            <a:xfrm>
              <a:off x="6930742" y="2436675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EFECC0B-E2B0-428D-ABD0-98A10090D1B8}"/>
              </a:ext>
            </a:extLst>
          </p:cNvPr>
          <p:cNvGrpSpPr/>
          <p:nvPr/>
        </p:nvGrpSpPr>
        <p:grpSpPr>
          <a:xfrm>
            <a:off x="2349763" y="2768907"/>
            <a:ext cx="7481118" cy="1774265"/>
            <a:chOff x="2349763" y="2768907"/>
            <a:chExt cx="7481118" cy="177426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825E985-D932-4026-A6CA-5E08F68A1D39}"/>
                </a:ext>
              </a:extLst>
            </p:cNvPr>
            <p:cNvSpPr/>
            <p:nvPr/>
          </p:nvSpPr>
          <p:spPr>
            <a:xfrm>
              <a:off x="3602006" y="3647574"/>
              <a:ext cx="1791196" cy="895598"/>
            </a:xfrm>
            <a:custGeom>
              <a:avLst/>
              <a:gdLst>
                <a:gd name="connsiteX0" fmla="*/ 1234726 w 1390650"/>
                <a:gd name="connsiteY0" fmla="*/ 0 h 695325"/>
                <a:gd name="connsiteX1" fmla="*/ 1234726 w 1390650"/>
                <a:gd name="connsiteY1" fmla="*/ 414528 h 695325"/>
                <a:gd name="connsiteX2" fmla="*/ 1111853 w 1390650"/>
                <a:gd name="connsiteY2" fmla="*/ 537496 h 695325"/>
                <a:gd name="connsiteX3" fmla="*/ 280892 w 1390650"/>
                <a:gd name="connsiteY3" fmla="*/ 537496 h 695325"/>
                <a:gd name="connsiteX4" fmla="*/ 158020 w 1390650"/>
                <a:gd name="connsiteY4" fmla="*/ 414528 h 695325"/>
                <a:gd name="connsiteX5" fmla="*/ 158020 w 1390650"/>
                <a:gd name="connsiteY5" fmla="*/ 0 h 695325"/>
                <a:gd name="connsiteX6" fmla="*/ 0 w 1390650"/>
                <a:gd name="connsiteY6" fmla="*/ 0 h 695325"/>
                <a:gd name="connsiteX7" fmla="*/ 0 w 1390650"/>
                <a:gd name="connsiteY7" fmla="*/ 414528 h 695325"/>
                <a:gd name="connsiteX8" fmla="*/ 280797 w 1390650"/>
                <a:gd name="connsiteY8" fmla="*/ 695706 h 695325"/>
                <a:gd name="connsiteX9" fmla="*/ 1111758 w 1390650"/>
                <a:gd name="connsiteY9" fmla="*/ 695706 h 695325"/>
                <a:gd name="connsiteX10" fmla="*/ 1392555 w 1390650"/>
                <a:gd name="connsiteY10" fmla="*/ 414528 h 695325"/>
                <a:gd name="connsiteX11" fmla="*/ 1392555 w 1390650"/>
                <a:gd name="connsiteY11" fmla="*/ 0 h 695325"/>
                <a:gd name="connsiteX12" fmla="*/ 1234726 w 1390650"/>
                <a:gd name="connsiteY12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90650" h="695325">
                  <a:moveTo>
                    <a:pt x="1234726" y="0"/>
                  </a:moveTo>
                  <a:lnTo>
                    <a:pt x="1234726" y="414528"/>
                  </a:lnTo>
                  <a:cubicBezTo>
                    <a:pt x="1234726" y="482441"/>
                    <a:pt x="1179767" y="537496"/>
                    <a:pt x="1111853" y="537496"/>
                  </a:cubicBezTo>
                  <a:lnTo>
                    <a:pt x="280892" y="537496"/>
                  </a:lnTo>
                  <a:cubicBezTo>
                    <a:pt x="213074" y="537496"/>
                    <a:pt x="158020" y="482441"/>
                    <a:pt x="158020" y="414528"/>
                  </a:cubicBezTo>
                  <a:lnTo>
                    <a:pt x="158020" y="0"/>
                  </a:lnTo>
                  <a:lnTo>
                    <a:pt x="0" y="0"/>
                  </a:lnTo>
                  <a:lnTo>
                    <a:pt x="0" y="414528"/>
                  </a:lnTo>
                  <a:cubicBezTo>
                    <a:pt x="0" y="569786"/>
                    <a:pt x="125730" y="695706"/>
                    <a:pt x="280797" y="695706"/>
                  </a:cubicBezTo>
                  <a:lnTo>
                    <a:pt x="1111758" y="695706"/>
                  </a:lnTo>
                  <a:cubicBezTo>
                    <a:pt x="1266825" y="695706"/>
                    <a:pt x="1392555" y="569881"/>
                    <a:pt x="1392555" y="414528"/>
                  </a:cubicBezTo>
                  <a:lnTo>
                    <a:pt x="1392555" y="0"/>
                  </a:lnTo>
                  <a:lnTo>
                    <a:pt x="1234726" y="0"/>
                  </a:lnTo>
                  <a:close/>
                </a:path>
              </a:pathLst>
            </a:custGeom>
            <a:solidFill>
              <a:srgbClr val="6FBF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329D2B8-D4BD-42FA-962D-790A136F8618}"/>
                </a:ext>
              </a:extLst>
            </p:cNvPr>
            <p:cNvSpPr/>
            <p:nvPr/>
          </p:nvSpPr>
          <p:spPr>
            <a:xfrm>
              <a:off x="5191752" y="2768907"/>
              <a:ext cx="1791196" cy="895598"/>
            </a:xfrm>
            <a:custGeom>
              <a:avLst/>
              <a:gdLst>
                <a:gd name="connsiteX0" fmla="*/ 158210 w 1390650"/>
                <a:gd name="connsiteY0" fmla="*/ 695706 h 695325"/>
                <a:gd name="connsiteX1" fmla="*/ 158210 w 1390650"/>
                <a:gd name="connsiteY1" fmla="*/ 281178 h 695325"/>
                <a:gd name="connsiteX2" fmla="*/ 281178 w 1390650"/>
                <a:gd name="connsiteY2" fmla="*/ 158210 h 695325"/>
                <a:gd name="connsiteX3" fmla="*/ 1113091 w 1390650"/>
                <a:gd name="connsiteY3" fmla="*/ 158210 h 695325"/>
                <a:gd name="connsiteX4" fmla="*/ 1236059 w 1390650"/>
                <a:gd name="connsiteY4" fmla="*/ 281178 h 695325"/>
                <a:gd name="connsiteX5" fmla="*/ 1236059 w 1390650"/>
                <a:gd name="connsiteY5" fmla="*/ 695706 h 695325"/>
                <a:gd name="connsiteX6" fmla="*/ 1394270 w 1390650"/>
                <a:gd name="connsiteY6" fmla="*/ 695706 h 695325"/>
                <a:gd name="connsiteX7" fmla="*/ 1394270 w 1390650"/>
                <a:gd name="connsiteY7" fmla="*/ 281178 h 695325"/>
                <a:gd name="connsiteX8" fmla="*/ 1113091 w 1390650"/>
                <a:gd name="connsiteY8" fmla="*/ 0 h 695325"/>
                <a:gd name="connsiteX9" fmla="*/ 281178 w 1390650"/>
                <a:gd name="connsiteY9" fmla="*/ 0 h 695325"/>
                <a:gd name="connsiteX10" fmla="*/ 0 w 1390650"/>
                <a:gd name="connsiteY10" fmla="*/ 281178 h 695325"/>
                <a:gd name="connsiteX11" fmla="*/ 0 w 1390650"/>
                <a:gd name="connsiteY11" fmla="*/ 695706 h 695325"/>
                <a:gd name="connsiteX12" fmla="*/ 158210 w 1390650"/>
                <a:gd name="connsiteY12" fmla="*/ 695706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90650" h="695325">
                  <a:moveTo>
                    <a:pt x="158210" y="695706"/>
                  </a:moveTo>
                  <a:lnTo>
                    <a:pt x="158210" y="281178"/>
                  </a:lnTo>
                  <a:cubicBezTo>
                    <a:pt x="158210" y="213265"/>
                    <a:pt x="213265" y="158210"/>
                    <a:pt x="281178" y="158210"/>
                  </a:cubicBezTo>
                  <a:lnTo>
                    <a:pt x="1113091" y="158210"/>
                  </a:lnTo>
                  <a:cubicBezTo>
                    <a:pt x="1181005" y="158210"/>
                    <a:pt x="1236059" y="213265"/>
                    <a:pt x="1236059" y="281178"/>
                  </a:cubicBezTo>
                  <a:lnTo>
                    <a:pt x="1236059" y="695706"/>
                  </a:lnTo>
                  <a:lnTo>
                    <a:pt x="1394270" y="695706"/>
                  </a:lnTo>
                  <a:lnTo>
                    <a:pt x="1394270" y="281178"/>
                  </a:lnTo>
                  <a:cubicBezTo>
                    <a:pt x="1394270" y="125920"/>
                    <a:pt x="1268444" y="0"/>
                    <a:pt x="1113091" y="0"/>
                  </a:cubicBezTo>
                  <a:lnTo>
                    <a:pt x="281178" y="0"/>
                  </a:lnTo>
                  <a:cubicBezTo>
                    <a:pt x="125921" y="0"/>
                    <a:pt x="0" y="125825"/>
                    <a:pt x="0" y="281178"/>
                  </a:cubicBezTo>
                  <a:lnTo>
                    <a:pt x="0" y="695706"/>
                  </a:lnTo>
                  <a:lnTo>
                    <a:pt x="158210" y="695706"/>
                  </a:lnTo>
                  <a:close/>
                </a:path>
              </a:pathLst>
            </a:custGeom>
            <a:solidFill>
              <a:srgbClr val="FFC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809C670-D8FC-45BC-BD07-FB978E007CAC}"/>
                </a:ext>
              </a:extLst>
            </p:cNvPr>
            <p:cNvSpPr/>
            <p:nvPr/>
          </p:nvSpPr>
          <p:spPr>
            <a:xfrm>
              <a:off x="6783831" y="3647574"/>
              <a:ext cx="1791196" cy="895598"/>
            </a:xfrm>
            <a:custGeom>
              <a:avLst/>
              <a:gdLst>
                <a:gd name="connsiteX0" fmla="*/ 157829 w 1390650"/>
                <a:gd name="connsiteY0" fmla="*/ 0 h 695325"/>
                <a:gd name="connsiteX1" fmla="*/ 157829 w 1390650"/>
                <a:gd name="connsiteY1" fmla="*/ 414528 h 695325"/>
                <a:gd name="connsiteX2" fmla="*/ 280702 w 1390650"/>
                <a:gd name="connsiteY2" fmla="*/ 537496 h 695325"/>
                <a:gd name="connsiteX3" fmla="*/ 1111663 w 1390650"/>
                <a:gd name="connsiteY3" fmla="*/ 537496 h 695325"/>
                <a:gd name="connsiteX4" fmla="*/ 1234535 w 1390650"/>
                <a:gd name="connsiteY4" fmla="*/ 414528 h 695325"/>
                <a:gd name="connsiteX5" fmla="*/ 1234535 w 1390650"/>
                <a:gd name="connsiteY5" fmla="*/ 0 h 695325"/>
                <a:gd name="connsiteX6" fmla="*/ 1392555 w 1390650"/>
                <a:gd name="connsiteY6" fmla="*/ 0 h 695325"/>
                <a:gd name="connsiteX7" fmla="*/ 1392555 w 1390650"/>
                <a:gd name="connsiteY7" fmla="*/ 414528 h 695325"/>
                <a:gd name="connsiteX8" fmla="*/ 1111758 w 1390650"/>
                <a:gd name="connsiteY8" fmla="*/ 695706 h 695325"/>
                <a:gd name="connsiteX9" fmla="*/ 280797 w 1390650"/>
                <a:gd name="connsiteY9" fmla="*/ 695706 h 695325"/>
                <a:gd name="connsiteX10" fmla="*/ 0 w 1390650"/>
                <a:gd name="connsiteY10" fmla="*/ 414528 h 695325"/>
                <a:gd name="connsiteX11" fmla="*/ 0 w 1390650"/>
                <a:gd name="connsiteY11" fmla="*/ 0 h 695325"/>
                <a:gd name="connsiteX12" fmla="*/ 157829 w 1390650"/>
                <a:gd name="connsiteY12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90650" h="695325">
                  <a:moveTo>
                    <a:pt x="157829" y="0"/>
                  </a:moveTo>
                  <a:lnTo>
                    <a:pt x="157829" y="414528"/>
                  </a:lnTo>
                  <a:cubicBezTo>
                    <a:pt x="157829" y="482441"/>
                    <a:pt x="212788" y="537496"/>
                    <a:pt x="280702" y="537496"/>
                  </a:cubicBezTo>
                  <a:lnTo>
                    <a:pt x="1111663" y="537496"/>
                  </a:lnTo>
                  <a:cubicBezTo>
                    <a:pt x="1179481" y="537496"/>
                    <a:pt x="1234535" y="482441"/>
                    <a:pt x="1234535" y="414528"/>
                  </a:cubicBezTo>
                  <a:lnTo>
                    <a:pt x="1234535" y="0"/>
                  </a:lnTo>
                  <a:lnTo>
                    <a:pt x="1392555" y="0"/>
                  </a:lnTo>
                  <a:lnTo>
                    <a:pt x="1392555" y="414528"/>
                  </a:lnTo>
                  <a:cubicBezTo>
                    <a:pt x="1392555" y="569786"/>
                    <a:pt x="1266825" y="695706"/>
                    <a:pt x="1111758" y="695706"/>
                  </a:cubicBezTo>
                  <a:lnTo>
                    <a:pt x="280797" y="695706"/>
                  </a:lnTo>
                  <a:cubicBezTo>
                    <a:pt x="125730" y="695706"/>
                    <a:pt x="0" y="569881"/>
                    <a:pt x="0" y="414528"/>
                  </a:cubicBezTo>
                  <a:lnTo>
                    <a:pt x="0" y="0"/>
                  </a:lnTo>
                  <a:lnTo>
                    <a:pt x="157829" y="0"/>
                  </a:lnTo>
                  <a:close/>
                </a:path>
              </a:pathLst>
            </a:custGeom>
            <a:solidFill>
              <a:srgbClr val="F392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4C3CA35-4875-4A4C-9E9F-5C40D23A5EA2}"/>
                </a:ext>
              </a:extLst>
            </p:cNvPr>
            <p:cNvSpPr/>
            <p:nvPr/>
          </p:nvSpPr>
          <p:spPr>
            <a:xfrm>
              <a:off x="2349763" y="2768907"/>
              <a:ext cx="1447679" cy="895598"/>
            </a:xfrm>
            <a:custGeom>
              <a:avLst/>
              <a:gdLst>
                <a:gd name="connsiteX0" fmla="*/ 849249 w 1123950"/>
                <a:gd name="connsiteY0" fmla="*/ 0 h 695325"/>
                <a:gd name="connsiteX1" fmla="*/ 17240 w 1123950"/>
                <a:gd name="connsiteY1" fmla="*/ 0 h 695325"/>
                <a:gd name="connsiteX2" fmla="*/ 0 w 1123950"/>
                <a:gd name="connsiteY2" fmla="*/ 571 h 695325"/>
                <a:gd name="connsiteX3" fmla="*/ 0 w 1123950"/>
                <a:gd name="connsiteY3" fmla="*/ 159544 h 695325"/>
                <a:gd name="connsiteX4" fmla="*/ 17240 w 1123950"/>
                <a:gd name="connsiteY4" fmla="*/ 158210 h 695325"/>
                <a:gd name="connsiteX5" fmla="*/ 849249 w 1123950"/>
                <a:gd name="connsiteY5" fmla="*/ 158210 h 695325"/>
                <a:gd name="connsiteX6" fmla="*/ 972217 w 1123950"/>
                <a:gd name="connsiteY6" fmla="*/ 281178 h 695325"/>
                <a:gd name="connsiteX7" fmla="*/ 972217 w 1123950"/>
                <a:gd name="connsiteY7" fmla="*/ 695706 h 695325"/>
                <a:gd name="connsiteX8" fmla="*/ 1130427 w 1123950"/>
                <a:gd name="connsiteY8" fmla="*/ 695706 h 695325"/>
                <a:gd name="connsiteX9" fmla="*/ 1130427 w 1123950"/>
                <a:gd name="connsiteY9" fmla="*/ 281178 h 695325"/>
                <a:gd name="connsiteX10" fmla="*/ 849249 w 1123950"/>
                <a:gd name="connsiteY10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3950" h="695325">
                  <a:moveTo>
                    <a:pt x="849249" y="0"/>
                  </a:moveTo>
                  <a:lnTo>
                    <a:pt x="17240" y="0"/>
                  </a:lnTo>
                  <a:cubicBezTo>
                    <a:pt x="11430" y="0"/>
                    <a:pt x="5715" y="190"/>
                    <a:pt x="0" y="571"/>
                  </a:cubicBezTo>
                  <a:lnTo>
                    <a:pt x="0" y="159544"/>
                  </a:lnTo>
                  <a:cubicBezTo>
                    <a:pt x="5620" y="158782"/>
                    <a:pt x="11430" y="158210"/>
                    <a:pt x="17240" y="158210"/>
                  </a:cubicBezTo>
                  <a:lnTo>
                    <a:pt x="849249" y="158210"/>
                  </a:lnTo>
                  <a:cubicBezTo>
                    <a:pt x="917162" y="158210"/>
                    <a:pt x="972217" y="213265"/>
                    <a:pt x="972217" y="281178"/>
                  </a:cubicBezTo>
                  <a:lnTo>
                    <a:pt x="972217" y="695706"/>
                  </a:lnTo>
                  <a:lnTo>
                    <a:pt x="1130427" y="695706"/>
                  </a:lnTo>
                  <a:lnTo>
                    <a:pt x="1130427" y="281178"/>
                  </a:lnTo>
                  <a:cubicBezTo>
                    <a:pt x="1130332" y="125920"/>
                    <a:pt x="1004507" y="0"/>
                    <a:pt x="849249" y="0"/>
                  </a:cubicBezTo>
                  <a:close/>
                </a:path>
              </a:pathLst>
            </a:custGeom>
            <a:solidFill>
              <a:srgbClr val="E368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F8A843-84F8-4EE7-BAC2-278FAB0C1A6E}"/>
                </a:ext>
              </a:extLst>
            </p:cNvPr>
            <p:cNvSpPr/>
            <p:nvPr/>
          </p:nvSpPr>
          <p:spPr>
            <a:xfrm flipH="1">
              <a:off x="8383202" y="2768907"/>
              <a:ext cx="1447679" cy="895598"/>
            </a:xfrm>
            <a:custGeom>
              <a:avLst/>
              <a:gdLst>
                <a:gd name="connsiteX0" fmla="*/ 849249 w 1123950"/>
                <a:gd name="connsiteY0" fmla="*/ 0 h 695325"/>
                <a:gd name="connsiteX1" fmla="*/ 17240 w 1123950"/>
                <a:gd name="connsiteY1" fmla="*/ 0 h 695325"/>
                <a:gd name="connsiteX2" fmla="*/ 0 w 1123950"/>
                <a:gd name="connsiteY2" fmla="*/ 571 h 695325"/>
                <a:gd name="connsiteX3" fmla="*/ 0 w 1123950"/>
                <a:gd name="connsiteY3" fmla="*/ 159544 h 695325"/>
                <a:gd name="connsiteX4" fmla="*/ 17240 w 1123950"/>
                <a:gd name="connsiteY4" fmla="*/ 158210 h 695325"/>
                <a:gd name="connsiteX5" fmla="*/ 849249 w 1123950"/>
                <a:gd name="connsiteY5" fmla="*/ 158210 h 695325"/>
                <a:gd name="connsiteX6" fmla="*/ 972217 w 1123950"/>
                <a:gd name="connsiteY6" fmla="*/ 281178 h 695325"/>
                <a:gd name="connsiteX7" fmla="*/ 972217 w 1123950"/>
                <a:gd name="connsiteY7" fmla="*/ 695706 h 695325"/>
                <a:gd name="connsiteX8" fmla="*/ 1130427 w 1123950"/>
                <a:gd name="connsiteY8" fmla="*/ 695706 h 695325"/>
                <a:gd name="connsiteX9" fmla="*/ 1130427 w 1123950"/>
                <a:gd name="connsiteY9" fmla="*/ 281178 h 695325"/>
                <a:gd name="connsiteX10" fmla="*/ 849249 w 1123950"/>
                <a:gd name="connsiteY10" fmla="*/ 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3950" h="695325">
                  <a:moveTo>
                    <a:pt x="849249" y="0"/>
                  </a:moveTo>
                  <a:lnTo>
                    <a:pt x="17240" y="0"/>
                  </a:lnTo>
                  <a:cubicBezTo>
                    <a:pt x="11430" y="0"/>
                    <a:pt x="5715" y="190"/>
                    <a:pt x="0" y="571"/>
                  </a:cubicBezTo>
                  <a:lnTo>
                    <a:pt x="0" y="159544"/>
                  </a:lnTo>
                  <a:cubicBezTo>
                    <a:pt x="5620" y="158782"/>
                    <a:pt x="11430" y="158210"/>
                    <a:pt x="17240" y="158210"/>
                  </a:cubicBezTo>
                  <a:lnTo>
                    <a:pt x="849249" y="158210"/>
                  </a:lnTo>
                  <a:cubicBezTo>
                    <a:pt x="917162" y="158210"/>
                    <a:pt x="972217" y="213265"/>
                    <a:pt x="972217" y="281178"/>
                  </a:cubicBezTo>
                  <a:lnTo>
                    <a:pt x="972217" y="695706"/>
                  </a:lnTo>
                  <a:lnTo>
                    <a:pt x="1130427" y="695706"/>
                  </a:lnTo>
                  <a:lnTo>
                    <a:pt x="1130427" y="281178"/>
                  </a:lnTo>
                  <a:cubicBezTo>
                    <a:pt x="1130332" y="125920"/>
                    <a:pt x="1004507" y="0"/>
                    <a:pt x="849249" y="0"/>
                  </a:cubicBezTo>
                  <a:close/>
                </a:path>
              </a:pathLst>
            </a:custGeom>
            <a:solidFill>
              <a:srgbClr val="951B8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49D6155-BA04-42ED-BA2A-FB215A210A25}"/>
              </a:ext>
            </a:extLst>
          </p:cNvPr>
          <p:cNvGrpSpPr/>
          <p:nvPr/>
        </p:nvGrpSpPr>
        <p:grpSpPr>
          <a:xfrm>
            <a:off x="2349641" y="3103959"/>
            <a:ext cx="1104162" cy="1116430"/>
            <a:chOff x="2349641" y="3103959"/>
            <a:chExt cx="1104162" cy="1116430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72C6CDE-D8EA-483A-8F6C-2CCD171CA561}"/>
                </a:ext>
              </a:extLst>
            </p:cNvPr>
            <p:cNvSpPr/>
            <p:nvPr/>
          </p:nvSpPr>
          <p:spPr>
            <a:xfrm>
              <a:off x="2349641" y="3103959"/>
              <a:ext cx="1104162" cy="1116430"/>
            </a:xfrm>
            <a:custGeom>
              <a:avLst/>
              <a:gdLst>
                <a:gd name="connsiteX0" fmla="*/ 770477 w 857250"/>
                <a:gd name="connsiteY0" fmla="*/ 866775 h 866775"/>
                <a:gd name="connsiteX1" fmla="*/ 96203 w 857250"/>
                <a:gd name="connsiteY1" fmla="*/ 866775 h 866775"/>
                <a:gd name="connsiteX2" fmla="*/ 0 w 857250"/>
                <a:gd name="connsiteY2" fmla="*/ 770573 h 866775"/>
                <a:gd name="connsiteX3" fmla="*/ 0 w 857250"/>
                <a:gd name="connsiteY3" fmla="*/ 96202 h 866775"/>
                <a:gd name="connsiteX4" fmla="*/ 96203 w 857250"/>
                <a:gd name="connsiteY4" fmla="*/ 0 h 866775"/>
                <a:gd name="connsiteX5" fmla="*/ 770477 w 857250"/>
                <a:gd name="connsiteY5" fmla="*/ 0 h 866775"/>
                <a:gd name="connsiteX6" fmla="*/ 866680 w 857250"/>
                <a:gd name="connsiteY6" fmla="*/ 96202 h 866775"/>
                <a:gd name="connsiteX7" fmla="*/ 866680 w 857250"/>
                <a:gd name="connsiteY7" fmla="*/ 770477 h 866775"/>
                <a:gd name="connsiteX8" fmla="*/ 770477 w 857250"/>
                <a:gd name="connsiteY8" fmla="*/ 866775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7250" h="866775">
                  <a:moveTo>
                    <a:pt x="770477" y="866775"/>
                  </a:moveTo>
                  <a:lnTo>
                    <a:pt x="96203" y="866775"/>
                  </a:lnTo>
                  <a:cubicBezTo>
                    <a:pt x="43053" y="866775"/>
                    <a:pt x="0" y="823722"/>
                    <a:pt x="0" y="770573"/>
                  </a:cubicBezTo>
                  <a:lnTo>
                    <a:pt x="0" y="96202"/>
                  </a:lnTo>
                  <a:cubicBezTo>
                    <a:pt x="0" y="43053"/>
                    <a:pt x="43053" y="0"/>
                    <a:pt x="96203" y="0"/>
                  </a:cubicBezTo>
                  <a:lnTo>
                    <a:pt x="770477" y="0"/>
                  </a:lnTo>
                  <a:cubicBezTo>
                    <a:pt x="823627" y="0"/>
                    <a:pt x="866680" y="43053"/>
                    <a:pt x="866680" y="96202"/>
                  </a:cubicBezTo>
                  <a:lnTo>
                    <a:pt x="866680" y="770477"/>
                  </a:lnTo>
                  <a:cubicBezTo>
                    <a:pt x="866680" y="823627"/>
                    <a:pt x="823627" y="866775"/>
                    <a:pt x="770477" y="866775"/>
                  </a:cubicBezTo>
                  <a:close/>
                </a:path>
              </a:pathLst>
            </a:custGeom>
            <a:solidFill>
              <a:srgbClr val="E368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FEB347F-38B2-479B-BBDD-1C6E0F76B914}"/>
                </a:ext>
              </a:extLst>
            </p:cNvPr>
            <p:cNvSpPr/>
            <p:nvPr/>
          </p:nvSpPr>
          <p:spPr>
            <a:xfrm>
              <a:off x="2478969" y="3453545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C32A0-FCFF-4C43-A5C6-A29EC088E225}"/>
              </a:ext>
            </a:extLst>
          </p:cNvPr>
          <p:cNvGrpSpPr/>
          <p:nvPr/>
        </p:nvGrpSpPr>
        <p:grpSpPr>
          <a:xfrm>
            <a:off x="3942210" y="3103959"/>
            <a:ext cx="1104162" cy="1116430"/>
            <a:chOff x="3942210" y="3103959"/>
            <a:chExt cx="1104162" cy="111643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CFA70C4-D52A-46B5-AC24-F7585DB79F93}"/>
                </a:ext>
              </a:extLst>
            </p:cNvPr>
            <p:cNvSpPr/>
            <p:nvPr/>
          </p:nvSpPr>
          <p:spPr>
            <a:xfrm>
              <a:off x="3942210" y="3103959"/>
              <a:ext cx="1104162" cy="1116430"/>
            </a:xfrm>
            <a:custGeom>
              <a:avLst/>
              <a:gdLst>
                <a:gd name="connsiteX0" fmla="*/ 770477 w 857250"/>
                <a:gd name="connsiteY0" fmla="*/ 866775 h 866775"/>
                <a:gd name="connsiteX1" fmla="*/ 96203 w 857250"/>
                <a:gd name="connsiteY1" fmla="*/ 866775 h 866775"/>
                <a:gd name="connsiteX2" fmla="*/ 0 w 857250"/>
                <a:gd name="connsiteY2" fmla="*/ 770573 h 866775"/>
                <a:gd name="connsiteX3" fmla="*/ 0 w 857250"/>
                <a:gd name="connsiteY3" fmla="*/ 96202 h 866775"/>
                <a:gd name="connsiteX4" fmla="*/ 96203 w 857250"/>
                <a:gd name="connsiteY4" fmla="*/ 0 h 866775"/>
                <a:gd name="connsiteX5" fmla="*/ 770477 w 857250"/>
                <a:gd name="connsiteY5" fmla="*/ 0 h 866775"/>
                <a:gd name="connsiteX6" fmla="*/ 866680 w 857250"/>
                <a:gd name="connsiteY6" fmla="*/ 96202 h 866775"/>
                <a:gd name="connsiteX7" fmla="*/ 866680 w 857250"/>
                <a:gd name="connsiteY7" fmla="*/ 770477 h 866775"/>
                <a:gd name="connsiteX8" fmla="*/ 770477 w 857250"/>
                <a:gd name="connsiteY8" fmla="*/ 866775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7250" h="866775">
                  <a:moveTo>
                    <a:pt x="770477" y="866775"/>
                  </a:moveTo>
                  <a:lnTo>
                    <a:pt x="96203" y="866775"/>
                  </a:lnTo>
                  <a:cubicBezTo>
                    <a:pt x="43053" y="866775"/>
                    <a:pt x="0" y="823722"/>
                    <a:pt x="0" y="770573"/>
                  </a:cubicBezTo>
                  <a:lnTo>
                    <a:pt x="0" y="96202"/>
                  </a:lnTo>
                  <a:cubicBezTo>
                    <a:pt x="0" y="43053"/>
                    <a:pt x="43053" y="0"/>
                    <a:pt x="96203" y="0"/>
                  </a:cubicBezTo>
                  <a:lnTo>
                    <a:pt x="770477" y="0"/>
                  </a:lnTo>
                  <a:cubicBezTo>
                    <a:pt x="823627" y="0"/>
                    <a:pt x="866680" y="43053"/>
                    <a:pt x="866680" y="96202"/>
                  </a:cubicBezTo>
                  <a:lnTo>
                    <a:pt x="866680" y="770477"/>
                  </a:lnTo>
                  <a:cubicBezTo>
                    <a:pt x="866680" y="823627"/>
                    <a:pt x="823627" y="866775"/>
                    <a:pt x="770477" y="866775"/>
                  </a:cubicBezTo>
                  <a:close/>
                </a:path>
              </a:pathLst>
            </a:custGeom>
            <a:solidFill>
              <a:srgbClr val="6FBF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A9F7C7-EDFC-4EBF-9C1F-A4A2B32ECCAC}"/>
                </a:ext>
              </a:extLst>
            </p:cNvPr>
            <p:cNvSpPr/>
            <p:nvPr/>
          </p:nvSpPr>
          <p:spPr>
            <a:xfrm>
              <a:off x="4065826" y="3453545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154453A-BC0F-4F3B-B293-92367D7CAA11}"/>
              </a:ext>
            </a:extLst>
          </p:cNvPr>
          <p:cNvGrpSpPr/>
          <p:nvPr/>
        </p:nvGrpSpPr>
        <p:grpSpPr>
          <a:xfrm>
            <a:off x="5534656" y="3103959"/>
            <a:ext cx="1104162" cy="1116430"/>
            <a:chOff x="5534656" y="3103959"/>
            <a:chExt cx="1104162" cy="1116430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1E5D1C5-2E93-4B58-BB3F-7C0E521248EB}"/>
                </a:ext>
              </a:extLst>
            </p:cNvPr>
            <p:cNvSpPr/>
            <p:nvPr/>
          </p:nvSpPr>
          <p:spPr>
            <a:xfrm>
              <a:off x="5534656" y="3103959"/>
              <a:ext cx="1104162" cy="1116430"/>
            </a:xfrm>
            <a:custGeom>
              <a:avLst/>
              <a:gdLst>
                <a:gd name="connsiteX0" fmla="*/ 770477 w 857250"/>
                <a:gd name="connsiteY0" fmla="*/ 866775 h 866775"/>
                <a:gd name="connsiteX1" fmla="*/ 96202 w 857250"/>
                <a:gd name="connsiteY1" fmla="*/ 866775 h 866775"/>
                <a:gd name="connsiteX2" fmla="*/ 0 w 857250"/>
                <a:gd name="connsiteY2" fmla="*/ 770573 h 866775"/>
                <a:gd name="connsiteX3" fmla="*/ 0 w 857250"/>
                <a:gd name="connsiteY3" fmla="*/ 96202 h 866775"/>
                <a:gd name="connsiteX4" fmla="*/ 96202 w 857250"/>
                <a:gd name="connsiteY4" fmla="*/ 0 h 866775"/>
                <a:gd name="connsiteX5" fmla="*/ 770477 w 857250"/>
                <a:gd name="connsiteY5" fmla="*/ 0 h 866775"/>
                <a:gd name="connsiteX6" fmla="*/ 866680 w 857250"/>
                <a:gd name="connsiteY6" fmla="*/ 96202 h 866775"/>
                <a:gd name="connsiteX7" fmla="*/ 866680 w 857250"/>
                <a:gd name="connsiteY7" fmla="*/ 770477 h 866775"/>
                <a:gd name="connsiteX8" fmla="*/ 770477 w 857250"/>
                <a:gd name="connsiteY8" fmla="*/ 866775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7250" h="866775">
                  <a:moveTo>
                    <a:pt x="770477" y="866775"/>
                  </a:moveTo>
                  <a:lnTo>
                    <a:pt x="96202" y="866775"/>
                  </a:lnTo>
                  <a:cubicBezTo>
                    <a:pt x="43053" y="866775"/>
                    <a:pt x="0" y="823722"/>
                    <a:pt x="0" y="770573"/>
                  </a:cubicBezTo>
                  <a:lnTo>
                    <a:pt x="0" y="96202"/>
                  </a:lnTo>
                  <a:cubicBezTo>
                    <a:pt x="0" y="43053"/>
                    <a:pt x="43053" y="0"/>
                    <a:pt x="96202" y="0"/>
                  </a:cubicBezTo>
                  <a:lnTo>
                    <a:pt x="770477" y="0"/>
                  </a:lnTo>
                  <a:cubicBezTo>
                    <a:pt x="823627" y="0"/>
                    <a:pt x="866680" y="43053"/>
                    <a:pt x="866680" y="96202"/>
                  </a:cubicBezTo>
                  <a:lnTo>
                    <a:pt x="866680" y="770477"/>
                  </a:lnTo>
                  <a:cubicBezTo>
                    <a:pt x="866680" y="823627"/>
                    <a:pt x="823627" y="866775"/>
                    <a:pt x="770477" y="866775"/>
                  </a:cubicBezTo>
                  <a:close/>
                </a:path>
              </a:pathLst>
            </a:custGeom>
            <a:solidFill>
              <a:srgbClr val="FFC9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FDDC62-5578-4507-910E-7F7C520E50D6}"/>
                </a:ext>
              </a:extLst>
            </p:cNvPr>
            <p:cNvSpPr/>
            <p:nvPr/>
          </p:nvSpPr>
          <p:spPr>
            <a:xfrm>
              <a:off x="5658204" y="3453545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FC693D-7827-49FA-8DA3-6781952A4492}"/>
              </a:ext>
            </a:extLst>
          </p:cNvPr>
          <p:cNvGrpSpPr/>
          <p:nvPr/>
        </p:nvGrpSpPr>
        <p:grpSpPr>
          <a:xfrm>
            <a:off x="7130538" y="3103959"/>
            <a:ext cx="1116430" cy="1116430"/>
            <a:chOff x="7130538" y="3103959"/>
            <a:chExt cx="1116430" cy="1116430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305D30B-8497-409C-A2EC-442F8CEF8A6F}"/>
                </a:ext>
              </a:extLst>
            </p:cNvPr>
            <p:cNvSpPr/>
            <p:nvPr/>
          </p:nvSpPr>
          <p:spPr>
            <a:xfrm>
              <a:off x="7130538" y="3103959"/>
              <a:ext cx="1116430" cy="1116430"/>
            </a:xfrm>
            <a:custGeom>
              <a:avLst/>
              <a:gdLst>
                <a:gd name="connsiteX0" fmla="*/ 0 w 866775"/>
                <a:gd name="connsiteY0" fmla="*/ 103346 h 866775"/>
                <a:gd name="connsiteX1" fmla="*/ 103346 w 866775"/>
                <a:gd name="connsiteY1" fmla="*/ 0 h 866775"/>
                <a:gd name="connsiteX2" fmla="*/ 763429 w 866775"/>
                <a:gd name="connsiteY2" fmla="*/ 0 h 866775"/>
                <a:gd name="connsiteX3" fmla="*/ 866775 w 866775"/>
                <a:gd name="connsiteY3" fmla="*/ 103346 h 866775"/>
                <a:gd name="connsiteX4" fmla="*/ 866775 w 866775"/>
                <a:gd name="connsiteY4" fmla="*/ 763429 h 866775"/>
                <a:gd name="connsiteX5" fmla="*/ 763429 w 866775"/>
                <a:gd name="connsiteY5" fmla="*/ 866775 h 866775"/>
                <a:gd name="connsiteX6" fmla="*/ 103346 w 866775"/>
                <a:gd name="connsiteY6" fmla="*/ 866775 h 866775"/>
                <a:gd name="connsiteX7" fmla="*/ 0 w 866775"/>
                <a:gd name="connsiteY7" fmla="*/ 763429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66775" h="866775">
                  <a:moveTo>
                    <a:pt x="0" y="103346"/>
                  </a:moveTo>
                  <a:cubicBezTo>
                    <a:pt x="0" y="46291"/>
                    <a:pt x="46291" y="0"/>
                    <a:pt x="103346" y="0"/>
                  </a:cubicBezTo>
                  <a:lnTo>
                    <a:pt x="763429" y="0"/>
                  </a:lnTo>
                  <a:cubicBezTo>
                    <a:pt x="820483" y="0"/>
                    <a:pt x="866775" y="46291"/>
                    <a:pt x="866775" y="103346"/>
                  </a:cubicBezTo>
                  <a:lnTo>
                    <a:pt x="866775" y="763429"/>
                  </a:lnTo>
                  <a:cubicBezTo>
                    <a:pt x="866775" y="820484"/>
                    <a:pt x="820483" y="866775"/>
                    <a:pt x="763429" y="866775"/>
                  </a:cubicBezTo>
                  <a:lnTo>
                    <a:pt x="103346" y="866775"/>
                  </a:lnTo>
                  <a:cubicBezTo>
                    <a:pt x="46291" y="866775"/>
                    <a:pt x="0" y="820484"/>
                    <a:pt x="0" y="763429"/>
                  </a:cubicBezTo>
                </a:path>
              </a:pathLst>
            </a:custGeom>
            <a:solidFill>
              <a:srgbClr val="F392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D621FE-CAD5-49B9-868C-461E2701F06A}"/>
                </a:ext>
              </a:extLst>
            </p:cNvPr>
            <p:cNvSpPr/>
            <p:nvPr/>
          </p:nvSpPr>
          <p:spPr>
            <a:xfrm>
              <a:off x="7253670" y="3453545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23321E1-68DC-492B-B445-7D9B838C98AD}"/>
              </a:ext>
            </a:extLst>
          </p:cNvPr>
          <p:cNvGrpSpPr/>
          <p:nvPr/>
        </p:nvGrpSpPr>
        <p:grpSpPr>
          <a:xfrm>
            <a:off x="8719672" y="3103959"/>
            <a:ext cx="1104162" cy="1116430"/>
            <a:chOff x="8719672" y="3103959"/>
            <a:chExt cx="1104162" cy="1116430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E856224-1CDD-460A-A9F3-9FA8CC909EB7}"/>
                </a:ext>
              </a:extLst>
            </p:cNvPr>
            <p:cNvSpPr/>
            <p:nvPr/>
          </p:nvSpPr>
          <p:spPr>
            <a:xfrm>
              <a:off x="8719672" y="3103959"/>
              <a:ext cx="1104162" cy="1116430"/>
            </a:xfrm>
            <a:custGeom>
              <a:avLst/>
              <a:gdLst>
                <a:gd name="connsiteX0" fmla="*/ 770477 w 857250"/>
                <a:gd name="connsiteY0" fmla="*/ 866775 h 866775"/>
                <a:gd name="connsiteX1" fmla="*/ 96202 w 857250"/>
                <a:gd name="connsiteY1" fmla="*/ 866775 h 866775"/>
                <a:gd name="connsiteX2" fmla="*/ 0 w 857250"/>
                <a:gd name="connsiteY2" fmla="*/ 770573 h 866775"/>
                <a:gd name="connsiteX3" fmla="*/ 0 w 857250"/>
                <a:gd name="connsiteY3" fmla="*/ 96202 h 866775"/>
                <a:gd name="connsiteX4" fmla="*/ 96202 w 857250"/>
                <a:gd name="connsiteY4" fmla="*/ 0 h 866775"/>
                <a:gd name="connsiteX5" fmla="*/ 770477 w 857250"/>
                <a:gd name="connsiteY5" fmla="*/ 0 h 866775"/>
                <a:gd name="connsiteX6" fmla="*/ 866680 w 857250"/>
                <a:gd name="connsiteY6" fmla="*/ 96202 h 866775"/>
                <a:gd name="connsiteX7" fmla="*/ 866680 w 857250"/>
                <a:gd name="connsiteY7" fmla="*/ 770477 h 866775"/>
                <a:gd name="connsiteX8" fmla="*/ 770477 w 857250"/>
                <a:gd name="connsiteY8" fmla="*/ 866775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7250" h="866775">
                  <a:moveTo>
                    <a:pt x="770477" y="866775"/>
                  </a:moveTo>
                  <a:lnTo>
                    <a:pt x="96202" y="866775"/>
                  </a:lnTo>
                  <a:cubicBezTo>
                    <a:pt x="43053" y="866775"/>
                    <a:pt x="0" y="823722"/>
                    <a:pt x="0" y="770573"/>
                  </a:cubicBezTo>
                  <a:lnTo>
                    <a:pt x="0" y="96202"/>
                  </a:lnTo>
                  <a:cubicBezTo>
                    <a:pt x="0" y="43053"/>
                    <a:pt x="43053" y="0"/>
                    <a:pt x="96202" y="0"/>
                  </a:cubicBezTo>
                  <a:lnTo>
                    <a:pt x="770477" y="0"/>
                  </a:lnTo>
                  <a:cubicBezTo>
                    <a:pt x="823627" y="0"/>
                    <a:pt x="866680" y="43053"/>
                    <a:pt x="866680" y="96202"/>
                  </a:cubicBezTo>
                  <a:lnTo>
                    <a:pt x="866680" y="770477"/>
                  </a:lnTo>
                  <a:cubicBezTo>
                    <a:pt x="866775" y="823627"/>
                    <a:pt x="823627" y="866775"/>
                    <a:pt x="770477" y="866775"/>
                  </a:cubicBezTo>
                  <a:close/>
                </a:path>
              </a:pathLst>
            </a:custGeom>
            <a:solidFill>
              <a:srgbClr val="951B8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BC95020-8A56-4754-9F1B-CE22B6BDA1DB}"/>
                </a:ext>
              </a:extLst>
            </p:cNvPr>
            <p:cNvSpPr/>
            <p:nvPr/>
          </p:nvSpPr>
          <p:spPr>
            <a:xfrm>
              <a:off x="8861511" y="3453545"/>
              <a:ext cx="8515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7403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6DE9CEA-24AF-40CF-B511-22B54C29A3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CB7FE9-7D66-47FC-9EE5-9903336B1692}"/>
              </a:ext>
            </a:extLst>
          </p:cNvPr>
          <p:cNvGrpSpPr/>
          <p:nvPr/>
        </p:nvGrpSpPr>
        <p:grpSpPr>
          <a:xfrm>
            <a:off x="882140" y="2682791"/>
            <a:ext cx="10427721" cy="1850708"/>
            <a:chOff x="882140" y="2682791"/>
            <a:chExt cx="10427721" cy="185070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D30FD31-6EE1-4AC9-AC69-520877614F0F}"/>
                </a:ext>
              </a:extLst>
            </p:cNvPr>
            <p:cNvSpPr/>
            <p:nvPr/>
          </p:nvSpPr>
          <p:spPr>
            <a:xfrm>
              <a:off x="882140" y="2682791"/>
              <a:ext cx="1910997" cy="1843709"/>
            </a:xfrm>
            <a:custGeom>
              <a:avLst/>
              <a:gdLst>
                <a:gd name="connsiteX0" fmla="*/ 1670046 w 1690402"/>
                <a:gd name="connsiteY0" fmla="*/ 767586 h 1630880"/>
                <a:gd name="connsiteX1" fmla="*/ 1465650 w 1690402"/>
                <a:gd name="connsiteY1" fmla="*/ 563190 h 1630880"/>
                <a:gd name="connsiteX2" fmla="*/ 1458150 w 1690402"/>
                <a:gd name="connsiteY2" fmla="*/ 545095 h 1630880"/>
                <a:gd name="connsiteX3" fmla="*/ 1458150 w 1690402"/>
                <a:gd name="connsiteY3" fmla="*/ 112138 h 1630880"/>
                <a:gd name="connsiteX4" fmla="*/ 1346012 w 1690402"/>
                <a:gd name="connsiteY4" fmla="*/ 0 h 1630880"/>
                <a:gd name="connsiteX5" fmla="*/ 112138 w 1690402"/>
                <a:gd name="connsiteY5" fmla="*/ 0 h 1630880"/>
                <a:gd name="connsiteX6" fmla="*/ 0 w 1690402"/>
                <a:gd name="connsiteY6" fmla="*/ 112138 h 1630880"/>
                <a:gd name="connsiteX7" fmla="*/ 0 w 1690402"/>
                <a:gd name="connsiteY7" fmla="*/ 1525409 h 1630880"/>
                <a:gd name="connsiteX8" fmla="*/ 112138 w 1690402"/>
                <a:gd name="connsiteY8" fmla="*/ 1637547 h 1630880"/>
                <a:gd name="connsiteX9" fmla="*/ 1345893 w 1690402"/>
                <a:gd name="connsiteY9" fmla="*/ 1637547 h 1630880"/>
                <a:gd name="connsiteX10" fmla="*/ 1458031 w 1690402"/>
                <a:gd name="connsiteY10" fmla="*/ 1525409 h 1630880"/>
                <a:gd name="connsiteX11" fmla="*/ 1458031 w 1690402"/>
                <a:gd name="connsiteY11" fmla="*/ 1092452 h 1630880"/>
                <a:gd name="connsiteX12" fmla="*/ 1458031 w 1690402"/>
                <a:gd name="connsiteY12" fmla="*/ 1018408 h 1630880"/>
                <a:gd name="connsiteX13" fmla="*/ 1433747 w 1690402"/>
                <a:gd name="connsiteY13" fmla="*/ 1042692 h 1630880"/>
                <a:gd name="connsiteX14" fmla="*/ 1413152 w 1690402"/>
                <a:gd name="connsiteY14" fmla="*/ 1092571 h 1630880"/>
                <a:gd name="connsiteX15" fmla="*/ 1413152 w 1690402"/>
                <a:gd name="connsiteY15" fmla="*/ 1525528 h 1630880"/>
                <a:gd name="connsiteX16" fmla="*/ 1345893 w 1690402"/>
                <a:gd name="connsiteY16" fmla="*/ 1592787 h 1630880"/>
                <a:gd name="connsiteX17" fmla="*/ 112138 w 1690402"/>
                <a:gd name="connsiteY17" fmla="*/ 1592787 h 1630880"/>
                <a:gd name="connsiteX18" fmla="*/ 44879 w 1690402"/>
                <a:gd name="connsiteY18" fmla="*/ 1525528 h 1630880"/>
                <a:gd name="connsiteX19" fmla="*/ 44879 w 1690402"/>
                <a:gd name="connsiteY19" fmla="*/ 112138 h 1630880"/>
                <a:gd name="connsiteX20" fmla="*/ 112138 w 1690402"/>
                <a:gd name="connsiteY20" fmla="*/ 44879 h 1630880"/>
                <a:gd name="connsiteX21" fmla="*/ 1345893 w 1690402"/>
                <a:gd name="connsiteY21" fmla="*/ 44879 h 1630880"/>
                <a:gd name="connsiteX22" fmla="*/ 1413152 w 1690402"/>
                <a:gd name="connsiteY22" fmla="*/ 112138 h 1630880"/>
                <a:gd name="connsiteX23" fmla="*/ 1413152 w 1690402"/>
                <a:gd name="connsiteY23" fmla="*/ 545095 h 1630880"/>
                <a:gd name="connsiteX24" fmla="*/ 1433747 w 1690402"/>
                <a:gd name="connsiteY24" fmla="*/ 594855 h 1630880"/>
                <a:gd name="connsiteX25" fmla="*/ 1638143 w 1690402"/>
                <a:gd name="connsiteY25" fmla="*/ 799251 h 1630880"/>
                <a:gd name="connsiteX26" fmla="*/ 1638143 w 1690402"/>
                <a:gd name="connsiteY26" fmla="*/ 838178 h 1630880"/>
                <a:gd name="connsiteX27" fmla="*/ 1600049 w 1690402"/>
                <a:gd name="connsiteY27" fmla="*/ 876271 h 1630880"/>
                <a:gd name="connsiteX28" fmla="*/ 1600049 w 1690402"/>
                <a:gd name="connsiteY28" fmla="*/ 939721 h 1630880"/>
                <a:gd name="connsiteX29" fmla="*/ 1669808 w 1690402"/>
                <a:gd name="connsiteY29" fmla="*/ 869962 h 1630880"/>
                <a:gd name="connsiteX30" fmla="*/ 1670046 w 1690402"/>
                <a:gd name="connsiteY30" fmla="*/ 767586 h 163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90402" h="1630880">
                  <a:moveTo>
                    <a:pt x="1670046" y="767586"/>
                  </a:moveTo>
                  <a:lnTo>
                    <a:pt x="1465650" y="563190"/>
                  </a:lnTo>
                  <a:cubicBezTo>
                    <a:pt x="1460888" y="558428"/>
                    <a:pt x="1458150" y="551881"/>
                    <a:pt x="1458150" y="545095"/>
                  </a:cubicBezTo>
                  <a:lnTo>
                    <a:pt x="1458150" y="112138"/>
                  </a:lnTo>
                  <a:cubicBezTo>
                    <a:pt x="1458150" y="50236"/>
                    <a:pt x="1407796" y="0"/>
                    <a:pt x="1346012" y="0"/>
                  </a:cubicBezTo>
                  <a:lnTo>
                    <a:pt x="112138" y="0"/>
                  </a:lnTo>
                  <a:cubicBezTo>
                    <a:pt x="50355" y="0"/>
                    <a:pt x="0" y="50355"/>
                    <a:pt x="0" y="112138"/>
                  </a:cubicBezTo>
                  <a:lnTo>
                    <a:pt x="0" y="1525409"/>
                  </a:lnTo>
                  <a:cubicBezTo>
                    <a:pt x="0" y="1587192"/>
                    <a:pt x="50355" y="1637547"/>
                    <a:pt x="112138" y="1637547"/>
                  </a:cubicBezTo>
                  <a:lnTo>
                    <a:pt x="1345893" y="1637547"/>
                  </a:lnTo>
                  <a:cubicBezTo>
                    <a:pt x="1407796" y="1637547"/>
                    <a:pt x="1458031" y="1587192"/>
                    <a:pt x="1458031" y="1525409"/>
                  </a:cubicBezTo>
                  <a:lnTo>
                    <a:pt x="1458031" y="1092452"/>
                  </a:lnTo>
                  <a:lnTo>
                    <a:pt x="1458031" y="1018408"/>
                  </a:lnTo>
                  <a:lnTo>
                    <a:pt x="1433747" y="1042692"/>
                  </a:lnTo>
                  <a:cubicBezTo>
                    <a:pt x="1420414" y="1056025"/>
                    <a:pt x="1413152" y="1073644"/>
                    <a:pt x="1413152" y="1092571"/>
                  </a:cubicBezTo>
                  <a:lnTo>
                    <a:pt x="1413152" y="1525528"/>
                  </a:lnTo>
                  <a:cubicBezTo>
                    <a:pt x="1413152" y="1562670"/>
                    <a:pt x="1382916" y="1592787"/>
                    <a:pt x="1345893" y="1592787"/>
                  </a:cubicBezTo>
                  <a:lnTo>
                    <a:pt x="112138" y="1592787"/>
                  </a:lnTo>
                  <a:cubicBezTo>
                    <a:pt x="74997" y="1592787"/>
                    <a:pt x="44879" y="1562551"/>
                    <a:pt x="44879" y="1525528"/>
                  </a:cubicBezTo>
                  <a:lnTo>
                    <a:pt x="44879" y="112138"/>
                  </a:lnTo>
                  <a:cubicBezTo>
                    <a:pt x="44879" y="74997"/>
                    <a:pt x="75116" y="44879"/>
                    <a:pt x="112138" y="44879"/>
                  </a:cubicBezTo>
                  <a:lnTo>
                    <a:pt x="1345893" y="44879"/>
                  </a:lnTo>
                  <a:cubicBezTo>
                    <a:pt x="1383035" y="44879"/>
                    <a:pt x="1413152" y="75116"/>
                    <a:pt x="1413152" y="112138"/>
                  </a:cubicBezTo>
                  <a:lnTo>
                    <a:pt x="1413152" y="545095"/>
                  </a:lnTo>
                  <a:cubicBezTo>
                    <a:pt x="1413152" y="563904"/>
                    <a:pt x="1420533" y="581641"/>
                    <a:pt x="1433747" y="594855"/>
                  </a:cubicBezTo>
                  <a:lnTo>
                    <a:pt x="1638143" y="799251"/>
                  </a:lnTo>
                  <a:cubicBezTo>
                    <a:pt x="1648856" y="809965"/>
                    <a:pt x="1648856" y="827464"/>
                    <a:pt x="1638143" y="838178"/>
                  </a:cubicBezTo>
                  <a:lnTo>
                    <a:pt x="1600049" y="876271"/>
                  </a:lnTo>
                  <a:lnTo>
                    <a:pt x="1600049" y="939721"/>
                  </a:lnTo>
                  <a:lnTo>
                    <a:pt x="1669808" y="869962"/>
                  </a:lnTo>
                  <a:cubicBezTo>
                    <a:pt x="1698259" y="841749"/>
                    <a:pt x="1698259" y="795798"/>
                    <a:pt x="1670046" y="767586"/>
                  </a:cubicBezTo>
                  <a:close/>
                </a:path>
              </a:pathLst>
            </a:custGeom>
            <a:solidFill>
              <a:srgbClr val="359BEE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F5C2695-7208-425F-BF50-69A33D937BF3}"/>
                </a:ext>
              </a:extLst>
            </p:cNvPr>
            <p:cNvSpPr/>
            <p:nvPr/>
          </p:nvSpPr>
          <p:spPr>
            <a:xfrm>
              <a:off x="932876" y="4032332"/>
              <a:ext cx="1534181" cy="336443"/>
            </a:xfrm>
            <a:custGeom>
              <a:avLst/>
              <a:gdLst>
                <a:gd name="connsiteX0" fmla="*/ 0 w 1357083"/>
                <a:gd name="connsiteY0" fmla="*/ 0 h 297606"/>
                <a:gd name="connsiteX1" fmla="*/ 1368392 w 1357083"/>
                <a:gd name="connsiteY1" fmla="*/ 0 h 297606"/>
                <a:gd name="connsiteX2" fmla="*/ 1368392 w 1357083"/>
                <a:gd name="connsiteY2" fmla="*/ 297606 h 297606"/>
                <a:gd name="connsiteX3" fmla="*/ 0 w 1357083"/>
                <a:gd name="connsiteY3" fmla="*/ 297606 h 29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7083" h="297606">
                  <a:moveTo>
                    <a:pt x="0" y="0"/>
                  </a:moveTo>
                  <a:lnTo>
                    <a:pt x="1368392" y="0"/>
                  </a:lnTo>
                  <a:lnTo>
                    <a:pt x="1368392" y="297606"/>
                  </a:lnTo>
                  <a:lnTo>
                    <a:pt x="0" y="297606"/>
                  </a:lnTo>
                  <a:close/>
                </a:path>
              </a:pathLst>
            </a:custGeom>
            <a:solidFill>
              <a:srgbClr val="359BEE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6444106-3452-46A1-BCC1-BD2F3E8985A1}"/>
                </a:ext>
              </a:extLst>
            </p:cNvPr>
            <p:cNvSpPr/>
            <p:nvPr/>
          </p:nvSpPr>
          <p:spPr>
            <a:xfrm>
              <a:off x="2585485" y="3551084"/>
              <a:ext cx="1641843" cy="982415"/>
            </a:xfrm>
            <a:custGeom>
              <a:avLst/>
              <a:gdLst>
                <a:gd name="connsiteX0" fmla="*/ 1458150 w 1452317"/>
                <a:gd name="connsiteY0" fmla="*/ 250346 h 869009"/>
                <a:gd name="connsiteX1" fmla="*/ 1433866 w 1452317"/>
                <a:gd name="connsiteY1" fmla="*/ 274631 h 869009"/>
                <a:gd name="connsiteX2" fmla="*/ 1413271 w 1452317"/>
                <a:gd name="connsiteY2" fmla="*/ 324391 h 869009"/>
                <a:gd name="connsiteX3" fmla="*/ 1413271 w 1452317"/>
                <a:gd name="connsiteY3" fmla="*/ 757348 h 869009"/>
                <a:gd name="connsiteX4" fmla="*/ 1346012 w 1452317"/>
                <a:gd name="connsiteY4" fmla="*/ 824607 h 869009"/>
                <a:gd name="connsiteX5" fmla="*/ 112138 w 1452317"/>
                <a:gd name="connsiteY5" fmla="*/ 824607 h 869009"/>
                <a:gd name="connsiteX6" fmla="*/ 44879 w 1452317"/>
                <a:gd name="connsiteY6" fmla="*/ 757348 h 869009"/>
                <a:gd name="connsiteX7" fmla="*/ 44879 w 1452317"/>
                <a:gd name="connsiteY7" fmla="*/ 44879 h 869009"/>
                <a:gd name="connsiteX8" fmla="*/ 0 w 1452317"/>
                <a:gd name="connsiteY8" fmla="*/ 0 h 869009"/>
                <a:gd name="connsiteX9" fmla="*/ 0 w 1452317"/>
                <a:gd name="connsiteY9" fmla="*/ 757348 h 869009"/>
                <a:gd name="connsiteX10" fmla="*/ 112138 w 1452317"/>
                <a:gd name="connsiteY10" fmla="*/ 869486 h 869009"/>
                <a:gd name="connsiteX11" fmla="*/ 1345893 w 1452317"/>
                <a:gd name="connsiteY11" fmla="*/ 869486 h 869009"/>
                <a:gd name="connsiteX12" fmla="*/ 1458031 w 1452317"/>
                <a:gd name="connsiteY12" fmla="*/ 757348 h 869009"/>
                <a:gd name="connsiteX13" fmla="*/ 1458031 w 1452317"/>
                <a:gd name="connsiteY13" fmla="*/ 362008 h 869009"/>
                <a:gd name="connsiteX14" fmla="*/ 1458031 w 1452317"/>
                <a:gd name="connsiteY14" fmla="*/ 362008 h 869009"/>
                <a:gd name="connsiteX15" fmla="*/ 1458031 w 1452317"/>
                <a:gd name="connsiteY15" fmla="*/ 250346 h 86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2317" h="869009">
                  <a:moveTo>
                    <a:pt x="1458150" y="250346"/>
                  </a:moveTo>
                  <a:lnTo>
                    <a:pt x="1433866" y="274631"/>
                  </a:lnTo>
                  <a:cubicBezTo>
                    <a:pt x="1420533" y="287964"/>
                    <a:pt x="1413271" y="305582"/>
                    <a:pt x="1413271" y="324391"/>
                  </a:cubicBezTo>
                  <a:lnTo>
                    <a:pt x="1413271" y="757348"/>
                  </a:lnTo>
                  <a:cubicBezTo>
                    <a:pt x="1413271" y="794489"/>
                    <a:pt x="1383035" y="824607"/>
                    <a:pt x="1346012" y="824607"/>
                  </a:cubicBezTo>
                  <a:lnTo>
                    <a:pt x="112138" y="824607"/>
                  </a:lnTo>
                  <a:cubicBezTo>
                    <a:pt x="74997" y="824607"/>
                    <a:pt x="44879" y="794370"/>
                    <a:pt x="44879" y="757348"/>
                  </a:cubicBezTo>
                  <a:lnTo>
                    <a:pt x="44879" y="44879"/>
                  </a:lnTo>
                  <a:lnTo>
                    <a:pt x="0" y="0"/>
                  </a:lnTo>
                  <a:lnTo>
                    <a:pt x="0" y="757348"/>
                  </a:lnTo>
                  <a:cubicBezTo>
                    <a:pt x="0" y="819131"/>
                    <a:pt x="50355" y="869486"/>
                    <a:pt x="112138" y="869486"/>
                  </a:cubicBezTo>
                  <a:lnTo>
                    <a:pt x="1345893" y="869486"/>
                  </a:lnTo>
                  <a:cubicBezTo>
                    <a:pt x="1407796" y="869486"/>
                    <a:pt x="1458031" y="819131"/>
                    <a:pt x="1458031" y="757348"/>
                  </a:cubicBezTo>
                  <a:lnTo>
                    <a:pt x="1458031" y="362008"/>
                  </a:lnTo>
                  <a:lnTo>
                    <a:pt x="1458031" y="362008"/>
                  </a:lnTo>
                  <a:lnTo>
                    <a:pt x="1458031" y="250346"/>
                  </a:lnTo>
                  <a:close/>
                </a:path>
              </a:pathLst>
            </a:custGeom>
            <a:solidFill>
              <a:srgbClr val="08BBB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7332F3E-65A2-46D3-B3EE-3F2964A4B4B7}"/>
                </a:ext>
              </a:extLst>
            </p:cNvPr>
            <p:cNvSpPr/>
            <p:nvPr/>
          </p:nvSpPr>
          <p:spPr>
            <a:xfrm>
              <a:off x="2585485" y="2682791"/>
              <a:ext cx="1910997" cy="1049703"/>
            </a:xfrm>
            <a:custGeom>
              <a:avLst/>
              <a:gdLst>
                <a:gd name="connsiteX0" fmla="*/ 1670046 w 1690402"/>
                <a:gd name="connsiteY0" fmla="*/ 767586 h 928530"/>
                <a:gd name="connsiteX1" fmla="*/ 1465650 w 1690402"/>
                <a:gd name="connsiteY1" fmla="*/ 563190 h 928530"/>
                <a:gd name="connsiteX2" fmla="*/ 1458150 w 1690402"/>
                <a:gd name="connsiteY2" fmla="*/ 545095 h 928530"/>
                <a:gd name="connsiteX3" fmla="*/ 1458150 w 1690402"/>
                <a:gd name="connsiteY3" fmla="*/ 112138 h 928530"/>
                <a:gd name="connsiteX4" fmla="*/ 1346012 w 1690402"/>
                <a:gd name="connsiteY4" fmla="*/ 0 h 928530"/>
                <a:gd name="connsiteX5" fmla="*/ 112138 w 1690402"/>
                <a:gd name="connsiteY5" fmla="*/ 0 h 928530"/>
                <a:gd name="connsiteX6" fmla="*/ 0 w 1690402"/>
                <a:gd name="connsiteY6" fmla="*/ 112138 h 928530"/>
                <a:gd name="connsiteX7" fmla="*/ 0 w 1690402"/>
                <a:gd name="connsiteY7" fmla="*/ 504026 h 928530"/>
                <a:gd name="connsiteX8" fmla="*/ 44879 w 1690402"/>
                <a:gd name="connsiteY8" fmla="*/ 548905 h 928530"/>
                <a:gd name="connsiteX9" fmla="*/ 44879 w 1690402"/>
                <a:gd name="connsiteY9" fmla="*/ 112138 h 928530"/>
                <a:gd name="connsiteX10" fmla="*/ 112138 w 1690402"/>
                <a:gd name="connsiteY10" fmla="*/ 44879 h 928530"/>
                <a:gd name="connsiteX11" fmla="*/ 1345893 w 1690402"/>
                <a:gd name="connsiteY11" fmla="*/ 44879 h 928530"/>
                <a:gd name="connsiteX12" fmla="*/ 1413152 w 1690402"/>
                <a:gd name="connsiteY12" fmla="*/ 112138 h 928530"/>
                <a:gd name="connsiteX13" fmla="*/ 1413152 w 1690402"/>
                <a:gd name="connsiteY13" fmla="*/ 545095 h 928530"/>
                <a:gd name="connsiteX14" fmla="*/ 1433747 w 1690402"/>
                <a:gd name="connsiteY14" fmla="*/ 594855 h 928530"/>
                <a:gd name="connsiteX15" fmla="*/ 1638142 w 1690402"/>
                <a:gd name="connsiteY15" fmla="*/ 799251 h 928530"/>
                <a:gd name="connsiteX16" fmla="*/ 1638142 w 1690402"/>
                <a:gd name="connsiteY16" fmla="*/ 838178 h 928530"/>
                <a:gd name="connsiteX17" fmla="*/ 1600049 w 1690402"/>
                <a:gd name="connsiteY17" fmla="*/ 876271 h 928530"/>
                <a:gd name="connsiteX18" fmla="*/ 1600049 w 1690402"/>
                <a:gd name="connsiteY18" fmla="*/ 939721 h 928530"/>
                <a:gd name="connsiteX19" fmla="*/ 1669808 w 1690402"/>
                <a:gd name="connsiteY19" fmla="*/ 869962 h 928530"/>
                <a:gd name="connsiteX20" fmla="*/ 1670046 w 1690402"/>
                <a:gd name="connsiteY20" fmla="*/ 767586 h 92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90402" h="928530">
                  <a:moveTo>
                    <a:pt x="1670046" y="767586"/>
                  </a:moveTo>
                  <a:lnTo>
                    <a:pt x="1465650" y="563190"/>
                  </a:lnTo>
                  <a:cubicBezTo>
                    <a:pt x="1460888" y="558428"/>
                    <a:pt x="1458150" y="551881"/>
                    <a:pt x="1458150" y="545095"/>
                  </a:cubicBezTo>
                  <a:lnTo>
                    <a:pt x="1458150" y="112138"/>
                  </a:lnTo>
                  <a:cubicBezTo>
                    <a:pt x="1458150" y="50236"/>
                    <a:pt x="1407796" y="0"/>
                    <a:pt x="1346012" y="0"/>
                  </a:cubicBezTo>
                  <a:lnTo>
                    <a:pt x="112138" y="0"/>
                  </a:lnTo>
                  <a:cubicBezTo>
                    <a:pt x="50236" y="0"/>
                    <a:pt x="0" y="50355"/>
                    <a:pt x="0" y="112138"/>
                  </a:cubicBezTo>
                  <a:lnTo>
                    <a:pt x="0" y="504026"/>
                  </a:lnTo>
                  <a:lnTo>
                    <a:pt x="44879" y="548905"/>
                  </a:lnTo>
                  <a:lnTo>
                    <a:pt x="44879" y="112138"/>
                  </a:lnTo>
                  <a:cubicBezTo>
                    <a:pt x="44879" y="74997"/>
                    <a:pt x="75116" y="44879"/>
                    <a:pt x="112138" y="44879"/>
                  </a:cubicBezTo>
                  <a:lnTo>
                    <a:pt x="1345893" y="44879"/>
                  </a:lnTo>
                  <a:cubicBezTo>
                    <a:pt x="1383035" y="44879"/>
                    <a:pt x="1413152" y="75116"/>
                    <a:pt x="1413152" y="112138"/>
                  </a:cubicBezTo>
                  <a:lnTo>
                    <a:pt x="1413152" y="545095"/>
                  </a:lnTo>
                  <a:cubicBezTo>
                    <a:pt x="1413152" y="563904"/>
                    <a:pt x="1420533" y="581641"/>
                    <a:pt x="1433747" y="594855"/>
                  </a:cubicBezTo>
                  <a:lnTo>
                    <a:pt x="1638142" y="799251"/>
                  </a:lnTo>
                  <a:cubicBezTo>
                    <a:pt x="1648856" y="809965"/>
                    <a:pt x="1648856" y="827464"/>
                    <a:pt x="1638142" y="838178"/>
                  </a:cubicBezTo>
                  <a:lnTo>
                    <a:pt x="1600049" y="876271"/>
                  </a:lnTo>
                  <a:lnTo>
                    <a:pt x="1600049" y="939721"/>
                  </a:lnTo>
                  <a:lnTo>
                    <a:pt x="1669808" y="869962"/>
                  </a:lnTo>
                  <a:cubicBezTo>
                    <a:pt x="1698259" y="841749"/>
                    <a:pt x="1698259" y="795798"/>
                    <a:pt x="1670046" y="767586"/>
                  </a:cubicBezTo>
                  <a:close/>
                </a:path>
              </a:pathLst>
            </a:custGeom>
            <a:solidFill>
              <a:srgbClr val="08BBB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4312661-E964-471D-9E64-378B79C2AD6C}"/>
                </a:ext>
              </a:extLst>
            </p:cNvPr>
            <p:cNvSpPr/>
            <p:nvPr/>
          </p:nvSpPr>
          <p:spPr>
            <a:xfrm>
              <a:off x="2636221" y="4032332"/>
              <a:ext cx="1534181" cy="336443"/>
            </a:xfrm>
            <a:custGeom>
              <a:avLst/>
              <a:gdLst>
                <a:gd name="connsiteX0" fmla="*/ 0 w 1357083"/>
                <a:gd name="connsiteY0" fmla="*/ 0 h 297606"/>
                <a:gd name="connsiteX1" fmla="*/ 1368392 w 1357083"/>
                <a:gd name="connsiteY1" fmla="*/ 0 h 297606"/>
                <a:gd name="connsiteX2" fmla="*/ 1368392 w 1357083"/>
                <a:gd name="connsiteY2" fmla="*/ 297606 h 297606"/>
                <a:gd name="connsiteX3" fmla="*/ 0 w 1357083"/>
                <a:gd name="connsiteY3" fmla="*/ 297606 h 29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7083" h="297606">
                  <a:moveTo>
                    <a:pt x="0" y="0"/>
                  </a:moveTo>
                  <a:lnTo>
                    <a:pt x="1368392" y="0"/>
                  </a:lnTo>
                  <a:lnTo>
                    <a:pt x="1368392" y="297606"/>
                  </a:lnTo>
                  <a:lnTo>
                    <a:pt x="0" y="297606"/>
                  </a:lnTo>
                  <a:close/>
                </a:path>
              </a:pathLst>
            </a:custGeom>
            <a:solidFill>
              <a:srgbClr val="08BBB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76B9D3-F928-4A69-BFDA-D345A2286F77}"/>
                </a:ext>
              </a:extLst>
            </p:cNvPr>
            <p:cNvSpPr/>
            <p:nvPr/>
          </p:nvSpPr>
          <p:spPr>
            <a:xfrm>
              <a:off x="4288829" y="2682791"/>
              <a:ext cx="1910997" cy="1049703"/>
            </a:xfrm>
            <a:custGeom>
              <a:avLst/>
              <a:gdLst>
                <a:gd name="connsiteX0" fmla="*/ 1670046 w 1690402"/>
                <a:gd name="connsiteY0" fmla="*/ 767586 h 928530"/>
                <a:gd name="connsiteX1" fmla="*/ 1465650 w 1690402"/>
                <a:gd name="connsiteY1" fmla="*/ 563190 h 928530"/>
                <a:gd name="connsiteX2" fmla="*/ 1458150 w 1690402"/>
                <a:gd name="connsiteY2" fmla="*/ 545095 h 928530"/>
                <a:gd name="connsiteX3" fmla="*/ 1458150 w 1690402"/>
                <a:gd name="connsiteY3" fmla="*/ 112138 h 928530"/>
                <a:gd name="connsiteX4" fmla="*/ 1346012 w 1690402"/>
                <a:gd name="connsiteY4" fmla="*/ 0 h 928530"/>
                <a:gd name="connsiteX5" fmla="*/ 112138 w 1690402"/>
                <a:gd name="connsiteY5" fmla="*/ 0 h 928530"/>
                <a:gd name="connsiteX6" fmla="*/ 0 w 1690402"/>
                <a:gd name="connsiteY6" fmla="*/ 112138 h 928530"/>
                <a:gd name="connsiteX7" fmla="*/ 0 w 1690402"/>
                <a:gd name="connsiteY7" fmla="*/ 504026 h 928530"/>
                <a:gd name="connsiteX8" fmla="*/ 44879 w 1690402"/>
                <a:gd name="connsiteY8" fmla="*/ 548905 h 928530"/>
                <a:gd name="connsiteX9" fmla="*/ 44879 w 1690402"/>
                <a:gd name="connsiteY9" fmla="*/ 112138 h 928530"/>
                <a:gd name="connsiteX10" fmla="*/ 112138 w 1690402"/>
                <a:gd name="connsiteY10" fmla="*/ 44879 h 928530"/>
                <a:gd name="connsiteX11" fmla="*/ 1345894 w 1690402"/>
                <a:gd name="connsiteY11" fmla="*/ 44879 h 928530"/>
                <a:gd name="connsiteX12" fmla="*/ 1413152 w 1690402"/>
                <a:gd name="connsiteY12" fmla="*/ 112138 h 928530"/>
                <a:gd name="connsiteX13" fmla="*/ 1413152 w 1690402"/>
                <a:gd name="connsiteY13" fmla="*/ 545095 h 928530"/>
                <a:gd name="connsiteX14" fmla="*/ 1433747 w 1690402"/>
                <a:gd name="connsiteY14" fmla="*/ 594855 h 928530"/>
                <a:gd name="connsiteX15" fmla="*/ 1638143 w 1690402"/>
                <a:gd name="connsiteY15" fmla="*/ 799251 h 928530"/>
                <a:gd name="connsiteX16" fmla="*/ 1638143 w 1690402"/>
                <a:gd name="connsiteY16" fmla="*/ 838178 h 928530"/>
                <a:gd name="connsiteX17" fmla="*/ 1600049 w 1690402"/>
                <a:gd name="connsiteY17" fmla="*/ 876271 h 928530"/>
                <a:gd name="connsiteX18" fmla="*/ 1600049 w 1690402"/>
                <a:gd name="connsiteY18" fmla="*/ 939721 h 928530"/>
                <a:gd name="connsiteX19" fmla="*/ 1669808 w 1690402"/>
                <a:gd name="connsiteY19" fmla="*/ 869962 h 928530"/>
                <a:gd name="connsiteX20" fmla="*/ 1670046 w 1690402"/>
                <a:gd name="connsiteY20" fmla="*/ 767586 h 92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90402" h="928530">
                  <a:moveTo>
                    <a:pt x="1670046" y="767586"/>
                  </a:moveTo>
                  <a:lnTo>
                    <a:pt x="1465650" y="563190"/>
                  </a:lnTo>
                  <a:cubicBezTo>
                    <a:pt x="1460888" y="558428"/>
                    <a:pt x="1458150" y="551881"/>
                    <a:pt x="1458150" y="545095"/>
                  </a:cubicBezTo>
                  <a:lnTo>
                    <a:pt x="1458150" y="112138"/>
                  </a:lnTo>
                  <a:cubicBezTo>
                    <a:pt x="1458150" y="50236"/>
                    <a:pt x="1407795" y="0"/>
                    <a:pt x="1346012" y="0"/>
                  </a:cubicBezTo>
                  <a:lnTo>
                    <a:pt x="112138" y="0"/>
                  </a:lnTo>
                  <a:cubicBezTo>
                    <a:pt x="50236" y="0"/>
                    <a:pt x="0" y="50355"/>
                    <a:pt x="0" y="112138"/>
                  </a:cubicBezTo>
                  <a:lnTo>
                    <a:pt x="0" y="504026"/>
                  </a:lnTo>
                  <a:lnTo>
                    <a:pt x="44879" y="548905"/>
                  </a:lnTo>
                  <a:lnTo>
                    <a:pt x="44879" y="112138"/>
                  </a:lnTo>
                  <a:cubicBezTo>
                    <a:pt x="44879" y="74997"/>
                    <a:pt x="75116" y="44879"/>
                    <a:pt x="112138" y="44879"/>
                  </a:cubicBezTo>
                  <a:lnTo>
                    <a:pt x="1345894" y="44879"/>
                  </a:lnTo>
                  <a:cubicBezTo>
                    <a:pt x="1383035" y="44879"/>
                    <a:pt x="1413152" y="75116"/>
                    <a:pt x="1413152" y="112138"/>
                  </a:cubicBezTo>
                  <a:lnTo>
                    <a:pt x="1413152" y="545095"/>
                  </a:lnTo>
                  <a:cubicBezTo>
                    <a:pt x="1413152" y="563904"/>
                    <a:pt x="1420533" y="581641"/>
                    <a:pt x="1433747" y="594855"/>
                  </a:cubicBezTo>
                  <a:lnTo>
                    <a:pt x="1638143" y="799251"/>
                  </a:lnTo>
                  <a:cubicBezTo>
                    <a:pt x="1648856" y="809965"/>
                    <a:pt x="1648856" y="827464"/>
                    <a:pt x="1638143" y="838178"/>
                  </a:cubicBezTo>
                  <a:lnTo>
                    <a:pt x="1600049" y="876271"/>
                  </a:lnTo>
                  <a:lnTo>
                    <a:pt x="1600049" y="939721"/>
                  </a:lnTo>
                  <a:lnTo>
                    <a:pt x="1669808" y="869962"/>
                  </a:lnTo>
                  <a:cubicBezTo>
                    <a:pt x="1698259" y="841749"/>
                    <a:pt x="1698259" y="795798"/>
                    <a:pt x="1670046" y="767586"/>
                  </a:cubicBezTo>
                  <a:close/>
                </a:path>
              </a:pathLst>
            </a:custGeom>
            <a:solidFill>
              <a:srgbClr val="8ABA2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D321C9E-7099-4B57-A524-F9A8DBDB362D}"/>
                </a:ext>
              </a:extLst>
            </p:cNvPr>
            <p:cNvSpPr/>
            <p:nvPr/>
          </p:nvSpPr>
          <p:spPr>
            <a:xfrm>
              <a:off x="4288829" y="3551084"/>
              <a:ext cx="1641843" cy="982415"/>
            </a:xfrm>
            <a:custGeom>
              <a:avLst/>
              <a:gdLst>
                <a:gd name="connsiteX0" fmla="*/ 1458150 w 1452317"/>
                <a:gd name="connsiteY0" fmla="*/ 250346 h 869009"/>
                <a:gd name="connsiteX1" fmla="*/ 1433866 w 1452317"/>
                <a:gd name="connsiteY1" fmla="*/ 274631 h 869009"/>
                <a:gd name="connsiteX2" fmla="*/ 1413271 w 1452317"/>
                <a:gd name="connsiteY2" fmla="*/ 324391 h 869009"/>
                <a:gd name="connsiteX3" fmla="*/ 1413271 w 1452317"/>
                <a:gd name="connsiteY3" fmla="*/ 757348 h 869009"/>
                <a:gd name="connsiteX4" fmla="*/ 1346012 w 1452317"/>
                <a:gd name="connsiteY4" fmla="*/ 824607 h 869009"/>
                <a:gd name="connsiteX5" fmla="*/ 112138 w 1452317"/>
                <a:gd name="connsiteY5" fmla="*/ 824607 h 869009"/>
                <a:gd name="connsiteX6" fmla="*/ 44879 w 1452317"/>
                <a:gd name="connsiteY6" fmla="*/ 757348 h 869009"/>
                <a:gd name="connsiteX7" fmla="*/ 44879 w 1452317"/>
                <a:gd name="connsiteY7" fmla="*/ 44879 h 869009"/>
                <a:gd name="connsiteX8" fmla="*/ 0 w 1452317"/>
                <a:gd name="connsiteY8" fmla="*/ 0 h 869009"/>
                <a:gd name="connsiteX9" fmla="*/ 0 w 1452317"/>
                <a:gd name="connsiteY9" fmla="*/ 757348 h 869009"/>
                <a:gd name="connsiteX10" fmla="*/ 112138 w 1452317"/>
                <a:gd name="connsiteY10" fmla="*/ 869486 h 869009"/>
                <a:gd name="connsiteX11" fmla="*/ 1345894 w 1452317"/>
                <a:gd name="connsiteY11" fmla="*/ 869486 h 869009"/>
                <a:gd name="connsiteX12" fmla="*/ 1458031 w 1452317"/>
                <a:gd name="connsiteY12" fmla="*/ 757348 h 869009"/>
                <a:gd name="connsiteX13" fmla="*/ 1458031 w 1452317"/>
                <a:gd name="connsiteY13" fmla="*/ 388793 h 869009"/>
                <a:gd name="connsiteX14" fmla="*/ 1458031 w 1452317"/>
                <a:gd name="connsiteY14" fmla="*/ 324391 h 869009"/>
                <a:gd name="connsiteX15" fmla="*/ 1458031 w 1452317"/>
                <a:gd name="connsiteY15" fmla="*/ 250346 h 86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2317" h="869009">
                  <a:moveTo>
                    <a:pt x="1458150" y="250346"/>
                  </a:moveTo>
                  <a:lnTo>
                    <a:pt x="1433866" y="274631"/>
                  </a:lnTo>
                  <a:cubicBezTo>
                    <a:pt x="1420533" y="287964"/>
                    <a:pt x="1413271" y="305582"/>
                    <a:pt x="1413271" y="324391"/>
                  </a:cubicBezTo>
                  <a:lnTo>
                    <a:pt x="1413271" y="757348"/>
                  </a:lnTo>
                  <a:cubicBezTo>
                    <a:pt x="1413271" y="794489"/>
                    <a:pt x="1383035" y="824607"/>
                    <a:pt x="1346012" y="824607"/>
                  </a:cubicBezTo>
                  <a:lnTo>
                    <a:pt x="112138" y="824607"/>
                  </a:lnTo>
                  <a:cubicBezTo>
                    <a:pt x="74997" y="824607"/>
                    <a:pt x="44879" y="794370"/>
                    <a:pt x="44879" y="757348"/>
                  </a:cubicBezTo>
                  <a:lnTo>
                    <a:pt x="44879" y="44879"/>
                  </a:lnTo>
                  <a:lnTo>
                    <a:pt x="0" y="0"/>
                  </a:lnTo>
                  <a:lnTo>
                    <a:pt x="0" y="757348"/>
                  </a:lnTo>
                  <a:cubicBezTo>
                    <a:pt x="0" y="819131"/>
                    <a:pt x="50355" y="869486"/>
                    <a:pt x="112138" y="869486"/>
                  </a:cubicBezTo>
                  <a:lnTo>
                    <a:pt x="1345894" y="869486"/>
                  </a:lnTo>
                  <a:cubicBezTo>
                    <a:pt x="1407795" y="869486"/>
                    <a:pt x="1458031" y="819131"/>
                    <a:pt x="1458031" y="757348"/>
                  </a:cubicBezTo>
                  <a:lnTo>
                    <a:pt x="1458031" y="388793"/>
                  </a:lnTo>
                  <a:lnTo>
                    <a:pt x="1458031" y="324391"/>
                  </a:lnTo>
                  <a:lnTo>
                    <a:pt x="1458031" y="250346"/>
                  </a:lnTo>
                  <a:close/>
                </a:path>
              </a:pathLst>
            </a:custGeom>
            <a:solidFill>
              <a:srgbClr val="8ABA2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B77421-F2CA-4A8E-9890-443D88A78117}"/>
                </a:ext>
              </a:extLst>
            </p:cNvPr>
            <p:cNvSpPr/>
            <p:nvPr/>
          </p:nvSpPr>
          <p:spPr>
            <a:xfrm>
              <a:off x="4339565" y="4032332"/>
              <a:ext cx="1534181" cy="336443"/>
            </a:xfrm>
            <a:custGeom>
              <a:avLst/>
              <a:gdLst>
                <a:gd name="connsiteX0" fmla="*/ 0 w 1357083"/>
                <a:gd name="connsiteY0" fmla="*/ 0 h 297606"/>
                <a:gd name="connsiteX1" fmla="*/ 1368393 w 1357083"/>
                <a:gd name="connsiteY1" fmla="*/ 0 h 297606"/>
                <a:gd name="connsiteX2" fmla="*/ 1368393 w 1357083"/>
                <a:gd name="connsiteY2" fmla="*/ 297606 h 297606"/>
                <a:gd name="connsiteX3" fmla="*/ 0 w 1357083"/>
                <a:gd name="connsiteY3" fmla="*/ 297606 h 29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7083" h="297606">
                  <a:moveTo>
                    <a:pt x="0" y="0"/>
                  </a:moveTo>
                  <a:lnTo>
                    <a:pt x="1368393" y="0"/>
                  </a:lnTo>
                  <a:lnTo>
                    <a:pt x="1368393" y="297606"/>
                  </a:lnTo>
                  <a:lnTo>
                    <a:pt x="0" y="297606"/>
                  </a:lnTo>
                  <a:close/>
                </a:path>
              </a:pathLst>
            </a:custGeom>
            <a:solidFill>
              <a:srgbClr val="8ABA2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5F3E4F-E091-4BDB-BDF7-5A6B7F3B01D7}"/>
                </a:ext>
              </a:extLst>
            </p:cNvPr>
            <p:cNvSpPr/>
            <p:nvPr/>
          </p:nvSpPr>
          <p:spPr>
            <a:xfrm>
              <a:off x="5992174" y="3551084"/>
              <a:ext cx="1641843" cy="982415"/>
            </a:xfrm>
            <a:custGeom>
              <a:avLst/>
              <a:gdLst>
                <a:gd name="connsiteX0" fmla="*/ 1458151 w 1452317"/>
                <a:gd name="connsiteY0" fmla="*/ 250346 h 869009"/>
                <a:gd name="connsiteX1" fmla="*/ 1433866 w 1452317"/>
                <a:gd name="connsiteY1" fmla="*/ 274631 h 869009"/>
                <a:gd name="connsiteX2" fmla="*/ 1413271 w 1452317"/>
                <a:gd name="connsiteY2" fmla="*/ 324391 h 869009"/>
                <a:gd name="connsiteX3" fmla="*/ 1413271 w 1452317"/>
                <a:gd name="connsiteY3" fmla="*/ 757348 h 869009"/>
                <a:gd name="connsiteX4" fmla="*/ 1346013 w 1452317"/>
                <a:gd name="connsiteY4" fmla="*/ 824607 h 869009"/>
                <a:gd name="connsiteX5" fmla="*/ 112138 w 1452317"/>
                <a:gd name="connsiteY5" fmla="*/ 824607 h 869009"/>
                <a:gd name="connsiteX6" fmla="*/ 44879 w 1452317"/>
                <a:gd name="connsiteY6" fmla="*/ 757348 h 869009"/>
                <a:gd name="connsiteX7" fmla="*/ 44879 w 1452317"/>
                <a:gd name="connsiteY7" fmla="*/ 44879 h 869009"/>
                <a:gd name="connsiteX8" fmla="*/ 0 w 1452317"/>
                <a:gd name="connsiteY8" fmla="*/ 0 h 869009"/>
                <a:gd name="connsiteX9" fmla="*/ 0 w 1452317"/>
                <a:gd name="connsiteY9" fmla="*/ 757348 h 869009"/>
                <a:gd name="connsiteX10" fmla="*/ 112138 w 1452317"/>
                <a:gd name="connsiteY10" fmla="*/ 869486 h 869009"/>
                <a:gd name="connsiteX11" fmla="*/ 1345893 w 1452317"/>
                <a:gd name="connsiteY11" fmla="*/ 869486 h 869009"/>
                <a:gd name="connsiteX12" fmla="*/ 1458032 w 1452317"/>
                <a:gd name="connsiteY12" fmla="*/ 757348 h 869009"/>
                <a:gd name="connsiteX13" fmla="*/ 1458032 w 1452317"/>
                <a:gd name="connsiteY13" fmla="*/ 411530 h 869009"/>
                <a:gd name="connsiteX14" fmla="*/ 1458032 w 1452317"/>
                <a:gd name="connsiteY14" fmla="*/ 324510 h 869009"/>
                <a:gd name="connsiteX15" fmla="*/ 1458032 w 1452317"/>
                <a:gd name="connsiteY15" fmla="*/ 250346 h 86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2317" h="869009">
                  <a:moveTo>
                    <a:pt x="1458151" y="250346"/>
                  </a:moveTo>
                  <a:lnTo>
                    <a:pt x="1433866" y="274631"/>
                  </a:lnTo>
                  <a:cubicBezTo>
                    <a:pt x="1420533" y="287964"/>
                    <a:pt x="1413271" y="305582"/>
                    <a:pt x="1413271" y="324391"/>
                  </a:cubicBezTo>
                  <a:lnTo>
                    <a:pt x="1413271" y="757348"/>
                  </a:lnTo>
                  <a:cubicBezTo>
                    <a:pt x="1413271" y="794489"/>
                    <a:pt x="1383035" y="824607"/>
                    <a:pt x="1346013" y="824607"/>
                  </a:cubicBezTo>
                  <a:lnTo>
                    <a:pt x="112138" y="824607"/>
                  </a:lnTo>
                  <a:cubicBezTo>
                    <a:pt x="74997" y="824607"/>
                    <a:pt x="44879" y="794370"/>
                    <a:pt x="44879" y="757348"/>
                  </a:cubicBezTo>
                  <a:lnTo>
                    <a:pt x="44879" y="44879"/>
                  </a:lnTo>
                  <a:lnTo>
                    <a:pt x="0" y="0"/>
                  </a:lnTo>
                  <a:lnTo>
                    <a:pt x="0" y="757348"/>
                  </a:lnTo>
                  <a:cubicBezTo>
                    <a:pt x="0" y="819131"/>
                    <a:pt x="50355" y="869486"/>
                    <a:pt x="112138" y="869486"/>
                  </a:cubicBezTo>
                  <a:lnTo>
                    <a:pt x="1345893" y="869486"/>
                  </a:lnTo>
                  <a:cubicBezTo>
                    <a:pt x="1407796" y="869486"/>
                    <a:pt x="1458032" y="819131"/>
                    <a:pt x="1458032" y="757348"/>
                  </a:cubicBezTo>
                  <a:lnTo>
                    <a:pt x="1458032" y="411530"/>
                  </a:lnTo>
                  <a:lnTo>
                    <a:pt x="1458032" y="324510"/>
                  </a:lnTo>
                  <a:lnTo>
                    <a:pt x="1458032" y="250346"/>
                  </a:lnTo>
                  <a:close/>
                </a:path>
              </a:pathLst>
            </a:custGeom>
            <a:solidFill>
              <a:srgbClr val="FFB45D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DBC3C6-0FB4-4B55-87D4-58BDE2528571}"/>
                </a:ext>
              </a:extLst>
            </p:cNvPr>
            <p:cNvSpPr/>
            <p:nvPr/>
          </p:nvSpPr>
          <p:spPr>
            <a:xfrm>
              <a:off x="5992174" y="2682791"/>
              <a:ext cx="1910997" cy="1049703"/>
            </a:xfrm>
            <a:custGeom>
              <a:avLst/>
              <a:gdLst>
                <a:gd name="connsiteX0" fmla="*/ 1670046 w 1690402"/>
                <a:gd name="connsiteY0" fmla="*/ 767586 h 928530"/>
                <a:gd name="connsiteX1" fmla="*/ 1465650 w 1690402"/>
                <a:gd name="connsiteY1" fmla="*/ 563190 h 928530"/>
                <a:gd name="connsiteX2" fmla="*/ 1458151 w 1690402"/>
                <a:gd name="connsiteY2" fmla="*/ 545095 h 928530"/>
                <a:gd name="connsiteX3" fmla="*/ 1458151 w 1690402"/>
                <a:gd name="connsiteY3" fmla="*/ 112138 h 928530"/>
                <a:gd name="connsiteX4" fmla="*/ 1346013 w 1690402"/>
                <a:gd name="connsiteY4" fmla="*/ 0 h 928530"/>
                <a:gd name="connsiteX5" fmla="*/ 112138 w 1690402"/>
                <a:gd name="connsiteY5" fmla="*/ 0 h 928530"/>
                <a:gd name="connsiteX6" fmla="*/ 0 w 1690402"/>
                <a:gd name="connsiteY6" fmla="*/ 112138 h 928530"/>
                <a:gd name="connsiteX7" fmla="*/ 0 w 1690402"/>
                <a:gd name="connsiteY7" fmla="*/ 504026 h 928530"/>
                <a:gd name="connsiteX8" fmla="*/ 44879 w 1690402"/>
                <a:gd name="connsiteY8" fmla="*/ 548905 h 928530"/>
                <a:gd name="connsiteX9" fmla="*/ 44879 w 1690402"/>
                <a:gd name="connsiteY9" fmla="*/ 112138 h 928530"/>
                <a:gd name="connsiteX10" fmla="*/ 112138 w 1690402"/>
                <a:gd name="connsiteY10" fmla="*/ 44879 h 928530"/>
                <a:gd name="connsiteX11" fmla="*/ 1345893 w 1690402"/>
                <a:gd name="connsiteY11" fmla="*/ 44879 h 928530"/>
                <a:gd name="connsiteX12" fmla="*/ 1413153 w 1690402"/>
                <a:gd name="connsiteY12" fmla="*/ 112138 h 928530"/>
                <a:gd name="connsiteX13" fmla="*/ 1413153 w 1690402"/>
                <a:gd name="connsiteY13" fmla="*/ 545095 h 928530"/>
                <a:gd name="connsiteX14" fmla="*/ 1433747 w 1690402"/>
                <a:gd name="connsiteY14" fmla="*/ 594855 h 928530"/>
                <a:gd name="connsiteX15" fmla="*/ 1638143 w 1690402"/>
                <a:gd name="connsiteY15" fmla="*/ 799251 h 928530"/>
                <a:gd name="connsiteX16" fmla="*/ 1638143 w 1690402"/>
                <a:gd name="connsiteY16" fmla="*/ 838178 h 928530"/>
                <a:gd name="connsiteX17" fmla="*/ 1600049 w 1690402"/>
                <a:gd name="connsiteY17" fmla="*/ 876271 h 928530"/>
                <a:gd name="connsiteX18" fmla="*/ 1600049 w 1690402"/>
                <a:gd name="connsiteY18" fmla="*/ 939721 h 928530"/>
                <a:gd name="connsiteX19" fmla="*/ 1669808 w 1690402"/>
                <a:gd name="connsiteY19" fmla="*/ 869962 h 928530"/>
                <a:gd name="connsiteX20" fmla="*/ 1670046 w 1690402"/>
                <a:gd name="connsiteY20" fmla="*/ 767586 h 92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90402" h="928530">
                  <a:moveTo>
                    <a:pt x="1670046" y="767586"/>
                  </a:moveTo>
                  <a:lnTo>
                    <a:pt x="1465650" y="563190"/>
                  </a:lnTo>
                  <a:cubicBezTo>
                    <a:pt x="1460888" y="558428"/>
                    <a:pt x="1458151" y="551881"/>
                    <a:pt x="1458151" y="545095"/>
                  </a:cubicBezTo>
                  <a:lnTo>
                    <a:pt x="1458151" y="112138"/>
                  </a:lnTo>
                  <a:cubicBezTo>
                    <a:pt x="1458151" y="50236"/>
                    <a:pt x="1407796" y="0"/>
                    <a:pt x="1346013" y="0"/>
                  </a:cubicBezTo>
                  <a:lnTo>
                    <a:pt x="112138" y="0"/>
                  </a:lnTo>
                  <a:cubicBezTo>
                    <a:pt x="50236" y="0"/>
                    <a:pt x="0" y="50355"/>
                    <a:pt x="0" y="112138"/>
                  </a:cubicBezTo>
                  <a:lnTo>
                    <a:pt x="0" y="504026"/>
                  </a:lnTo>
                  <a:lnTo>
                    <a:pt x="44879" y="548905"/>
                  </a:lnTo>
                  <a:lnTo>
                    <a:pt x="44879" y="112138"/>
                  </a:lnTo>
                  <a:cubicBezTo>
                    <a:pt x="44879" y="74997"/>
                    <a:pt x="75116" y="44879"/>
                    <a:pt x="112138" y="44879"/>
                  </a:cubicBezTo>
                  <a:lnTo>
                    <a:pt x="1345893" y="44879"/>
                  </a:lnTo>
                  <a:cubicBezTo>
                    <a:pt x="1383035" y="44879"/>
                    <a:pt x="1413153" y="75116"/>
                    <a:pt x="1413153" y="112138"/>
                  </a:cubicBezTo>
                  <a:lnTo>
                    <a:pt x="1413153" y="545095"/>
                  </a:lnTo>
                  <a:cubicBezTo>
                    <a:pt x="1413153" y="563904"/>
                    <a:pt x="1420533" y="581641"/>
                    <a:pt x="1433747" y="594855"/>
                  </a:cubicBezTo>
                  <a:lnTo>
                    <a:pt x="1638143" y="799251"/>
                  </a:lnTo>
                  <a:cubicBezTo>
                    <a:pt x="1648856" y="809965"/>
                    <a:pt x="1648856" y="827464"/>
                    <a:pt x="1638143" y="838178"/>
                  </a:cubicBezTo>
                  <a:lnTo>
                    <a:pt x="1600049" y="876271"/>
                  </a:lnTo>
                  <a:lnTo>
                    <a:pt x="1600049" y="939721"/>
                  </a:lnTo>
                  <a:lnTo>
                    <a:pt x="1669808" y="869962"/>
                  </a:lnTo>
                  <a:cubicBezTo>
                    <a:pt x="1698259" y="841749"/>
                    <a:pt x="1698259" y="795798"/>
                    <a:pt x="1670046" y="767586"/>
                  </a:cubicBezTo>
                  <a:close/>
                </a:path>
              </a:pathLst>
            </a:custGeom>
            <a:solidFill>
              <a:srgbClr val="FFB45D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359B35E-307D-469D-95C6-5B1D4A770763}"/>
                </a:ext>
              </a:extLst>
            </p:cNvPr>
            <p:cNvSpPr/>
            <p:nvPr/>
          </p:nvSpPr>
          <p:spPr>
            <a:xfrm>
              <a:off x="6042910" y="4032332"/>
              <a:ext cx="1534181" cy="336443"/>
            </a:xfrm>
            <a:custGeom>
              <a:avLst/>
              <a:gdLst>
                <a:gd name="connsiteX0" fmla="*/ 0 w 1357083"/>
                <a:gd name="connsiteY0" fmla="*/ 0 h 297606"/>
                <a:gd name="connsiteX1" fmla="*/ 1368393 w 1357083"/>
                <a:gd name="connsiteY1" fmla="*/ 0 h 297606"/>
                <a:gd name="connsiteX2" fmla="*/ 1368393 w 1357083"/>
                <a:gd name="connsiteY2" fmla="*/ 297606 h 297606"/>
                <a:gd name="connsiteX3" fmla="*/ 0 w 1357083"/>
                <a:gd name="connsiteY3" fmla="*/ 297606 h 29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7083" h="297606">
                  <a:moveTo>
                    <a:pt x="0" y="0"/>
                  </a:moveTo>
                  <a:lnTo>
                    <a:pt x="1368393" y="0"/>
                  </a:lnTo>
                  <a:lnTo>
                    <a:pt x="1368393" y="297606"/>
                  </a:lnTo>
                  <a:lnTo>
                    <a:pt x="0" y="297606"/>
                  </a:lnTo>
                  <a:close/>
                </a:path>
              </a:pathLst>
            </a:custGeom>
            <a:solidFill>
              <a:srgbClr val="FFB45D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675D5F9-BDB8-4B0F-A9AC-0EE2405AEAA6}"/>
                </a:ext>
              </a:extLst>
            </p:cNvPr>
            <p:cNvSpPr/>
            <p:nvPr/>
          </p:nvSpPr>
          <p:spPr>
            <a:xfrm>
              <a:off x="7695520" y="2682791"/>
              <a:ext cx="1910997" cy="1049703"/>
            </a:xfrm>
            <a:custGeom>
              <a:avLst/>
              <a:gdLst>
                <a:gd name="connsiteX0" fmla="*/ 1670046 w 1690402"/>
                <a:gd name="connsiteY0" fmla="*/ 767586 h 928530"/>
                <a:gd name="connsiteX1" fmla="*/ 1465650 w 1690402"/>
                <a:gd name="connsiteY1" fmla="*/ 563190 h 928530"/>
                <a:gd name="connsiteX2" fmla="*/ 1458151 w 1690402"/>
                <a:gd name="connsiteY2" fmla="*/ 545095 h 928530"/>
                <a:gd name="connsiteX3" fmla="*/ 1458151 w 1690402"/>
                <a:gd name="connsiteY3" fmla="*/ 112138 h 928530"/>
                <a:gd name="connsiteX4" fmla="*/ 1346012 w 1690402"/>
                <a:gd name="connsiteY4" fmla="*/ 0 h 928530"/>
                <a:gd name="connsiteX5" fmla="*/ 112138 w 1690402"/>
                <a:gd name="connsiteY5" fmla="*/ 0 h 928530"/>
                <a:gd name="connsiteX6" fmla="*/ 0 w 1690402"/>
                <a:gd name="connsiteY6" fmla="*/ 112138 h 928530"/>
                <a:gd name="connsiteX7" fmla="*/ 0 w 1690402"/>
                <a:gd name="connsiteY7" fmla="*/ 504026 h 928530"/>
                <a:gd name="connsiteX8" fmla="*/ 44879 w 1690402"/>
                <a:gd name="connsiteY8" fmla="*/ 548905 h 928530"/>
                <a:gd name="connsiteX9" fmla="*/ 44879 w 1690402"/>
                <a:gd name="connsiteY9" fmla="*/ 112138 h 928530"/>
                <a:gd name="connsiteX10" fmla="*/ 112138 w 1690402"/>
                <a:gd name="connsiteY10" fmla="*/ 44879 h 928530"/>
                <a:gd name="connsiteX11" fmla="*/ 1345894 w 1690402"/>
                <a:gd name="connsiteY11" fmla="*/ 44879 h 928530"/>
                <a:gd name="connsiteX12" fmla="*/ 1413152 w 1690402"/>
                <a:gd name="connsiteY12" fmla="*/ 112138 h 928530"/>
                <a:gd name="connsiteX13" fmla="*/ 1413152 w 1690402"/>
                <a:gd name="connsiteY13" fmla="*/ 545095 h 928530"/>
                <a:gd name="connsiteX14" fmla="*/ 1433746 w 1690402"/>
                <a:gd name="connsiteY14" fmla="*/ 594855 h 928530"/>
                <a:gd name="connsiteX15" fmla="*/ 1638143 w 1690402"/>
                <a:gd name="connsiteY15" fmla="*/ 799251 h 928530"/>
                <a:gd name="connsiteX16" fmla="*/ 1638143 w 1690402"/>
                <a:gd name="connsiteY16" fmla="*/ 838178 h 928530"/>
                <a:gd name="connsiteX17" fmla="*/ 1600049 w 1690402"/>
                <a:gd name="connsiteY17" fmla="*/ 876271 h 928530"/>
                <a:gd name="connsiteX18" fmla="*/ 1600049 w 1690402"/>
                <a:gd name="connsiteY18" fmla="*/ 939721 h 928530"/>
                <a:gd name="connsiteX19" fmla="*/ 1669808 w 1690402"/>
                <a:gd name="connsiteY19" fmla="*/ 869962 h 928530"/>
                <a:gd name="connsiteX20" fmla="*/ 1670046 w 1690402"/>
                <a:gd name="connsiteY20" fmla="*/ 767586 h 92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90402" h="928530">
                  <a:moveTo>
                    <a:pt x="1670046" y="767586"/>
                  </a:moveTo>
                  <a:lnTo>
                    <a:pt x="1465650" y="563190"/>
                  </a:lnTo>
                  <a:cubicBezTo>
                    <a:pt x="1460888" y="558428"/>
                    <a:pt x="1458151" y="551881"/>
                    <a:pt x="1458151" y="545095"/>
                  </a:cubicBezTo>
                  <a:lnTo>
                    <a:pt x="1458151" y="112138"/>
                  </a:lnTo>
                  <a:cubicBezTo>
                    <a:pt x="1458151" y="50236"/>
                    <a:pt x="1407795" y="0"/>
                    <a:pt x="1346012" y="0"/>
                  </a:cubicBezTo>
                  <a:lnTo>
                    <a:pt x="112138" y="0"/>
                  </a:lnTo>
                  <a:cubicBezTo>
                    <a:pt x="50236" y="0"/>
                    <a:pt x="0" y="50355"/>
                    <a:pt x="0" y="112138"/>
                  </a:cubicBezTo>
                  <a:lnTo>
                    <a:pt x="0" y="504026"/>
                  </a:lnTo>
                  <a:lnTo>
                    <a:pt x="44879" y="548905"/>
                  </a:lnTo>
                  <a:lnTo>
                    <a:pt x="44879" y="112138"/>
                  </a:lnTo>
                  <a:cubicBezTo>
                    <a:pt x="44879" y="74997"/>
                    <a:pt x="75116" y="44879"/>
                    <a:pt x="112138" y="44879"/>
                  </a:cubicBezTo>
                  <a:lnTo>
                    <a:pt x="1345894" y="44879"/>
                  </a:lnTo>
                  <a:cubicBezTo>
                    <a:pt x="1383035" y="44879"/>
                    <a:pt x="1413152" y="75116"/>
                    <a:pt x="1413152" y="112138"/>
                  </a:cubicBezTo>
                  <a:lnTo>
                    <a:pt x="1413152" y="545095"/>
                  </a:lnTo>
                  <a:cubicBezTo>
                    <a:pt x="1413152" y="563904"/>
                    <a:pt x="1420533" y="581641"/>
                    <a:pt x="1433746" y="594855"/>
                  </a:cubicBezTo>
                  <a:lnTo>
                    <a:pt x="1638143" y="799251"/>
                  </a:lnTo>
                  <a:cubicBezTo>
                    <a:pt x="1648856" y="809965"/>
                    <a:pt x="1648856" y="827464"/>
                    <a:pt x="1638143" y="838178"/>
                  </a:cubicBezTo>
                  <a:lnTo>
                    <a:pt x="1600049" y="876271"/>
                  </a:lnTo>
                  <a:lnTo>
                    <a:pt x="1600049" y="939721"/>
                  </a:lnTo>
                  <a:lnTo>
                    <a:pt x="1669808" y="869962"/>
                  </a:lnTo>
                  <a:cubicBezTo>
                    <a:pt x="1698259" y="841749"/>
                    <a:pt x="1698259" y="795798"/>
                    <a:pt x="1670046" y="767586"/>
                  </a:cubicBezTo>
                  <a:close/>
                </a:path>
              </a:pathLst>
            </a:custGeom>
            <a:solidFill>
              <a:srgbClr val="F5624C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3056A8-D78B-4702-B260-B67657ED700F}"/>
                </a:ext>
              </a:extLst>
            </p:cNvPr>
            <p:cNvSpPr/>
            <p:nvPr/>
          </p:nvSpPr>
          <p:spPr>
            <a:xfrm>
              <a:off x="7695520" y="3551084"/>
              <a:ext cx="1641843" cy="982415"/>
            </a:xfrm>
            <a:custGeom>
              <a:avLst/>
              <a:gdLst>
                <a:gd name="connsiteX0" fmla="*/ 1458151 w 1452317"/>
                <a:gd name="connsiteY0" fmla="*/ 250346 h 869009"/>
                <a:gd name="connsiteX1" fmla="*/ 1433866 w 1452317"/>
                <a:gd name="connsiteY1" fmla="*/ 274631 h 869009"/>
                <a:gd name="connsiteX2" fmla="*/ 1413271 w 1452317"/>
                <a:gd name="connsiteY2" fmla="*/ 324391 h 869009"/>
                <a:gd name="connsiteX3" fmla="*/ 1413271 w 1452317"/>
                <a:gd name="connsiteY3" fmla="*/ 757348 h 869009"/>
                <a:gd name="connsiteX4" fmla="*/ 1346012 w 1452317"/>
                <a:gd name="connsiteY4" fmla="*/ 824607 h 869009"/>
                <a:gd name="connsiteX5" fmla="*/ 112138 w 1452317"/>
                <a:gd name="connsiteY5" fmla="*/ 824607 h 869009"/>
                <a:gd name="connsiteX6" fmla="*/ 44879 w 1452317"/>
                <a:gd name="connsiteY6" fmla="*/ 757348 h 869009"/>
                <a:gd name="connsiteX7" fmla="*/ 44879 w 1452317"/>
                <a:gd name="connsiteY7" fmla="*/ 44879 h 869009"/>
                <a:gd name="connsiteX8" fmla="*/ 0 w 1452317"/>
                <a:gd name="connsiteY8" fmla="*/ 0 h 869009"/>
                <a:gd name="connsiteX9" fmla="*/ 0 w 1452317"/>
                <a:gd name="connsiteY9" fmla="*/ 757348 h 869009"/>
                <a:gd name="connsiteX10" fmla="*/ 112138 w 1452317"/>
                <a:gd name="connsiteY10" fmla="*/ 869486 h 869009"/>
                <a:gd name="connsiteX11" fmla="*/ 1345894 w 1452317"/>
                <a:gd name="connsiteY11" fmla="*/ 869486 h 869009"/>
                <a:gd name="connsiteX12" fmla="*/ 1458032 w 1452317"/>
                <a:gd name="connsiteY12" fmla="*/ 757348 h 869009"/>
                <a:gd name="connsiteX13" fmla="*/ 1458032 w 1452317"/>
                <a:gd name="connsiteY13" fmla="*/ 413553 h 869009"/>
                <a:gd name="connsiteX14" fmla="*/ 1458032 w 1452317"/>
                <a:gd name="connsiteY14" fmla="*/ 324510 h 869009"/>
                <a:gd name="connsiteX15" fmla="*/ 1458032 w 1452317"/>
                <a:gd name="connsiteY15" fmla="*/ 250346 h 86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2317" h="869009">
                  <a:moveTo>
                    <a:pt x="1458151" y="250346"/>
                  </a:moveTo>
                  <a:lnTo>
                    <a:pt x="1433866" y="274631"/>
                  </a:lnTo>
                  <a:cubicBezTo>
                    <a:pt x="1420533" y="287964"/>
                    <a:pt x="1413271" y="305582"/>
                    <a:pt x="1413271" y="324391"/>
                  </a:cubicBezTo>
                  <a:lnTo>
                    <a:pt x="1413271" y="757348"/>
                  </a:lnTo>
                  <a:cubicBezTo>
                    <a:pt x="1413271" y="794489"/>
                    <a:pt x="1383035" y="824607"/>
                    <a:pt x="1346012" y="824607"/>
                  </a:cubicBezTo>
                  <a:lnTo>
                    <a:pt x="112138" y="824607"/>
                  </a:lnTo>
                  <a:cubicBezTo>
                    <a:pt x="74997" y="824607"/>
                    <a:pt x="44879" y="794370"/>
                    <a:pt x="44879" y="757348"/>
                  </a:cubicBezTo>
                  <a:lnTo>
                    <a:pt x="44879" y="44879"/>
                  </a:lnTo>
                  <a:lnTo>
                    <a:pt x="0" y="0"/>
                  </a:lnTo>
                  <a:lnTo>
                    <a:pt x="0" y="757348"/>
                  </a:lnTo>
                  <a:cubicBezTo>
                    <a:pt x="0" y="819131"/>
                    <a:pt x="50355" y="869486"/>
                    <a:pt x="112138" y="869486"/>
                  </a:cubicBezTo>
                  <a:lnTo>
                    <a:pt x="1345894" y="869486"/>
                  </a:lnTo>
                  <a:cubicBezTo>
                    <a:pt x="1407795" y="869486"/>
                    <a:pt x="1458032" y="819131"/>
                    <a:pt x="1458032" y="757348"/>
                  </a:cubicBezTo>
                  <a:lnTo>
                    <a:pt x="1458032" y="413553"/>
                  </a:lnTo>
                  <a:lnTo>
                    <a:pt x="1458032" y="324510"/>
                  </a:lnTo>
                  <a:lnTo>
                    <a:pt x="1458032" y="250346"/>
                  </a:lnTo>
                  <a:close/>
                </a:path>
              </a:pathLst>
            </a:custGeom>
            <a:solidFill>
              <a:srgbClr val="F5624C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BBB193-7378-4038-90B4-6EECC017316B}"/>
                </a:ext>
              </a:extLst>
            </p:cNvPr>
            <p:cNvSpPr/>
            <p:nvPr/>
          </p:nvSpPr>
          <p:spPr>
            <a:xfrm>
              <a:off x="7746255" y="4032332"/>
              <a:ext cx="1534181" cy="336443"/>
            </a:xfrm>
            <a:custGeom>
              <a:avLst/>
              <a:gdLst>
                <a:gd name="connsiteX0" fmla="*/ 0 w 1357083"/>
                <a:gd name="connsiteY0" fmla="*/ 0 h 297606"/>
                <a:gd name="connsiteX1" fmla="*/ 1368392 w 1357083"/>
                <a:gd name="connsiteY1" fmla="*/ 0 h 297606"/>
                <a:gd name="connsiteX2" fmla="*/ 1368392 w 1357083"/>
                <a:gd name="connsiteY2" fmla="*/ 297606 h 297606"/>
                <a:gd name="connsiteX3" fmla="*/ 0 w 1357083"/>
                <a:gd name="connsiteY3" fmla="*/ 297606 h 29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7083" h="297606">
                  <a:moveTo>
                    <a:pt x="0" y="0"/>
                  </a:moveTo>
                  <a:lnTo>
                    <a:pt x="1368392" y="0"/>
                  </a:lnTo>
                  <a:lnTo>
                    <a:pt x="1368392" y="297606"/>
                  </a:lnTo>
                  <a:lnTo>
                    <a:pt x="0" y="297606"/>
                  </a:lnTo>
                  <a:close/>
                </a:path>
              </a:pathLst>
            </a:custGeom>
            <a:solidFill>
              <a:srgbClr val="F5624C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E65478E-5BCA-47FE-AC92-05845AEFB47C}"/>
                </a:ext>
              </a:extLst>
            </p:cNvPr>
            <p:cNvSpPr/>
            <p:nvPr/>
          </p:nvSpPr>
          <p:spPr>
            <a:xfrm>
              <a:off x="9398864" y="2682791"/>
              <a:ext cx="1910997" cy="1843709"/>
            </a:xfrm>
            <a:custGeom>
              <a:avLst/>
              <a:gdLst>
                <a:gd name="connsiteX0" fmla="*/ 1670046 w 1690402"/>
                <a:gd name="connsiteY0" fmla="*/ 767586 h 1630880"/>
                <a:gd name="connsiteX1" fmla="*/ 1465650 w 1690402"/>
                <a:gd name="connsiteY1" fmla="*/ 563190 h 1630880"/>
                <a:gd name="connsiteX2" fmla="*/ 1458151 w 1690402"/>
                <a:gd name="connsiteY2" fmla="*/ 545095 h 1630880"/>
                <a:gd name="connsiteX3" fmla="*/ 1458151 w 1690402"/>
                <a:gd name="connsiteY3" fmla="*/ 112138 h 1630880"/>
                <a:gd name="connsiteX4" fmla="*/ 1346013 w 1690402"/>
                <a:gd name="connsiteY4" fmla="*/ 0 h 1630880"/>
                <a:gd name="connsiteX5" fmla="*/ 112138 w 1690402"/>
                <a:gd name="connsiteY5" fmla="*/ 0 h 1630880"/>
                <a:gd name="connsiteX6" fmla="*/ 0 w 1690402"/>
                <a:gd name="connsiteY6" fmla="*/ 112138 h 1630880"/>
                <a:gd name="connsiteX7" fmla="*/ 0 w 1690402"/>
                <a:gd name="connsiteY7" fmla="*/ 504026 h 1630880"/>
                <a:gd name="connsiteX8" fmla="*/ 44879 w 1690402"/>
                <a:gd name="connsiteY8" fmla="*/ 548905 h 1630880"/>
                <a:gd name="connsiteX9" fmla="*/ 44879 w 1690402"/>
                <a:gd name="connsiteY9" fmla="*/ 112138 h 1630880"/>
                <a:gd name="connsiteX10" fmla="*/ 112138 w 1690402"/>
                <a:gd name="connsiteY10" fmla="*/ 44879 h 1630880"/>
                <a:gd name="connsiteX11" fmla="*/ 1345893 w 1690402"/>
                <a:gd name="connsiteY11" fmla="*/ 44879 h 1630880"/>
                <a:gd name="connsiteX12" fmla="*/ 1413153 w 1690402"/>
                <a:gd name="connsiteY12" fmla="*/ 112138 h 1630880"/>
                <a:gd name="connsiteX13" fmla="*/ 1413153 w 1690402"/>
                <a:gd name="connsiteY13" fmla="*/ 545095 h 1630880"/>
                <a:gd name="connsiteX14" fmla="*/ 1433747 w 1690402"/>
                <a:gd name="connsiteY14" fmla="*/ 594855 h 1630880"/>
                <a:gd name="connsiteX15" fmla="*/ 1638143 w 1690402"/>
                <a:gd name="connsiteY15" fmla="*/ 799251 h 1630880"/>
                <a:gd name="connsiteX16" fmla="*/ 1638143 w 1690402"/>
                <a:gd name="connsiteY16" fmla="*/ 838178 h 1630880"/>
                <a:gd name="connsiteX17" fmla="*/ 1433866 w 1690402"/>
                <a:gd name="connsiteY17" fmla="*/ 1042692 h 1630880"/>
                <a:gd name="connsiteX18" fmla="*/ 1413272 w 1690402"/>
                <a:gd name="connsiteY18" fmla="*/ 1092452 h 1630880"/>
                <a:gd name="connsiteX19" fmla="*/ 1413272 w 1690402"/>
                <a:gd name="connsiteY19" fmla="*/ 1525409 h 1630880"/>
                <a:gd name="connsiteX20" fmla="*/ 1346013 w 1690402"/>
                <a:gd name="connsiteY20" fmla="*/ 1592668 h 1630880"/>
                <a:gd name="connsiteX21" fmla="*/ 112138 w 1690402"/>
                <a:gd name="connsiteY21" fmla="*/ 1592668 h 1630880"/>
                <a:gd name="connsiteX22" fmla="*/ 44879 w 1690402"/>
                <a:gd name="connsiteY22" fmla="*/ 1525409 h 1630880"/>
                <a:gd name="connsiteX23" fmla="*/ 44879 w 1690402"/>
                <a:gd name="connsiteY23" fmla="*/ 812941 h 1630880"/>
                <a:gd name="connsiteX24" fmla="*/ 0 w 1690402"/>
                <a:gd name="connsiteY24" fmla="*/ 768062 h 1630880"/>
                <a:gd name="connsiteX25" fmla="*/ 0 w 1690402"/>
                <a:gd name="connsiteY25" fmla="*/ 1525409 h 1630880"/>
                <a:gd name="connsiteX26" fmla="*/ 112138 w 1690402"/>
                <a:gd name="connsiteY26" fmla="*/ 1637547 h 1630880"/>
                <a:gd name="connsiteX27" fmla="*/ 1345893 w 1690402"/>
                <a:gd name="connsiteY27" fmla="*/ 1637547 h 1630880"/>
                <a:gd name="connsiteX28" fmla="*/ 1458032 w 1690402"/>
                <a:gd name="connsiteY28" fmla="*/ 1525409 h 1630880"/>
                <a:gd name="connsiteX29" fmla="*/ 1458032 w 1690402"/>
                <a:gd name="connsiteY29" fmla="*/ 1092452 h 1630880"/>
                <a:gd name="connsiteX30" fmla="*/ 1465532 w 1690402"/>
                <a:gd name="connsiteY30" fmla="*/ 1074358 h 1630880"/>
                <a:gd name="connsiteX31" fmla="*/ 1669927 w 1690402"/>
                <a:gd name="connsiteY31" fmla="*/ 869962 h 1630880"/>
                <a:gd name="connsiteX32" fmla="*/ 1670046 w 1690402"/>
                <a:gd name="connsiteY32" fmla="*/ 767586 h 163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690402" h="1630880">
                  <a:moveTo>
                    <a:pt x="1670046" y="767586"/>
                  </a:moveTo>
                  <a:lnTo>
                    <a:pt x="1465650" y="563190"/>
                  </a:lnTo>
                  <a:cubicBezTo>
                    <a:pt x="1460889" y="558428"/>
                    <a:pt x="1458151" y="551881"/>
                    <a:pt x="1458151" y="545095"/>
                  </a:cubicBezTo>
                  <a:lnTo>
                    <a:pt x="1458151" y="112138"/>
                  </a:lnTo>
                  <a:cubicBezTo>
                    <a:pt x="1458151" y="50236"/>
                    <a:pt x="1407796" y="0"/>
                    <a:pt x="1346013" y="0"/>
                  </a:cubicBezTo>
                  <a:lnTo>
                    <a:pt x="112138" y="0"/>
                  </a:lnTo>
                  <a:cubicBezTo>
                    <a:pt x="50236" y="0"/>
                    <a:pt x="0" y="50355"/>
                    <a:pt x="0" y="112138"/>
                  </a:cubicBezTo>
                  <a:lnTo>
                    <a:pt x="0" y="504026"/>
                  </a:lnTo>
                  <a:lnTo>
                    <a:pt x="44879" y="548905"/>
                  </a:lnTo>
                  <a:lnTo>
                    <a:pt x="44879" y="112138"/>
                  </a:lnTo>
                  <a:cubicBezTo>
                    <a:pt x="44879" y="74997"/>
                    <a:pt x="75116" y="44879"/>
                    <a:pt x="112138" y="44879"/>
                  </a:cubicBezTo>
                  <a:lnTo>
                    <a:pt x="1345893" y="44879"/>
                  </a:lnTo>
                  <a:cubicBezTo>
                    <a:pt x="1383035" y="44879"/>
                    <a:pt x="1413153" y="75116"/>
                    <a:pt x="1413153" y="112138"/>
                  </a:cubicBezTo>
                  <a:lnTo>
                    <a:pt x="1413153" y="545095"/>
                  </a:lnTo>
                  <a:cubicBezTo>
                    <a:pt x="1413153" y="563904"/>
                    <a:pt x="1420533" y="581641"/>
                    <a:pt x="1433747" y="594855"/>
                  </a:cubicBezTo>
                  <a:lnTo>
                    <a:pt x="1638143" y="799251"/>
                  </a:lnTo>
                  <a:cubicBezTo>
                    <a:pt x="1648856" y="809965"/>
                    <a:pt x="1648856" y="827464"/>
                    <a:pt x="1638143" y="838178"/>
                  </a:cubicBezTo>
                  <a:lnTo>
                    <a:pt x="1433866" y="1042692"/>
                  </a:lnTo>
                  <a:cubicBezTo>
                    <a:pt x="1420533" y="1056025"/>
                    <a:pt x="1413272" y="1073644"/>
                    <a:pt x="1413272" y="1092452"/>
                  </a:cubicBezTo>
                  <a:lnTo>
                    <a:pt x="1413272" y="1525409"/>
                  </a:lnTo>
                  <a:cubicBezTo>
                    <a:pt x="1413272" y="1562551"/>
                    <a:pt x="1383035" y="1592668"/>
                    <a:pt x="1346013" y="1592668"/>
                  </a:cubicBezTo>
                  <a:lnTo>
                    <a:pt x="112138" y="1592668"/>
                  </a:lnTo>
                  <a:cubicBezTo>
                    <a:pt x="74997" y="1592668"/>
                    <a:pt x="44879" y="1562432"/>
                    <a:pt x="44879" y="1525409"/>
                  </a:cubicBezTo>
                  <a:lnTo>
                    <a:pt x="44879" y="812941"/>
                  </a:lnTo>
                  <a:lnTo>
                    <a:pt x="0" y="768062"/>
                  </a:lnTo>
                  <a:lnTo>
                    <a:pt x="0" y="1525409"/>
                  </a:lnTo>
                  <a:cubicBezTo>
                    <a:pt x="0" y="1587192"/>
                    <a:pt x="50355" y="1637547"/>
                    <a:pt x="112138" y="1637547"/>
                  </a:cubicBezTo>
                  <a:lnTo>
                    <a:pt x="1345893" y="1637547"/>
                  </a:lnTo>
                  <a:cubicBezTo>
                    <a:pt x="1407796" y="1637547"/>
                    <a:pt x="1458032" y="1587192"/>
                    <a:pt x="1458032" y="1525409"/>
                  </a:cubicBezTo>
                  <a:lnTo>
                    <a:pt x="1458032" y="1092452"/>
                  </a:lnTo>
                  <a:cubicBezTo>
                    <a:pt x="1458032" y="1085667"/>
                    <a:pt x="1460650" y="1079239"/>
                    <a:pt x="1465532" y="1074358"/>
                  </a:cubicBezTo>
                  <a:lnTo>
                    <a:pt x="1669927" y="869962"/>
                  </a:lnTo>
                  <a:cubicBezTo>
                    <a:pt x="1698259" y="841749"/>
                    <a:pt x="1698259" y="795798"/>
                    <a:pt x="1670046" y="767586"/>
                  </a:cubicBezTo>
                  <a:close/>
                </a:path>
              </a:pathLst>
            </a:custGeom>
            <a:solidFill>
              <a:srgbClr val="F64F8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5DE16EC-E591-44B4-BD30-D7394941B3B1}"/>
                </a:ext>
              </a:extLst>
            </p:cNvPr>
            <p:cNvSpPr/>
            <p:nvPr/>
          </p:nvSpPr>
          <p:spPr>
            <a:xfrm>
              <a:off x="9449599" y="4032332"/>
              <a:ext cx="1534181" cy="336443"/>
            </a:xfrm>
            <a:custGeom>
              <a:avLst/>
              <a:gdLst>
                <a:gd name="connsiteX0" fmla="*/ 0 w 1357083"/>
                <a:gd name="connsiteY0" fmla="*/ 0 h 297606"/>
                <a:gd name="connsiteX1" fmla="*/ 1368393 w 1357083"/>
                <a:gd name="connsiteY1" fmla="*/ 0 h 297606"/>
                <a:gd name="connsiteX2" fmla="*/ 1368393 w 1357083"/>
                <a:gd name="connsiteY2" fmla="*/ 297606 h 297606"/>
                <a:gd name="connsiteX3" fmla="*/ 0 w 1357083"/>
                <a:gd name="connsiteY3" fmla="*/ 297606 h 29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7083" h="297606">
                  <a:moveTo>
                    <a:pt x="0" y="0"/>
                  </a:moveTo>
                  <a:lnTo>
                    <a:pt x="1368393" y="0"/>
                  </a:lnTo>
                  <a:lnTo>
                    <a:pt x="1368393" y="297606"/>
                  </a:lnTo>
                  <a:lnTo>
                    <a:pt x="0" y="297606"/>
                  </a:lnTo>
                  <a:close/>
                </a:path>
              </a:pathLst>
            </a:custGeom>
            <a:solidFill>
              <a:srgbClr val="F64F88"/>
            </a:solidFill>
            <a:ln w="118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2CE329E-0AAD-4289-A7D9-149F5D1C6133}"/>
                </a:ext>
              </a:extLst>
            </p:cNvPr>
            <p:cNvSpPr/>
            <p:nvPr/>
          </p:nvSpPr>
          <p:spPr>
            <a:xfrm>
              <a:off x="1074635" y="2985632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14D88E1-FAEF-4CC0-9373-34DAA7557A5C}"/>
                </a:ext>
              </a:extLst>
            </p:cNvPr>
            <p:cNvSpPr/>
            <p:nvPr/>
          </p:nvSpPr>
          <p:spPr>
            <a:xfrm>
              <a:off x="951279" y="3270664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3343759-8D47-4FE7-ACAD-B597D7A2AE7A}"/>
                </a:ext>
              </a:extLst>
            </p:cNvPr>
            <p:cNvSpPr/>
            <p:nvPr/>
          </p:nvSpPr>
          <p:spPr>
            <a:xfrm>
              <a:off x="2846395" y="2985632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96C0769-F492-4261-A938-423336401D6B}"/>
                </a:ext>
              </a:extLst>
            </p:cNvPr>
            <p:cNvSpPr/>
            <p:nvPr/>
          </p:nvSpPr>
          <p:spPr>
            <a:xfrm>
              <a:off x="2723039" y="3270664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8F24491-4070-47A6-908F-C2A1DFEB4353}"/>
                </a:ext>
              </a:extLst>
            </p:cNvPr>
            <p:cNvSpPr/>
            <p:nvPr/>
          </p:nvSpPr>
          <p:spPr>
            <a:xfrm>
              <a:off x="4555467" y="2985632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75B8615-606C-4DB8-8860-0AAFDE206091}"/>
                </a:ext>
              </a:extLst>
            </p:cNvPr>
            <p:cNvSpPr/>
            <p:nvPr/>
          </p:nvSpPr>
          <p:spPr>
            <a:xfrm>
              <a:off x="4432111" y="3270664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5E50C589-8D49-4ADC-9FBB-F01BAEF543F3}"/>
                </a:ext>
              </a:extLst>
            </p:cNvPr>
            <p:cNvSpPr/>
            <p:nvPr/>
          </p:nvSpPr>
          <p:spPr>
            <a:xfrm>
              <a:off x="6259160" y="2985632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AD1E6CC-AD77-4CA7-87DE-883721801E83}"/>
                </a:ext>
              </a:extLst>
            </p:cNvPr>
            <p:cNvSpPr/>
            <p:nvPr/>
          </p:nvSpPr>
          <p:spPr>
            <a:xfrm>
              <a:off x="6135804" y="3270664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2CB4115-9B15-4F14-A2A5-89A7042E09A9}"/>
                </a:ext>
              </a:extLst>
            </p:cNvPr>
            <p:cNvSpPr/>
            <p:nvPr/>
          </p:nvSpPr>
          <p:spPr>
            <a:xfrm>
              <a:off x="7971588" y="2985632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585C3E47-0ACE-403E-932C-597243426B58}"/>
                </a:ext>
              </a:extLst>
            </p:cNvPr>
            <p:cNvSpPr/>
            <p:nvPr/>
          </p:nvSpPr>
          <p:spPr>
            <a:xfrm>
              <a:off x="7848232" y="3270664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E137F8A-F76D-4788-AB98-60CA466345F0}"/>
                </a:ext>
              </a:extLst>
            </p:cNvPr>
            <p:cNvSpPr/>
            <p:nvPr/>
          </p:nvSpPr>
          <p:spPr>
            <a:xfrm>
              <a:off x="9674906" y="2985632"/>
              <a:ext cx="12506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C827357-CE06-49AE-8DE8-5CBB6A2F4C2F}"/>
                </a:ext>
              </a:extLst>
            </p:cNvPr>
            <p:cNvSpPr/>
            <p:nvPr/>
          </p:nvSpPr>
          <p:spPr>
            <a:xfrm>
              <a:off x="9551550" y="3270664"/>
              <a:ext cx="1497373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>
                      <a:lumMod val="85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07B3138-549F-4B7D-9E3C-40DF0B32D8C2}"/>
                </a:ext>
              </a:extLst>
            </p:cNvPr>
            <p:cNvSpPr/>
            <p:nvPr/>
          </p:nvSpPr>
          <p:spPr>
            <a:xfrm>
              <a:off x="1357563" y="4013878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7CB164A-60F5-415C-86B6-154E89572750}"/>
                </a:ext>
              </a:extLst>
            </p:cNvPr>
            <p:cNvSpPr/>
            <p:nvPr/>
          </p:nvSpPr>
          <p:spPr>
            <a:xfrm>
              <a:off x="3060908" y="4013878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7648630-0F17-49E9-82A0-F449BCC34EFE}"/>
                </a:ext>
              </a:extLst>
            </p:cNvPr>
            <p:cNvSpPr/>
            <p:nvPr/>
          </p:nvSpPr>
          <p:spPr>
            <a:xfrm>
              <a:off x="4770447" y="4013878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0655EF8-F959-4F46-A9BE-1DCE700F48FB}"/>
                </a:ext>
              </a:extLst>
            </p:cNvPr>
            <p:cNvSpPr/>
            <p:nvPr/>
          </p:nvSpPr>
          <p:spPr>
            <a:xfrm>
              <a:off x="6467598" y="4013878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0381A26-D398-4785-B771-6BE58936D956}"/>
                </a:ext>
              </a:extLst>
            </p:cNvPr>
            <p:cNvSpPr/>
            <p:nvPr/>
          </p:nvSpPr>
          <p:spPr>
            <a:xfrm>
              <a:off x="8170943" y="4013878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BEBE337-BD5D-4765-BE3B-E61312167331}"/>
                </a:ext>
              </a:extLst>
            </p:cNvPr>
            <p:cNvSpPr/>
            <p:nvPr/>
          </p:nvSpPr>
          <p:spPr>
            <a:xfrm>
              <a:off x="9874287" y="4013878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5980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D0F31478-ED13-46CA-8E85-5F9A9FD0AE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D5C1AF-740C-468D-AB65-FF5E767AA22E}"/>
              </a:ext>
            </a:extLst>
          </p:cNvPr>
          <p:cNvGrpSpPr/>
          <p:nvPr/>
        </p:nvGrpSpPr>
        <p:grpSpPr>
          <a:xfrm>
            <a:off x="1370068" y="2633624"/>
            <a:ext cx="1942470" cy="1802901"/>
            <a:chOff x="1370068" y="2633624"/>
            <a:chExt cx="1942470" cy="1802901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BA4D598F-0962-43CF-AB05-36CB1CAC95E3}"/>
                </a:ext>
              </a:extLst>
            </p:cNvPr>
            <p:cNvGrpSpPr/>
            <p:nvPr/>
          </p:nvGrpSpPr>
          <p:grpSpPr>
            <a:xfrm>
              <a:off x="1370068" y="2633624"/>
              <a:ext cx="1942470" cy="1802901"/>
              <a:chOff x="1350818" y="2527746"/>
              <a:chExt cx="1942470" cy="1802901"/>
            </a:xfrm>
            <a:effectLst/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70BA34E-33E5-4F37-852D-BDA38251F9B8}"/>
                  </a:ext>
                </a:extLst>
              </p:cNvPr>
              <p:cNvSpPr/>
              <p:nvPr/>
            </p:nvSpPr>
            <p:spPr>
              <a:xfrm>
                <a:off x="1514002" y="2614258"/>
                <a:ext cx="1629484" cy="1574380"/>
              </a:xfrm>
              <a:custGeom>
                <a:avLst/>
                <a:gdLst>
                  <a:gd name="connsiteX0" fmla="*/ 1471967 w 1629483"/>
                  <a:gd name="connsiteY0" fmla="*/ 1576269 h 1574380"/>
                  <a:gd name="connsiteX1" fmla="*/ 162240 w 1629483"/>
                  <a:gd name="connsiteY1" fmla="*/ 1576269 h 1574380"/>
                  <a:gd name="connsiteX2" fmla="*/ 0 w 1629483"/>
                  <a:gd name="connsiteY2" fmla="*/ 1414030 h 1574380"/>
                  <a:gd name="connsiteX3" fmla="*/ 0 w 1629483"/>
                  <a:gd name="connsiteY3" fmla="*/ 162240 h 1574380"/>
                  <a:gd name="connsiteX4" fmla="*/ 162240 w 1629483"/>
                  <a:gd name="connsiteY4" fmla="*/ 0 h 1574380"/>
                  <a:gd name="connsiteX5" fmla="*/ 1471888 w 1629483"/>
                  <a:gd name="connsiteY5" fmla="*/ 0 h 1574380"/>
                  <a:gd name="connsiteX6" fmla="*/ 1634128 w 1629483"/>
                  <a:gd name="connsiteY6" fmla="*/ 162240 h 1574380"/>
                  <a:gd name="connsiteX7" fmla="*/ 1634128 w 1629483"/>
                  <a:gd name="connsiteY7" fmla="*/ 1413951 h 1574380"/>
                  <a:gd name="connsiteX8" fmla="*/ 1471967 w 1629483"/>
                  <a:gd name="connsiteY8" fmla="*/ 1576269 h 157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483" h="1574380">
                    <a:moveTo>
                      <a:pt x="1471967" y="1576269"/>
                    </a:moveTo>
                    <a:lnTo>
                      <a:pt x="162240" y="1576269"/>
                    </a:lnTo>
                    <a:cubicBezTo>
                      <a:pt x="72658" y="1576269"/>
                      <a:pt x="0" y="1503612"/>
                      <a:pt x="0" y="1414030"/>
                    </a:cubicBezTo>
                    <a:lnTo>
                      <a:pt x="0" y="162240"/>
                    </a:lnTo>
                    <a:cubicBezTo>
                      <a:pt x="0" y="72658"/>
                      <a:pt x="72658" y="0"/>
                      <a:pt x="162240" y="0"/>
                    </a:cubicBezTo>
                    <a:lnTo>
                      <a:pt x="1471888" y="0"/>
                    </a:lnTo>
                    <a:cubicBezTo>
                      <a:pt x="1561470" y="0"/>
                      <a:pt x="1634128" y="72658"/>
                      <a:pt x="1634128" y="162240"/>
                    </a:cubicBezTo>
                    <a:lnTo>
                      <a:pt x="1634128" y="1413951"/>
                    </a:lnTo>
                    <a:cubicBezTo>
                      <a:pt x="1634207" y="1503612"/>
                      <a:pt x="1561549" y="1576269"/>
                      <a:pt x="1471967" y="1576269"/>
                    </a:cubicBezTo>
                    <a:close/>
                  </a:path>
                </a:pathLst>
              </a:custGeom>
              <a:solidFill>
                <a:srgbClr val="903D85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5D814486-212C-404A-ADDD-9434497DB6A7}"/>
                  </a:ext>
                </a:extLst>
              </p:cNvPr>
              <p:cNvSpPr/>
              <p:nvPr/>
            </p:nvSpPr>
            <p:spPr>
              <a:xfrm>
                <a:off x="2222709" y="2715333"/>
                <a:ext cx="1070579" cy="377851"/>
              </a:xfrm>
              <a:custGeom>
                <a:avLst/>
                <a:gdLst>
                  <a:gd name="connsiteX0" fmla="*/ 923768 w 1070578"/>
                  <a:gd name="connsiteY0" fmla="*/ 378875 h 377851"/>
                  <a:gd name="connsiteX1" fmla="*/ 0 w 1070578"/>
                  <a:gd name="connsiteY1" fmla="*/ 378875 h 377851"/>
                  <a:gd name="connsiteX2" fmla="*/ 150275 w 1070578"/>
                  <a:gd name="connsiteY2" fmla="*/ 0 h 377851"/>
                  <a:gd name="connsiteX3" fmla="*/ 1074121 w 1070578"/>
                  <a:gd name="connsiteY3" fmla="*/ 0 h 37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578" h="377851">
                    <a:moveTo>
                      <a:pt x="923768" y="378875"/>
                    </a:moveTo>
                    <a:lnTo>
                      <a:pt x="0" y="378875"/>
                    </a:lnTo>
                    <a:lnTo>
                      <a:pt x="150275" y="0"/>
                    </a:lnTo>
                    <a:lnTo>
                      <a:pt x="1074121" y="0"/>
                    </a:lnTo>
                    <a:close/>
                  </a:path>
                </a:pathLst>
              </a:custGeom>
              <a:solidFill>
                <a:srgbClr val="B24CA3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8A71764-8899-477C-9CA8-417268268C92}"/>
                  </a:ext>
                </a:extLst>
              </p:cNvPr>
              <p:cNvSpPr/>
              <p:nvPr/>
            </p:nvSpPr>
            <p:spPr>
              <a:xfrm>
                <a:off x="1901064" y="4165337"/>
                <a:ext cx="141694" cy="165310"/>
              </a:xfrm>
              <a:custGeom>
                <a:avLst/>
                <a:gdLst>
                  <a:gd name="connsiteX0" fmla="*/ 146575 w 141694"/>
                  <a:gd name="connsiteY0" fmla="*/ 84623 h 165309"/>
                  <a:gd name="connsiteX1" fmla="*/ 0 w 141694"/>
                  <a:gd name="connsiteY1" fmla="*/ 0 h 165309"/>
                  <a:gd name="connsiteX2" fmla="*/ 0 w 141694"/>
                  <a:gd name="connsiteY2" fmla="*/ 169246 h 165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1694" h="165309">
                    <a:moveTo>
                      <a:pt x="146575" y="84623"/>
                    </a:moveTo>
                    <a:lnTo>
                      <a:pt x="0" y="0"/>
                    </a:lnTo>
                    <a:lnTo>
                      <a:pt x="0" y="169246"/>
                    </a:lnTo>
                    <a:close/>
                  </a:path>
                </a:pathLst>
              </a:custGeom>
              <a:solidFill>
                <a:schemeClr val="bg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50539BA-0C69-4DF2-86B7-CBC121E34C39}"/>
                  </a:ext>
                </a:extLst>
              </p:cNvPr>
              <p:cNvSpPr/>
              <p:nvPr/>
            </p:nvSpPr>
            <p:spPr>
              <a:xfrm>
                <a:off x="1350818" y="2527746"/>
                <a:ext cx="1621612" cy="1716074"/>
              </a:xfrm>
              <a:custGeom>
                <a:avLst/>
                <a:gdLst>
                  <a:gd name="connsiteX0" fmla="*/ 580710 w 1621611"/>
                  <a:gd name="connsiteY0" fmla="*/ 1722214 h 1716074"/>
                  <a:gd name="connsiteX1" fmla="*/ 190815 w 1621611"/>
                  <a:gd name="connsiteY1" fmla="*/ 1722214 h 1716074"/>
                  <a:gd name="connsiteX2" fmla="*/ 0 w 1621611"/>
                  <a:gd name="connsiteY2" fmla="*/ 1531400 h 1716074"/>
                  <a:gd name="connsiteX3" fmla="*/ 0 w 1621611"/>
                  <a:gd name="connsiteY3" fmla="*/ 190815 h 1716074"/>
                  <a:gd name="connsiteX4" fmla="*/ 190815 w 1621611"/>
                  <a:gd name="connsiteY4" fmla="*/ 0 h 1716074"/>
                  <a:gd name="connsiteX5" fmla="*/ 1438354 w 1621611"/>
                  <a:gd name="connsiteY5" fmla="*/ 0 h 1716074"/>
                  <a:gd name="connsiteX6" fmla="*/ 1629169 w 1621611"/>
                  <a:gd name="connsiteY6" fmla="*/ 190815 h 1716074"/>
                  <a:gd name="connsiteX7" fmla="*/ 1629169 w 1621611"/>
                  <a:gd name="connsiteY7" fmla="*/ 1365302 h 1716074"/>
                  <a:gd name="connsiteX8" fmla="*/ 1529353 w 1621611"/>
                  <a:gd name="connsiteY8" fmla="*/ 1465118 h 1716074"/>
                  <a:gd name="connsiteX9" fmla="*/ 1323109 w 1621611"/>
                  <a:gd name="connsiteY9" fmla="*/ 1465118 h 17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611" h="1716074">
                    <a:moveTo>
                      <a:pt x="580710" y="1722214"/>
                    </a:moveTo>
                    <a:lnTo>
                      <a:pt x="190815" y="1722214"/>
                    </a:lnTo>
                    <a:cubicBezTo>
                      <a:pt x="85410" y="1722214"/>
                      <a:pt x="0" y="1636804"/>
                      <a:pt x="0" y="1531400"/>
                    </a:cubicBezTo>
                    <a:lnTo>
                      <a:pt x="0" y="190815"/>
                    </a:lnTo>
                    <a:cubicBezTo>
                      <a:pt x="0" y="85410"/>
                      <a:pt x="85410" y="0"/>
                      <a:pt x="190815" y="0"/>
                    </a:cubicBezTo>
                    <a:lnTo>
                      <a:pt x="1438354" y="0"/>
                    </a:lnTo>
                    <a:cubicBezTo>
                      <a:pt x="1543759" y="0"/>
                      <a:pt x="1629169" y="85410"/>
                      <a:pt x="1629169" y="190815"/>
                    </a:cubicBezTo>
                    <a:lnTo>
                      <a:pt x="1629169" y="1365302"/>
                    </a:lnTo>
                    <a:cubicBezTo>
                      <a:pt x="1629169" y="1420406"/>
                      <a:pt x="1584535" y="1465118"/>
                      <a:pt x="1529353" y="1465118"/>
                    </a:cubicBezTo>
                    <a:lnTo>
                      <a:pt x="1323109" y="1465118"/>
                    </a:lnTo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C2DE254-C809-4815-8BFA-955497410372}"/>
                  </a:ext>
                </a:extLst>
              </p:cNvPr>
              <p:cNvSpPr/>
              <p:nvPr/>
            </p:nvSpPr>
            <p:spPr>
              <a:xfrm>
                <a:off x="2575843" y="3943035"/>
                <a:ext cx="86591" cy="86591"/>
              </a:xfrm>
              <a:custGeom>
                <a:avLst/>
                <a:gdLst>
                  <a:gd name="connsiteX0" fmla="*/ 93991 w 86590"/>
                  <a:gd name="connsiteY0" fmla="*/ 46995 h 86590"/>
                  <a:gd name="connsiteX1" fmla="*/ 46995 w 86590"/>
                  <a:gd name="connsiteY1" fmla="*/ 93991 h 86590"/>
                  <a:gd name="connsiteX2" fmla="*/ 0 w 86590"/>
                  <a:gd name="connsiteY2" fmla="*/ 46995 h 86590"/>
                  <a:gd name="connsiteX3" fmla="*/ 46995 w 86590"/>
                  <a:gd name="connsiteY3" fmla="*/ 0 h 86590"/>
                  <a:gd name="connsiteX4" fmla="*/ 93991 w 86590"/>
                  <a:gd name="connsiteY4" fmla="*/ 46995 h 8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90" h="86590">
                    <a:moveTo>
                      <a:pt x="93991" y="46995"/>
                    </a:moveTo>
                    <a:cubicBezTo>
                      <a:pt x="93991" y="72950"/>
                      <a:pt x="72950" y="93991"/>
                      <a:pt x="46995" y="93991"/>
                    </a:cubicBezTo>
                    <a:cubicBezTo>
                      <a:pt x="21041" y="93991"/>
                      <a:pt x="0" y="72950"/>
                      <a:pt x="0" y="46995"/>
                    </a:cubicBezTo>
                    <a:cubicBezTo>
                      <a:pt x="0" y="21041"/>
                      <a:pt x="21041" y="0"/>
                      <a:pt x="46995" y="0"/>
                    </a:cubicBezTo>
                    <a:cubicBezTo>
                      <a:pt x="72950" y="0"/>
                      <a:pt x="93991" y="21041"/>
                      <a:pt x="93991" y="46995"/>
                    </a:cubicBezTo>
                    <a:close/>
                  </a:path>
                </a:pathLst>
              </a:custGeom>
              <a:solidFill>
                <a:schemeClr val="bg1"/>
              </a:solidFill>
              <a:ln w="15891" cap="rnd">
                <a:solidFill>
                  <a:srgbClr val="231F2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B15E428-58B3-495C-8260-6BB0BA81ABCC}"/>
                </a:ext>
              </a:extLst>
            </p:cNvPr>
            <p:cNvGrpSpPr/>
            <p:nvPr/>
          </p:nvGrpSpPr>
          <p:grpSpPr>
            <a:xfrm>
              <a:off x="1542608" y="3258767"/>
              <a:ext cx="1497373" cy="686992"/>
              <a:chOff x="2106779" y="4562279"/>
              <a:chExt cx="1497373" cy="686992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AC38820-D40D-47E7-8F0B-618E6F526BC0}"/>
                  </a:ext>
                </a:extLst>
              </p:cNvPr>
              <p:cNvSpPr/>
              <p:nvPr/>
            </p:nvSpPr>
            <p:spPr>
              <a:xfrm>
                <a:off x="2307880" y="4562279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1D8BCA4E-03FF-4DA0-87AC-2A7D54636BD1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DB83E092-65E9-4762-AF94-FE0D6BDDBFD5}"/>
                </a:ext>
              </a:extLst>
            </p:cNvPr>
            <p:cNvSpPr/>
            <p:nvPr/>
          </p:nvSpPr>
          <p:spPr>
            <a:xfrm>
              <a:off x="2360216" y="2840859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DADAE24-3F2E-4173-BFCC-E0F3185D28A3}"/>
              </a:ext>
            </a:extLst>
          </p:cNvPr>
          <p:cNvGrpSpPr/>
          <p:nvPr/>
        </p:nvGrpSpPr>
        <p:grpSpPr>
          <a:xfrm>
            <a:off x="3257041" y="2633624"/>
            <a:ext cx="1942471" cy="1802901"/>
            <a:chOff x="3257041" y="2633624"/>
            <a:chExt cx="1942471" cy="1802901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D40B682A-5CE4-4B84-818B-6064C5F077AC}"/>
                </a:ext>
              </a:extLst>
            </p:cNvPr>
            <p:cNvGrpSpPr/>
            <p:nvPr/>
          </p:nvGrpSpPr>
          <p:grpSpPr>
            <a:xfrm>
              <a:off x="3257041" y="2633624"/>
              <a:ext cx="1942471" cy="1802901"/>
              <a:chOff x="3237791" y="2527746"/>
              <a:chExt cx="1942471" cy="1802901"/>
            </a:xfrm>
            <a:effectLst/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1FB4F0A3-122C-4E0D-A314-6C14DF708BFC}"/>
                  </a:ext>
                </a:extLst>
              </p:cNvPr>
              <p:cNvSpPr/>
              <p:nvPr/>
            </p:nvSpPr>
            <p:spPr>
              <a:xfrm>
                <a:off x="3400976" y="2614258"/>
                <a:ext cx="1629484" cy="1574380"/>
              </a:xfrm>
              <a:custGeom>
                <a:avLst/>
                <a:gdLst>
                  <a:gd name="connsiteX0" fmla="*/ 1471967 w 1629483"/>
                  <a:gd name="connsiteY0" fmla="*/ 1576269 h 1574380"/>
                  <a:gd name="connsiteX1" fmla="*/ 162240 w 1629483"/>
                  <a:gd name="connsiteY1" fmla="*/ 1576269 h 1574380"/>
                  <a:gd name="connsiteX2" fmla="*/ 0 w 1629483"/>
                  <a:gd name="connsiteY2" fmla="*/ 1414030 h 1574380"/>
                  <a:gd name="connsiteX3" fmla="*/ 0 w 1629483"/>
                  <a:gd name="connsiteY3" fmla="*/ 162240 h 1574380"/>
                  <a:gd name="connsiteX4" fmla="*/ 162240 w 1629483"/>
                  <a:gd name="connsiteY4" fmla="*/ 0 h 1574380"/>
                  <a:gd name="connsiteX5" fmla="*/ 1471888 w 1629483"/>
                  <a:gd name="connsiteY5" fmla="*/ 0 h 1574380"/>
                  <a:gd name="connsiteX6" fmla="*/ 1634128 w 1629483"/>
                  <a:gd name="connsiteY6" fmla="*/ 162240 h 1574380"/>
                  <a:gd name="connsiteX7" fmla="*/ 1634128 w 1629483"/>
                  <a:gd name="connsiteY7" fmla="*/ 1413951 h 1574380"/>
                  <a:gd name="connsiteX8" fmla="*/ 1471967 w 1629483"/>
                  <a:gd name="connsiteY8" fmla="*/ 1576269 h 157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483" h="1574380">
                    <a:moveTo>
                      <a:pt x="1471967" y="1576269"/>
                    </a:moveTo>
                    <a:lnTo>
                      <a:pt x="162240" y="1576269"/>
                    </a:lnTo>
                    <a:cubicBezTo>
                      <a:pt x="72658" y="1576269"/>
                      <a:pt x="0" y="1503612"/>
                      <a:pt x="0" y="1414030"/>
                    </a:cubicBezTo>
                    <a:lnTo>
                      <a:pt x="0" y="162240"/>
                    </a:lnTo>
                    <a:cubicBezTo>
                      <a:pt x="0" y="72658"/>
                      <a:pt x="72658" y="0"/>
                      <a:pt x="162240" y="0"/>
                    </a:cubicBezTo>
                    <a:lnTo>
                      <a:pt x="1471888" y="0"/>
                    </a:lnTo>
                    <a:cubicBezTo>
                      <a:pt x="1561470" y="0"/>
                      <a:pt x="1634128" y="72658"/>
                      <a:pt x="1634128" y="162240"/>
                    </a:cubicBezTo>
                    <a:lnTo>
                      <a:pt x="1634128" y="1413951"/>
                    </a:lnTo>
                    <a:cubicBezTo>
                      <a:pt x="1634207" y="1503612"/>
                      <a:pt x="1561549" y="1576269"/>
                      <a:pt x="1471967" y="1576269"/>
                    </a:cubicBezTo>
                    <a:close/>
                  </a:path>
                </a:pathLst>
              </a:custGeom>
              <a:solidFill>
                <a:srgbClr val="E368A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34C1EE1-2E8D-434F-9D0A-6905E74C2AC7}"/>
                  </a:ext>
                </a:extLst>
              </p:cNvPr>
              <p:cNvSpPr/>
              <p:nvPr/>
            </p:nvSpPr>
            <p:spPr>
              <a:xfrm>
                <a:off x="4109683" y="2715333"/>
                <a:ext cx="1070579" cy="377851"/>
              </a:xfrm>
              <a:custGeom>
                <a:avLst/>
                <a:gdLst>
                  <a:gd name="connsiteX0" fmla="*/ 923767 w 1070578"/>
                  <a:gd name="connsiteY0" fmla="*/ 378875 h 377851"/>
                  <a:gd name="connsiteX1" fmla="*/ 0 w 1070578"/>
                  <a:gd name="connsiteY1" fmla="*/ 378875 h 377851"/>
                  <a:gd name="connsiteX2" fmla="*/ 150275 w 1070578"/>
                  <a:gd name="connsiteY2" fmla="*/ 0 h 377851"/>
                  <a:gd name="connsiteX3" fmla="*/ 1074121 w 1070578"/>
                  <a:gd name="connsiteY3" fmla="*/ 0 h 37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578" h="377851">
                    <a:moveTo>
                      <a:pt x="923767" y="378875"/>
                    </a:moveTo>
                    <a:lnTo>
                      <a:pt x="0" y="378875"/>
                    </a:lnTo>
                    <a:lnTo>
                      <a:pt x="150275" y="0"/>
                    </a:lnTo>
                    <a:lnTo>
                      <a:pt x="1074121" y="0"/>
                    </a:lnTo>
                    <a:close/>
                  </a:path>
                </a:pathLst>
              </a:custGeom>
              <a:solidFill>
                <a:srgbClr val="E884B1"/>
              </a:solidFill>
              <a:ln w="78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E95D259-E221-4BAE-BF78-5D76E06CB95C}"/>
                  </a:ext>
                </a:extLst>
              </p:cNvPr>
              <p:cNvSpPr/>
              <p:nvPr/>
            </p:nvSpPr>
            <p:spPr>
              <a:xfrm>
                <a:off x="3788037" y="4165337"/>
                <a:ext cx="141694" cy="165310"/>
              </a:xfrm>
              <a:custGeom>
                <a:avLst/>
                <a:gdLst>
                  <a:gd name="connsiteX0" fmla="*/ 146575 w 141694"/>
                  <a:gd name="connsiteY0" fmla="*/ 84623 h 165309"/>
                  <a:gd name="connsiteX1" fmla="*/ 0 w 141694"/>
                  <a:gd name="connsiteY1" fmla="*/ 0 h 165309"/>
                  <a:gd name="connsiteX2" fmla="*/ 0 w 141694"/>
                  <a:gd name="connsiteY2" fmla="*/ 169246 h 165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1694" h="165309">
                    <a:moveTo>
                      <a:pt x="146575" y="84623"/>
                    </a:moveTo>
                    <a:lnTo>
                      <a:pt x="0" y="0"/>
                    </a:lnTo>
                    <a:lnTo>
                      <a:pt x="0" y="169246"/>
                    </a:lnTo>
                    <a:close/>
                  </a:path>
                </a:pathLst>
              </a:custGeom>
              <a:solidFill>
                <a:schemeClr val="bg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DB5A1C0-0AAD-47AB-9B2E-0976CC7CC987}"/>
                  </a:ext>
                </a:extLst>
              </p:cNvPr>
              <p:cNvSpPr/>
              <p:nvPr/>
            </p:nvSpPr>
            <p:spPr>
              <a:xfrm>
                <a:off x="3237791" y="2527746"/>
                <a:ext cx="1621612" cy="1716074"/>
              </a:xfrm>
              <a:custGeom>
                <a:avLst/>
                <a:gdLst>
                  <a:gd name="connsiteX0" fmla="*/ 580710 w 1621611"/>
                  <a:gd name="connsiteY0" fmla="*/ 1722214 h 1716074"/>
                  <a:gd name="connsiteX1" fmla="*/ 190815 w 1621611"/>
                  <a:gd name="connsiteY1" fmla="*/ 1722214 h 1716074"/>
                  <a:gd name="connsiteX2" fmla="*/ 0 w 1621611"/>
                  <a:gd name="connsiteY2" fmla="*/ 1531400 h 1716074"/>
                  <a:gd name="connsiteX3" fmla="*/ 0 w 1621611"/>
                  <a:gd name="connsiteY3" fmla="*/ 190815 h 1716074"/>
                  <a:gd name="connsiteX4" fmla="*/ 190815 w 1621611"/>
                  <a:gd name="connsiteY4" fmla="*/ 0 h 1716074"/>
                  <a:gd name="connsiteX5" fmla="*/ 1438354 w 1621611"/>
                  <a:gd name="connsiteY5" fmla="*/ 0 h 1716074"/>
                  <a:gd name="connsiteX6" fmla="*/ 1629169 w 1621611"/>
                  <a:gd name="connsiteY6" fmla="*/ 190815 h 1716074"/>
                  <a:gd name="connsiteX7" fmla="*/ 1629169 w 1621611"/>
                  <a:gd name="connsiteY7" fmla="*/ 1365302 h 1716074"/>
                  <a:gd name="connsiteX8" fmla="*/ 1529353 w 1621611"/>
                  <a:gd name="connsiteY8" fmla="*/ 1465118 h 1716074"/>
                  <a:gd name="connsiteX9" fmla="*/ 1323109 w 1621611"/>
                  <a:gd name="connsiteY9" fmla="*/ 1465118 h 17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611" h="1716074">
                    <a:moveTo>
                      <a:pt x="580710" y="1722214"/>
                    </a:moveTo>
                    <a:lnTo>
                      <a:pt x="190815" y="1722214"/>
                    </a:lnTo>
                    <a:cubicBezTo>
                      <a:pt x="85410" y="1722214"/>
                      <a:pt x="0" y="1636804"/>
                      <a:pt x="0" y="1531400"/>
                    </a:cubicBezTo>
                    <a:lnTo>
                      <a:pt x="0" y="190815"/>
                    </a:lnTo>
                    <a:cubicBezTo>
                      <a:pt x="0" y="85410"/>
                      <a:pt x="85410" y="0"/>
                      <a:pt x="190815" y="0"/>
                    </a:cubicBezTo>
                    <a:lnTo>
                      <a:pt x="1438354" y="0"/>
                    </a:lnTo>
                    <a:cubicBezTo>
                      <a:pt x="1543759" y="0"/>
                      <a:pt x="1629169" y="85410"/>
                      <a:pt x="1629169" y="190815"/>
                    </a:cubicBezTo>
                    <a:lnTo>
                      <a:pt x="1629169" y="1365302"/>
                    </a:lnTo>
                    <a:cubicBezTo>
                      <a:pt x="1629169" y="1420406"/>
                      <a:pt x="1584535" y="1465118"/>
                      <a:pt x="1529353" y="1465118"/>
                    </a:cubicBezTo>
                    <a:lnTo>
                      <a:pt x="1323109" y="1465118"/>
                    </a:lnTo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4893C33-8425-4EF7-9FF9-7422EDB2796D}"/>
                  </a:ext>
                </a:extLst>
              </p:cNvPr>
              <p:cNvSpPr/>
              <p:nvPr/>
            </p:nvSpPr>
            <p:spPr>
              <a:xfrm>
                <a:off x="4462816" y="3943035"/>
                <a:ext cx="86591" cy="86591"/>
              </a:xfrm>
              <a:custGeom>
                <a:avLst/>
                <a:gdLst>
                  <a:gd name="connsiteX0" fmla="*/ 93990 w 86590"/>
                  <a:gd name="connsiteY0" fmla="*/ 46995 h 86590"/>
                  <a:gd name="connsiteX1" fmla="*/ 46995 w 86590"/>
                  <a:gd name="connsiteY1" fmla="*/ 93991 h 86590"/>
                  <a:gd name="connsiteX2" fmla="*/ 0 w 86590"/>
                  <a:gd name="connsiteY2" fmla="*/ 46995 h 86590"/>
                  <a:gd name="connsiteX3" fmla="*/ 46995 w 86590"/>
                  <a:gd name="connsiteY3" fmla="*/ 0 h 86590"/>
                  <a:gd name="connsiteX4" fmla="*/ 93990 w 86590"/>
                  <a:gd name="connsiteY4" fmla="*/ 46995 h 8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90" h="86590">
                    <a:moveTo>
                      <a:pt x="93990" y="46995"/>
                    </a:moveTo>
                    <a:cubicBezTo>
                      <a:pt x="93990" y="72950"/>
                      <a:pt x="72950" y="93991"/>
                      <a:pt x="46995" y="93991"/>
                    </a:cubicBezTo>
                    <a:cubicBezTo>
                      <a:pt x="21040" y="93991"/>
                      <a:pt x="0" y="72950"/>
                      <a:pt x="0" y="46995"/>
                    </a:cubicBezTo>
                    <a:cubicBezTo>
                      <a:pt x="0" y="21041"/>
                      <a:pt x="21040" y="0"/>
                      <a:pt x="46995" y="0"/>
                    </a:cubicBezTo>
                    <a:cubicBezTo>
                      <a:pt x="72950" y="0"/>
                      <a:pt x="93990" y="21041"/>
                      <a:pt x="93990" y="46995"/>
                    </a:cubicBezTo>
                    <a:close/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5013BD8-C097-4398-8BC6-1E8CFC872C93}"/>
                </a:ext>
              </a:extLst>
            </p:cNvPr>
            <p:cNvGrpSpPr/>
            <p:nvPr/>
          </p:nvGrpSpPr>
          <p:grpSpPr>
            <a:xfrm>
              <a:off x="3411937" y="3258767"/>
              <a:ext cx="1497373" cy="686992"/>
              <a:chOff x="2106779" y="4562279"/>
              <a:chExt cx="1497373" cy="686992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B42D00D1-D995-4E1A-B7DC-C2C1CCCA8674}"/>
                  </a:ext>
                </a:extLst>
              </p:cNvPr>
              <p:cNvSpPr/>
              <p:nvPr/>
            </p:nvSpPr>
            <p:spPr>
              <a:xfrm>
                <a:off x="2307880" y="4562279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346B165B-A6CC-4E0A-A4BA-47096C385646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D85B6771-48B8-42C2-9D8C-23F1A2FE6C8C}"/>
                </a:ext>
              </a:extLst>
            </p:cNvPr>
            <p:cNvSpPr/>
            <p:nvPr/>
          </p:nvSpPr>
          <p:spPr>
            <a:xfrm>
              <a:off x="4251565" y="2840859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D7D26-4478-4A98-80F0-2309D6A76DE2}"/>
              </a:ext>
            </a:extLst>
          </p:cNvPr>
          <p:cNvGrpSpPr/>
          <p:nvPr/>
        </p:nvGrpSpPr>
        <p:grpSpPr>
          <a:xfrm>
            <a:off x="5144015" y="2633624"/>
            <a:ext cx="1942470" cy="1802901"/>
            <a:chOff x="5144015" y="2633624"/>
            <a:chExt cx="1942470" cy="180290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9EBEE7A3-AE6E-41D0-BD7F-3C270FF88DBE}"/>
                </a:ext>
              </a:extLst>
            </p:cNvPr>
            <p:cNvGrpSpPr/>
            <p:nvPr/>
          </p:nvGrpSpPr>
          <p:grpSpPr>
            <a:xfrm>
              <a:off x="5144015" y="2633624"/>
              <a:ext cx="1942470" cy="1802901"/>
              <a:chOff x="5124765" y="2527746"/>
              <a:chExt cx="1942470" cy="1802901"/>
            </a:xfrm>
            <a:effectLst/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C8784FD-92C7-4D4D-A21E-E2EF5EEEB6A2}"/>
                  </a:ext>
                </a:extLst>
              </p:cNvPr>
              <p:cNvSpPr/>
              <p:nvPr/>
            </p:nvSpPr>
            <p:spPr>
              <a:xfrm>
                <a:off x="5287949" y="2614258"/>
                <a:ext cx="1629484" cy="1574380"/>
              </a:xfrm>
              <a:custGeom>
                <a:avLst/>
                <a:gdLst>
                  <a:gd name="connsiteX0" fmla="*/ 1471967 w 1629483"/>
                  <a:gd name="connsiteY0" fmla="*/ 1576269 h 1574380"/>
                  <a:gd name="connsiteX1" fmla="*/ 162240 w 1629483"/>
                  <a:gd name="connsiteY1" fmla="*/ 1576269 h 1574380"/>
                  <a:gd name="connsiteX2" fmla="*/ 0 w 1629483"/>
                  <a:gd name="connsiteY2" fmla="*/ 1414030 h 1574380"/>
                  <a:gd name="connsiteX3" fmla="*/ 0 w 1629483"/>
                  <a:gd name="connsiteY3" fmla="*/ 162240 h 1574380"/>
                  <a:gd name="connsiteX4" fmla="*/ 162240 w 1629483"/>
                  <a:gd name="connsiteY4" fmla="*/ 0 h 1574380"/>
                  <a:gd name="connsiteX5" fmla="*/ 1471888 w 1629483"/>
                  <a:gd name="connsiteY5" fmla="*/ 0 h 1574380"/>
                  <a:gd name="connsiteX6" fmla="*/ 1634128 w 1629483"/>
                  <a:gd name="connsiteY6" fmla="*/ 162240 h 1574380"/>
                  <a:gd name="connsiteX7" fmla="*/ 1634128 w 1629483"/>
                  <a:gd name="connsiteY7" fmla="*/ 1413951 h 1574380"/>
                  <a:gd name="connsiteX8" fmla="*/ 1471967 w 1629483"/>
                  <a:gd name="connsiteY8" fmla="*/ 1576269 h 157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483" h="1574380">
                    <a:moveTo>
                      <a:pt x="1471967" y="1576269"/>
                    </a:moveTo>
                    <a:lnTo>
                      <a:pt x="162240" y="1576269"/>
                    </a:lnTo>
                    <a:cubicBezTo>
                      <a:pt x="72658" y="1576269"/>
                      <a:pt x="0" y="1503612"/>
                      <a:pt x="0" y="1414030"/>
                    </a:cubicBezTo>
                    <a:lnTo>
                      <a:pt x="0" y="162240"/>
                    </a:lnTo>
                    <a:cubicBezTo>
                      <a:pt x="0" y="72658"/>
                      <a:pt x="72658" y="0"/>
                      <a:pt x="162240" y="0"/>
                    </a:cubicBezTo>
                    <a:lnTo>
                      <a:pt x="1471888" y="0"/>
                    </a:lnTo>
                    <a:cubicBezTo>
                      <a:pt x="1561471" y="0"/>
                      <a:pt x="1634128" y="72658"/>
                      <a:pt x="1634128" y="162240"/>
                    </a:cubicBezTo>
                    <a:lnTo>
                      <a:pt x="1634128" y="1413951"/>
                    </a:lnTo>
                    <a:cubicBezTo>
                      <a:pt x="1634207" y="1503612"/>
                      <a:pt x="1561549" y="1576269"/>
                      <a:pt x="1471967" y="1576269"/>
                    </a:cubicBezTo>
                    <a:close/>
                  </a:path>
                </a:pathLst>
              </a:custGeom>
              <a:solidFill>
                <a:srgbClr val="FFAA0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34CF5D1-8172-4CD5-BE10-1251456D7C41}"/>
                  </a:ext>
                </a:extLst>
              </p:cNvPr>
              <p:cNvSpPr/>
              <p:nvPr/>
            </p:nvSpPr>
            <p:spPr>
              <a:xfrm>
                <a:off x="5996656" y="2715333"/>
                <a:ext cx="1070579" cy="377851"/>
              </a:xfrm>
              <a:custGeom>
                <a:avLst/>
                <a:gdLst>
                  <a:gd name="connsiteX0" fmla="*/ 923767 w 1070578"/>
                  <a:gd name="connsiteY0" fmla="*/ 378875 h 377851"/>
                  <a:gd name="connsiteX1" fmla="*/ 0 w 1070578"/>
                  <a:gd name="connsiteY1" fmla="*/ 378875 h 377851"/>
                  <a:gd name="connsiteX2" fmla="*/ 150275 w 1070578"/>
                  <a:gd name="connsiteY2" fmla="*/ 0 h 377851"/>
                  <a:gd name="connsiteX3" fmla="*/ 1074121 w 1070578"/>
                  <a:gd name="connsiteY3" fmla="*/ 0 h 37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578" h="377851">
                    <a:moveTo>
                      <a:pt x="923767" y="378875"/>
                    </a:moveTo>
                    <a:lnTo>
                      <a:pt x="0" y="378875"/>
                    </a:lnTo>
                    <a:lnTo>
                      <a:pt x="150275" y="0"/>
                    </a:lnTo>
                    <a:lnTo>
                      <a:pt x="1074121" y="0"/>
                    </a:lnTo>
                    <a:close/>
                  </a:path>
                </a:pathLst>
              </a:custGeom>
              <a:solidFill>
                <a:srgbClr val="FFB829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945B853-FCE7-4E32-AFE6-A940539DC81D}"/>
                  </a:ext>
                </a:extLst>
              </p:cNvPr>
              <p:cNvSpPr/>
              <p:nvPr/>
            </p:nvSpPr>
            <p:spPr>
              <a:xfrm>
                <a:off x="5675011" y="4165337"/>
                <a:ext cx="141694" cy="165310"/>
              </a:xfrm>
              <a:custGeom>
                <a:avLst/>
                <a:gdLst>
                  <a:gd name="connsiteX0" fmla="*/ 146575 w 141694"/>
                  <a:gd name="connsiteY0" fmla="*/ 84623 h 165309"/>
                  <a:gd name="connsiteX1" fmla="*/ 0 w 141694"/>
                  <a:gd name="connsiteY1" fmla="*/ 0 h 165309"/>
                  <a:gd name="connsiteX2" fmla="*/ 0 w 141694"/>
                  <a:gd name="connsiteY2" fmla="*/ 169246 h 165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1694" h="165309">
                    <a:moveTo>
                      <a:pt x="146575" y="84623"/>
                    </a:moveTo>
                    <a:lnTo>
                      <a:pt x="0" y="0"/>
                    </a:lnTo>
                    <a:lnTo>
                      <a:pt x="0" y="169246"/>
                    </a:lnTo>
                    <a:close/>
                  </a:path>
                </a:pathLst>
              </a:custGeom>
              <a:solidFill>
                <a:schemeClr val="bg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D3E371B-2439-45BE-BEB7-9A63998FF691}"/>
                  </a:ext>
                </a:extLst>
              </p:cNvPr>
              <p:cNvSpPr/>
              <p:nvPr/>
            </p:nvSpPr>
            <p:spPr>
              <a:xfrm>
                <a:off x="5124765" y="2527746"/>
                <a:ext cx="1621612" cy="1716074"/>
              </a:xfrm>
              <a:custGeom>
                <a:avLst/>
                <a:gdLst>
                  <a:gd name="connsiteX0" fmla="*/ 580710 w 1621611"/>
                  <a:gd name="connsiteY0" fmla="*/ 1722214 h 1716074"/>
                  <a:gd name="connsiteX1" fmla="*/ 190815 w 1621611"/>
                  <a:gd name="connsiteY1" fmla="*/ 1722214 h 1716074"/>
                  <a:gd name="connsiteX2" fmla="*/ 0 w 1621611"/>
                  <a:gd name="connsiteY2" fmla="*/ 1531400 h 1716074"/>
                  <a:gd name="connsiteX3" fmla="*/ 0 w 1621611"/>
                  <a:gd name="connsiteY3" fmla="*/ 190815 h 1716074"/>
                  <a:gd name="connsiteX4" fmla="*/ 190815 w 1621611"/>
                  <a:gd name="connsiteY4" fmla="*/ 0 h 1716074"/>
                  <a:gd name="connsiteX5" fmla="*/ 1438354 w 1621611"/>
                  <a:gd name="connsiteY5" fmla="*/ 0 h 1716074"/>
                  <a:gd name="connsiteX6" fmla="*/ 1629169 w 1621611"/>
                  <a:gd name="connsiteY6" fmla="*/ 190815 h 1716074"/>
                  <a:gd name="connsiteX7" fmla="*/ 1629169 w 1621611"/>
                  <a:gd name="connsiteY7" fmla="*/ 1365302 h 1716074"/>
                  <a:gd name="connsiteX8" fmla="*/ 1529353 w 1621611"/>
                  <a:gd name="connsiteY8" fmla="*/ 1465118 h 1716074"/>
                  <a:gd name="connsiteX9" fmla="*/ 1323109 w 1621611"/>
                  <a:gd name="connsiteY9" fmla="*/ 1465118 h 17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611" h="1716074">
                    <a:moveTo>
                      <a:pt x="580710" y="1722214"/>
                    </a:moveTo>
                    <a:lnTo>
                      <a:pt x="190815" y="1722214"/>
                    </a:lnTo>
                    <a:cubicBezTo>
                      <a:pt x="85410" y="1722214"/>
                      <a:pt x="0" y="1636804"/>
                      <a:pt x="0" y="1531400"/>
                    </a:cubicBezTo>
                    <a:lnTo>
                      <a:pt x="0" y="190815"/>
                    </a:lnTo>
                    <a:cubicBezTo>
                      <a:pt x="0" y="85410"/>
                      <a:pt x="85410" y="0"/>
                      <a:pt x="190815" y="0"/>
                    </a:cubicBezTo>
                    <a:lnTo>
                      <a:pt x="1438354" y="0"/>
                    </a:lnTo>
                    <a:cubicBezTo>
                      <a:pt x="1543759" y="0"/>
                      <a:pt x="1629169" y="85410"/>
                      <a:pt x="1629169" y="190815"/>
                    </a:cubicBezTo>
                    <a:lnTo>
                      <a:pt x="1629169" y="1365302"/>
                    </a:lnTo>
                    <a:cubicBezTo>
                      <a:pt x="1629169" y="1420406"/>
                      <a:pt x="1584535" y="1465118"/>
                      <a:pt x="1529353" y="1465118"/>
                    </a:cubicBezTo>
                    <a:lnTo>
                      <a:pt x="1323109" y="1465118"/>
                    </a:lnTo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02A1391-ECF3-4730-8BD8-EBAD4E2220DD}"/>
                  </a:ext>
                </a:extLst>
              </p:cNvPr>
              <p:cNvSpPr/>
              <p:nvPr/>
            </p:nvSpPr>
            <p:spPr>
              <a:xfrm>
                <a:off x="6349790" y="3943035"/>
                <a:ext cx="86591" cy="86591"/>
              </a:xfrm>
              <a:custGeom>
                <a:avLst/>
                <a:gdLst>
                  <a:gd name="connsiteX0" fmla="*/ 93990 w 86590"/>
                  <a:gd name="connsiteY0" fmla="*/ 46995 h 86590"/>
                  <a:gd name="connsiteX1" fmla="*/ 46995 w 86590"/>
                  <a:gd name="connsiteY1" fmla="*/ 93991 h 86590"/>
                  <a:gd name="connsiteX2" fmla="*/ 0 w 86590"/>
                  <a:gd name="connsiteY2" fmla="*/ 46995 h 86590"/>
                  <a:gd name="connsiteX3" fmla="*/ 46995 w 86590"/>
                  <a:gd name="connsiteY3" fmla="*/ 0 h 86590"/>
                  <a:gd name="connsiteX4" fmla="*/ 93990 w 86590"/>
                  <a:gd name="connsiteY4" fmla="*/ 46995 h 8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90" h="86590">
                    <a:moveTo>
                      <a:pt x="93990" y="46995"/>
                    </a:moveTo>
                    <a:cubicBezTo>
                      <a:pt x="93990" y="72950"/>
                      <a:pt x="72950" y="93991"/>
                      <a:pt x="46995" y="93991"/>
                    </a:cubicBezTo>
                    <a:cubicBezTo>
                      <a:pt x="21041" y="93991"/>
                      <a:pt x="0" y="72950"/>
                      <a:pt x="0" y="46995"/>
                    </a:cubicBezTo>
                    <a:cubicBezTo>
                      <a:pt x="0" y="21041"/>
                      <a:pt x="21041" y="0"/>
                      <a:pt x="46995" y="0"/>
                    </a:cubicBezTo>
                    <a:cubicBezTo>
                      <a:pt x="72950" y="0"/>
                      <a:pt x="93990" y="21041"/>
                      <a:pt x="93990" y="46995"/>
                    </a:cubicBezTo>
                    <a:close/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EBEFBD0-B4D8-4EA1-8B29-B98FC3E69AC8}"/>
                </a:ext>
              </a:extLst>
            </p:cNvPr>
            <p:cNvGrpSpPr/>
            <p:nvPr/>
          </p:nvGrpSpPr>
          <p:grpSpPr>
            <a:xfrm>
              <a:off x="5300780" y="3258767"/>
              <a:ext cx="1497373" cy="686992"/>
              <a:chOff x="2106779" y="4562279"/>
              <a:chExt cx="1497373" cy="686992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DC8169BF-0E80-4DF3-B544-0B1943C7FF92}"/>
                  </a:ext>
                </a:extLst>
              </p:cNvPr>
              <p:cNvSpPr/>
              <p:nvPr/>
            </p:nvSpPr>
            <p:spPr>
              <a:xfrm>
                <a:off x="2307880" y="4562279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248A0582-D7B2-4F77-B450-264DFBAD254A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F1BF725-483F-4228-8132-4C31FA3B395C}"/>
                </a:ext>
              </a:extLst>
            </p:cNvPr>
            <p:cNvSpPr/>
            <p:nvPr/>
          </p:nvSpPr>
          <p:spPr>
            <a:xfrm>
              <a:off x="6132120" y="2840859"/>
              <a:ext cx="6335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2DB98EA-5036-49B8-878B-49009EEE3820}"/>
              </a:ext>
            </a:extLst>
          </p:cNvPr>
          <p:cNvGrpSpPr/>
          <p:nvPr/>
        </p:nvGrpSpPr>
        <p:grpSpPr>
          <a:xfrm>
            <a:off x="7030988" y="2633624"/>
            <a:ext cx="1942471" cy="1802901"/>
            <a:chOff x="7030988" y="2633624"/>
            <a:chExt cx="1942471" cy="1802901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713778D3-1A28-47E4-8E48-96384A6D4212}"/>
                </a:ext>
              </a:extLst>
            </p:cNvPr>
            <p:cNvGrpSpPr/>
            <p:nvPr/>
          </p:nvGrpSpPr>
          <p:grpSpPr>
            <a:xfrm>
              <a:off x="7030988" y="2633624"/>
              <a:ext cx="1942471" cy="1802901"/>
              <a:chOff x="7011738" y="2527746"/>
              <a:chExt cx="1942471" cy="1802901"/>
            </a:xfrm>
            <a:effectLst/>
          </p:grpSpPr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A31A84D4-0755-4167-B12F-3CF9F66F2935}"/>
                  </a:ext>
                </a:extLst>
              </p:cNvPr>
              <p:cNvSpPr/>
              <p:nvPr/>
            </p:nvSpPr>
            <p:spPr>
              <a:xfrm>
                <a:off x="7174923" y="2614258"/>
                <a:ext cx="1629484" cy="1574380"/>
              </a:xfrm>
              <a:custGeom>
                <a:avLst/>
                <a:gdLst>
                  <a:gd name="connsiteX0" fmla="*/ 1471967 w 1629483"/>
                  <a:gd name="connsiteY0" fmla="*/ 1576269 h 1574380"/>
                  <a:gd name="connsiteX1" fmla="*/ 162240 w 1629483"/>
                  <a:gd name="connsiteY1" fmla="*/ 1576269 h 1574380"/>
                  <a:gd name="connsiteX2" fmla="*/ 0 w 1629483"/>
                  <a:gd name="connsiteY2" fmla="*/ 1414030 h 1574380"/>
                  <a:gd name="connsiteX3" fmla="*/ 0 w 1629483"/>
                  <a:gd name="connsiteY3" fmla="*/ 162240 h 1574380"/>
                  <a:gd name="connsiteX4" fmla="*/ 162240 w 1629483"/>
                  <a:gd name="connsiteY4" fmla="*/ 0 h 1574380"/>
                  <a:gd name="connsiteX5" fmla="*/ 1471888 w 1629483"/>
                  <a:gd name="connsiteY5" fmla="*/ 0 h 1574380"/>
                  <a:gd name="connsiteX6" fmla="*/ 1634128 w 1629483"/>
                  <a:gd name="connsiteY6" fmla="*/ 162240 h 1574380"/>
                  <a:gd name="connsiteX7" fmla="*/ 1634128 w 1629483"/>
                  <a:gd name="connsiteY7" fmla="*/ 1413951 h 1574380"/>
                  <a:gd name="connsiteX8" fmla="*/ 1471967 w 1629483"/>
                  <a:gd name="connsiteY8" fmla="*/ 1576269 h 157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483" h="1574380">
                    <a:moveTo>
                      <a:pt x="1471967" y="1576269"/>
                    </a:moveTo>
                    <a:lnTo>
                      <a:pt x="162240" y="1576269"/>
                    </a:lnTo>
                    <a:cubicBezTo>
                      <a:pt x="72658" y="1576269"/>
                      <a:pt x="0" y="1503612"/>
                      <a:pt x="0" y="1414030"/>
                    </a:cubicBezTo>
                    <a:lnTo>
                      <a:pt x="0" y="162240"/>
                    </a:lnTo>
                    <a:cubicBezTo>
                      <a:pt x="0" y="72658"/>
                      <a:pt x="72658" y="0"/>
                      <a:pt x="162240" y="0"/>
                    </a:cubicBezTo>
                    <a:lnTo>
                      <a:pt x="1471888" y="0"/>
                    </a:lnTo>
                    <a:cubicBezTo>
                      <a:pt x="1561470" y="0"/>
                      <a:pt x="1634128" y="72658"/>
                      <a:pt x="1634128" y="162240"/>
                    </a:cubicBezTo>
                    <a:lnTo>
                      <a:pt x="1634128" y="1413951"/>
                    </a:lnTo>
                    <a:cubicBezTo>
                      <a:pt x="1634207" y="1503612"/>
                      <a:pt x="1561549" y="1576269"/>
                      <a:pt x="1471967" y="1576269"/>
                    </a:cubicBezTo>
                    <a:close/>
                  </a:path>
                </a:pathLst>
              </a:custGeom>
              <a:solidFill>
                <a:srgbClr val="60C9C4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9D6FD802-3355-4FC4-8F33-C6D38E9F3CCE}"/>
                  </a:ext>
                </a:extLst>
              </p:cNvPr>
              <p:cNvSpPr/>
              <p:nvPr/>
            </p:nvSpPr>
            <p:spPr>
              <a:xfrm>
                <a:off x="7883630" y="2715333"/>
                <a:ext cx="1070579" cy="377851"/>
              </a:xfrm>
              <a:custGeom>
                <a:avLst/>
                <a:gdLst>
                  <a:gd name="connsiteX0" fmla="*/ 923767 w 1070578"/>
                  <a:gd name="connsiteY0" fmla="*/ 378875 h 377851"/>
                  <a:gd name="connsiteX1" fmla="*/ 0 w 1070578"/>
                  <a:gd name="connsiteY1" fmla="*/ 378875 h 377851"/>
                  <a:gd name="connsiteX2" fmla="*/ 150274 w 1070578"/>
                  <a:gd name="connsiteY2" fmla="*/ 0 h 377851"/>
                  <a:gd name="connsiteX3" fmla="*/ 1074121 w 1070578"/>
                  <a:gd name="connsiteY3" fmla="*/ 0 h 37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578" h="377851">
                    <a:moveTo>
                      <a:pt x="923767" y="378875"/>
                    </a:moveTo>
                    <a:lnTo>
                      <a:pt x="0" y="378875"/>
                    </a:lnTo>
                    <a:lnTo>
                      <a:pt x="150274" y="0"/>
                    </a:lnTo>
                    <a:lnTo>
                      <a:pt x="1074121" y="0"/>
                    </a:lnTo>
                    <a:close/>
                  </a:path>
                </a:pathLst>
              </a:custGeom>
              <a:solidFill>
                <a:srgbClr val="8CD8D4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1F945EC3-0496-41C8-B393-8E28F9135D20}"/>
                  </a:ext>
                </a:extLst>
              </p:cNvPr>
              <p:cNvSpPr/>
              <p:nvPr/>
            </p:nvSpPr>
            <p:spPr>
              <a:xfrm>
                <a:off x="7561984" y="4165337"/>
                <a:ext cx="141694" cy="165310"/>
              </a:xfrm>
              <a:custGeom>
                <a:avLst/>
                <a:gdLst>
                  <a:gd name="connsiteX0" fmla="*/ 146575 w 141694"/>
                  <a:gd name="connsiteY0" fmla="*/ 84623 h 165309"/>
                  <a:gd name="connsiteX1" fmla="*/ 0 w 141694"/>
                  <a:gd name="connsiteY1" fmla="*/ 0 h 165309"/>
                  <a:gd name="connsiteX2" fmla="*/ 0 w 141694"/>
                  <a:gd name="connsiteY2" fmla="*/ 169246 h 165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1694" h="165309">
                    <a:moveTo>
                      <a:pt x="146575" y="84623"/>
                    </a:moveTo>
                    <a:lnTo>
                      <a:pt x="0" y="0"/>
                    </a:lnTo>
                    <a:lnTo>
                      <a:pt x="0" y="169246"/>
                    </a:lnTo>
                    <a:close/>
                  </a:path>
                </a:pathLst>
              </a:custGeom>
              <a:solidFill>
                <a:schemeClr val="bg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6854825-FC1A-4265-8B43-2614B169737F}"/>
                  </a:ext>
                </a:extLst>
              </p:cNvPr>
              <p:cNvSpPr/>
              <p:nvPr/>
            </p:nvSpPr>
            <p:spPr>
              <a:xfrm>
                <a:off x="7011738" y="2527746"/>
                <a:ext cx="1621612" cy="1716074"/>
              </a:xfrm>
              <a:custGeom>
                <a:avLst/>
                <a:gdLst>
                  <a:gd name="connsiteX0" fmla="*/ 580710 w 1621611"/>
                  <a:gd name="connsiteY0" fmla="*/ 1722214 h 1716074"/>
                  <a:gd name="connsiteX1" fmla="*/ 190815 w 1621611"/>
                  <a:gd name="connsiteY1" fmla="*/ 1722214 h 1716074"/>
                  <a:gd name="connsiteX2" fmla="*/ 0 w 1621611"/>
                  <a:gd name="connsiteY2" fmla="*/ 1531400 h 1716074"/>
                  <a:gd name="connsiteX3" fmla="*/ 0 w 1621611"/>
                  <a:gd name="connsiteY3" fmla="*/ 190815 h 1716074"/>
                  <a:gd name="connsiteX4" fmla="*/ 190815 w 1621611"/>
                  <a:gd name="connsiteY4" fmla="*/ 0 h 1716074"/>
                  <a:gd name="connsiteX5" fmla="*/ 1438354 w 1621611"/>
                  <a:gd name="connsiteY5" fmla="*/ 0 h 1716074"/>
                  <a:gd name="connsiteX6" fmla="*/ 1629168 w 1621611"/>
                  <a:gd name="connsiteY6" fmla="*/ 190815 h 1716074"/>
                  <a:gd name="connsiteX7" fmla="*/ 1629168 w 1621611"/>
                  <a:gd name="connsiteY7" fmla="*/ 1365302 h 1716074"/>
                  <a:gd name="connsiteX8" fmla="*/ 1529353 w 1621611"/>
                  <a:gd name="connsiteY8" fmla="*/ 1465118 h 1716074"/>
                  <a:gd name="connsiteX9" fmla="*/ 1323109 w 1621611"/>
                  <a:gd name="connsiteY9" fmla="*/ 1465118 h 17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611" h="1716074">
                    <a:moveTo>
                      <a:pt x="580710" y="1722214"/>
                    </a:moveTo>
                    <a:lnTo>
                      <a:pt x="190815" y="1722214"/>
                    </a:lnTo>
                    <a:cubicBezTo>
                      <a:pt x="85410" y="1722214"/>
                      <a:pt x="0" y="1636804"/>
                      <a:pt x="0" y="1531400"/>
                    </a:cubicBezTo>
                    <a:lnTo>
                      <a:pt x="0" y="190815"/>
                    </a:lnTo>
                    <a:cubicBezTo>
                      <a:pt x="0" y="85410"/>
                      <a:pt x="85410" y="0"/>
                      <a:pt x="190815" y="0"/>
                    </a:cubicBezTo>
                    <a:lnTo>
                      <a:pt x="1438354" y="0"/>
                    </a:lnTo>
                    <a:cubicBezTo>
                      <a:pt x="1543759" y="0"/>
                      <a:pt x="1629168" y="85410"/>
                      <a:pt x="1629168" y="190815"/>
                    </a:cubicBezTo>
                    <a:lnTo>
                      <a:pt x="1629168" y="1365302"/>
                    </a:lnTo>
                    <a:cubicBezTo>
                      <a:pt x="1629168" y="1420406"/>
                      <a:pt x="1584535" y="1465118"/>
                      <a:pt x="1529353" y="1465118"/>
                    </a:cubicBezTo>
                    <a:lnTo>
                      <a:pt x="1323109" y="1465118"/>
                    </a:lnTo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199E6F02-A0F9-45B9-857F-27BEFE4EBF98}"/>
                  </a:ext>
                </a:extLst>
              </p:cNvPr>
              <p:cNvSpPr/>
              <p:nvPr/>
            </p:nvSpPr>
            <p:spPr>
              <a:xfrm>
                <a:off x="8236763" y="3943035"/>
                <a:ext cx="86591" cy="86591"/>
              </a:xfrm>
              <a:custGeom>
                <a:avLst/>
                <a:gdLst>
                  <a:gd name="connsiteX0" fmla="*/ 93991 w 86590"/>
                  <a:gd name="connsiteY0" fmla="*/ 46995 h 86590"/>
                  <a:gd name="connsiteX1" fmla="*/ 46996 w 86590"/>
                  <a:gd name="connsiteY1" fmla="*/ 93991 h 86590"/>
                  <a:gd name="connsiteX2" fmla="*/ 1 w 86590"/>
                  <a:gd name="connsiteY2" fmla="*/ 46995 h 86590"/>
                  <a:gd name="connsiteX3" fmla="*/ 46996 w 86590"/>
                  <a:gd name="connsiteY3" fmla="*/ 0 h 86590"/>
                  <a:gd name="connsiteX4" fmla="*/ 93991 w 86590"/>
                  <a:gd name="connsiteY4" fmla="*/ 46995 h 8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90" h="86590">
                    <a:moveTo>
                      <a:pt x="93991" y="46995"/>
                    </a:moveTo>
                    <a:cubicBezTo>
                      <a:pt x="93991" y="72950"/>
                      <a:pt x="72950" y="93991"/>
                      <a:pt x="46996" y="93991"/>
                    </a:cubicBezTo>
                    <a:cubicBezTo>
                      <a:pt x="21041" y="93991"/>
                      <a:pt x="1" y="72950"/>
                      <a:pt x="1" y="46995"/>
                    </a:cubicBezTo>
                    <a:cubicBezTo>
                      <a:pt x="1" y="21041"/>
                      <a:pt x="21041" y="0"/>
                      <a:pt x="46996" y="0"/>
                    </a:cubicBezTo>
                    <a:cubicBezTo>
                      <a:pt x="72950" y="0"/>
                      <a:pt x="93991" y="21041"/>
                      <a:pt x="93991" y="46995"/>
                    </a:cubicBezTo>
                    <a:close/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AFF0817A-653F-438F-9CA6-B5FFA380C3DE}"/>
                </a:ext>
              </a:extLst>
            </p:cNvPr>
            <p:cNvGrpSpPr/>
            <p:nvPr/>
          </p:nvGrpSpPr>
          <p:grpSpPr>
            <a:xfrm>
              <a:off x="7213154" y="3258767"/>
              <a:ext cx="1497373" cy="686992"/>
              <a:chOff x="2106779" y="4562279"/>
              <a:chExt cx="1497373" cy="686992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F8A4E2BF-E38E-4517-8237-1EC2799D8B01}"/>
                  </a:ext>
                </a:extLst>
              </p:cNvPr>
              <p:cNvSpPr/>
              <p:nvPr/>
            </p:nvSpPr>
            <p:spPr>
              <a:xfrm>
                <a:off x="2307880" y="4562279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F73D4279-CC77-4642-AE38-92E3DC2A7648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1A1A4EC9-67F2-4D6B-A32A-D89420392332}"/>
                </a:ext>
              </a:extLst>
            </p:cNvPr>
            <p:cNvSpPr/>
            <p:nvPr/>
          </p:nvSpPr>
          <p:spPr>
            <a:xfrm>
              <a:off x="8009358" y="2840859"/>
              <a:ext cx="6335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261FC20-F30C-4CBE-A4C6-6011B87907C8}"/>
              </a:ext>
            </a:extLst>
          </p:cNvPr>
          <p:cNvGrpSpPr/>
          <p:nvPr/>
        </p:nvGrpSpPr>
        <p:grpSpPr>
          <a:xfrm>
            <a:off x="8917961" y="2633624"/>
            <a:ext cx="1942471" cy="1802901"/>
            <a:chOff x="8917961" y="2633624"/>
            <a:chExt cx="1942471" cy="1802901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B15CE1A9-7B05-4C2F-862B-3A39FBAC325B}"/>
                </a:ext>
              </a:extLst>
            </p:cNvPr>
            <p:cNvGrpSpPr/>
            <p:nvPr/>
          </p:nvGrpSpPr>
          <p:grpSpPr>
            <a:xfrm>
              <a:off x="8917961" y="2633624"/>
              <a:ext cx="1942471" cy="1802901"/>
              <a:chOff x="8898711" y="2527746"/>
              <a:chExt cx="1942471" cy="1802901"/>
            </a:xfrm>
            <a:effectLst/>
          </p:grpSpPr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0245B7EA-89FE-40C7-93F3-A409F597B613}"/>
                  </a:ext>
                </a:extLst>
              </p:cNvPr>
              <p:cNvSpPr/>
              <p:nvPr/>
            </p:nvSpPr>
            <p:spPr>
              <a:xfrm>
                <a:off x="9061975" y="2614258"/>
                <a:ext cx="1629484" cy="1574380"/>
              </a:xfrm>
              <a:custGeom>
                <a:avLst/>
                <a:gdLst>
                  <a:gd name="connsiteX0" fmla="*/ 1471888 w 1629483"/>
                  <a:gd name="connsiteY0" fmla="*/ 1576269 h 1574380"/>
                  <a:gd name="connsiteX1" fmla="*/ 162240 w 1629483"/>
                  <a:gd name="connsiteY1" fmla="*/ 1576269 h 1574380"/>
                  <a:gd name="connsiteX2" fmla="*/ 0 w 1629483"/>
                  <a:gd name="connsiteY2" fmla="*/ 1414030 h 1574380"/>
                  <a:gd name="connsiteX3" fmla="*/ 0 w 1629483"/>
                  <a:gd name="connsiteY3" fmla="*/ 162240 h 1574380"/>
                  <a:gd name="connsiteX4" fmla="*/ 162240 w 1629483"/>
                  <a:gd name="connsiteY4" fmla="*/ 0 h 1574380"/>
                  <a:gd name="connsiteX5" fmla="*/ 1471888 w 1629483"/>
                  <a:gd name="connsiteY5" fmla="*/ 0 h 1574380"/>
                  <a:gd name="connsiteX6" fmla="*/ 1634128 w 1629483"/>
                  <a:gd name="connsiteY6" fmla="*/ 162240 h 1574380"/>
                  <a:gd name="connsiteX7" fmla="*/ 1634128 w 1629483"/>
                  <a:gd name="connsiteY7" fmla="*/ 1413951 h 1574380"/>
                  <a:gd name="connsiteX8" fmla="*/ 1471888 w 1629483"/>
                  <a:gd name="connsiteY8" fmla="*/ 1576269 h 157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483" h="1574380">
                    <a:moveTo>
                      <a:pt x="1471888" y="1576269"/>
                    </a:moveTo>
                    <a:lnTo>
                      <a:pt x="162240" y="1576269"/>
                    </a:lnTo>
                    <a:cubicBezTo>
                      <a:pt x="72658" y="1576269"/>
                      <a:pt x="0" y="1503612"/>
                      <a:pt x="0" y="1414030"/>
                    </a:cubicBezTo>
                    <a:lnTo>
                      <a:pt x="0" y="162240"/>
                    </a:lnTo>
                    <a:cubicBezTo>
                      <a:pt x="0" y="72658"/>
                      <a:pt x="72658" y="0"/>
                      <a:pt x="162240" y="0"/>
                    </a:cubicBezTo>
                    <a:lnTo>
                      <a:pt x="1471888" y="0"/>
                    </a:lnTo>
                    <a:cubicBezTo>
                      <a:pt x="1561470" y="0"/>
                      <a:pt x="1634128" y="72658"/>
                      <a:pt x="1634128" y="162240"/>
                    </a:cubicBezTo>
                    <a:lnTo>
                      <a:pt x="1634128" y="1413951"/>
                    </a:lnTo>
                    <a:cubicBezTo>
                      <a:pt x="1634128" y="1503612"/>
                      <a:pt x="1561470" y="1576269"/>
                      <a:pt x="1471888" y="1576269"/>
                    </a:cubicBezTo>
                    <a:close/>
                  </a:path>
                </a:pathLst>
              </a:custGeom>
              <a:solidFill>
                <a:srgbClr val="69787D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05FE2559-1746-449D-86BB-95C5CE98AC92}"/>
                  </a:ext>
                </a:extLst>
              </p:cNvPr>
              <p:cNvSpPr/>
              <p:nvPr/>
            </p:nvSpPr>
            <p:spPr>
              <a:xfrm>
                <a:off x="9770603" y="2715333"/>
                <a:ext cx="1070579" cy="377851"/>
              </a:xfrm>
              <a:custGeom>
                <a:avLst/>
                <a:gdLst>
                  <a:gd name="connsiteX0" fmla="*/ 923767 w 1070578"/>
                  <a:gd name="connsiteY0" fmla="*/ 378875 h 377851"/>
                  <a:gd name="connsiteX1" fmla="*/ 0 w 1070578"/>
                  <a:gd name="connsiteY1" fmla="*/ 378875 h 377851"/>
                  <a:gd name="connsiteX2" fmla="*/ 150274 w 1070578"/>
                  <a:gd name="connsiteY2" fmla="*/ 0 h 377851"/>
                  <a:gd name="connsiteX3" fmla="*/ 1074122 w 1070578"/>
                  <a:gd name="connsiteY3" fmla="*/ 0 h 37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578" h="377851">
                    <a:moveTo>
                      <a:pt x="923767" y="378875"/>
                    </a:moveTo>
                    <a:lnTo>
                      <a:pt x="0" y="378875"/>
                    </a:lnTo>
                    <a:lnTo>
                      <a:pt x="150274" y="0"/>
                    </a:lnTo>
                    <a:lnTo>
                      <a:pt x="1074122" y="0"/>
                    </a:lnTo>
                    <a:close/>
                  </a:path>
                </a:pathLst>
              </a:custGeom>
              <a:solidFill>
                <a:srgbClr val="808F94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62AB3956-22F0-48DA-946E-A19D726BE0AF}"/>
                  </a:ext>
                </a:extLst>
              </p:cNvPr>
              <p:cNvSpPr/>
              <p:nvPr/>
            </p:nvSpPr>
            <p:spPr>
              <a:xfrm>
                <a:off x="9448957" y="4165337"/>
                <a:ext cx="141694" cy="165310"/>
              </a:xfrm>
              <a:custGeom>
                <a:avLst/>
                <a:gdLst>
                  <a:gd name="connsiteX0" fmla="*/ 146575 w 141694"/>
                  <a:gd name="connsiteY0" fmla="*/ 84623 h 165309"/>
                  <a:gd name="connsiteX1" fmla="*/ 0 w 141694"/>
                  <a:gd name="connsiteY1" fmla="*/ 0 h 165309"/>
                  <a:gd name="connsiteX2" fmla="*/ 0 w 141694"/>
                  <a:gd name="connsiteY2" fmla="*/ 169246 h 165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1694" h="165309">
                    <a:moveTo>
                      <a:pt x="146575" y="84623"/>
                    </a:moveTo>
                    <a:lnTo>
                      <a:pt x="0" y="0"/>
                    </a:lnTo>
                    <a:lnTo>
                      <a:pt x="0" y="169246"/>
                    </a:lnTo>
                    <a:close/>
                  </a:path>
                </a:pathLst>
              </a:custGeom>
              <a:solidFill>
                <a:schemeClr val="bg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03756AB2-C3AF-4F9E-B904-D266833E7739}"/>
                  </a:ext>
                </a:extLst>
              </p:cNvPr>
              <p:cNvSpPr/>
              <p:nvPr/>
            </p:nvSpPr>
            <p:spPr>
              <a:xfrm>
                <a:off x="8898711" y="2527746"/>
                <a:ext cx="1621612" cy="1716074"/>
              </a:xfrm>
              <a:custGeom>
                <a:avLst/>
                <a:gdLst>
                  <a:gd name="connsiteX0" fmla="*/ 580710 w 1621611"/>
                  <a:gd name="connsiteY0" fmla="*/ 1722214 h 1716074"/>
                  <a:gd name="connsiteX1" fmla="*/ 190815 w 1621611"/>
                  <a:gd name="connsiteY1" fmla="*/ 1722214 h 1716074"/>
                  <a:gd name="connsiteX2" fmla="*/ 0 w 1621611"/>
                  <a:gd name="connsiteY2" fmla="*/ 1531400 h 1716074"/>
                  <a:gd name="connsiteX3" fmla="*/ 0 w 1621611"/>
                  <a:gd name="connsiteY3" fmla="*/ 190815 h 1716074"/>
                  <a:gd name="connsiteX4" fmla="*/ 190815 w 1621611"/>
                  <a:gd name="connsiteY4" fmla="*/ 0 h 1716074"/>
                  <a:gd name="connsiteX5" fmla="*/ 1438354 w 1621611"/>
                  <a:gd name="connsiteY5" fmla="*/ 0 h 1716074"/>
                  <a:gd name="connsiteX6" fmla="*/ 1629169 w 1621611"/>
                  <a:gd name="connsiteY6" fmla="*/ 190815 h 1716074"/>
                  <a:gd name="connsiteX7" fmla="*/ 1629169 w 1621611"/>
                  <a:gd name="connsiteY7" fmla="*/ 1365302 h 1716074"/>
                  <a:gd name="connsiteX8" fmla="*/ 1529353 w 1621611"/>
                  <a:gd name="connsiteY8" fmla="*/ 1465118 h 1716074"/>
                  <a:gd name="connsiteX9" fmla="*/ 1323110 w 1621611"/>
                  <a:gd name="connsiteY9" fmla="*/ 1465118 h 17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611" h="1716074">
                    <a:moveTo>
                      <a:pt x="580710" y="1722214"/>
                    </a:moveTo>
                    <a:lnTo>
                      <a:pt x="190815" y="1722214"/>
                    </a:lnTo>
                    <a:cubicBezTo>
                      <a:pt x="85410" y="1722214"/>
                      <a:pt x="0" y="1636804"/>
                      <a:pt x="0" y="1531400"/>
                    </a:cubicBezTo>
                    <a:lnTo>
                      <a:pt x="0" y="190815"/>
                    </a:lnTo>
                    <a:cubicBezTo>
                      <a:pt x="0" y="85410"/>
                      <a:pt x="85410" y="0"/>
                      <a:pt x="190815" y="0"/>
                    </a:cubicBezTo>
                    <a:lnTo>
                      <a:pt x="1438354" y="0"/>
                    </a:lnTo>
                    <a:cubicBezTo>
                      <a:pt x="1543759" y="0"/>
                      <a:pt x="1629169" y="85410"/>
                      <a:pt x="1629169" y="190815"/>
                    </a:cubicBezTo>
                    <a:lnTo>
                      <a:pt x="1629169" y="1365302"/>
                    </a:lnTo>
                    <a:cubicBezTo>
                      <a:pt x="1629169" y="1420406"/>
                      <a:pt x="1584535" y="1465118"/>
                      <a:pt x="1529353" y="1465118"/>
                    </a:cubicBezTo>
                    <a:lnTo>
                      <a:pt x="1323110" y="1465118"/>
                    </a:lnTo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1E39455E-37AE-4723-86DF-76185F776947}"/>
                  </a:ext>
                </a:extLst>
              </p:cNvPr>
              <p:cNvSpPr/>
              <p:nvPr/>
            </p:nvSpPr>
            <p:spPr>
              <a:xfrm>
                <a:off x="10123737" y="3943035"/>
                <a:ext cx="86591" cy="86591"/>
              </a:xfrm>
              <a:custGeom>
                <a:avLst/>
                <a:gdLst>
                  <a:gd name="connsiteX0" fmla="*/ 93991 w 86590"/>
                  <a:gd name="connsiteY0" fmla="*/ 46995 h 86590"/>
                  <a:gd name="connsiteX1" fmla="*/ 46996 w 86590"/>
                  <a:gd name="connsiteY1" fmla="*/ 93991 h 86590"/>
                  <a:gd name="connsiteX2" fmla="*/ 1 w 86590"/>
                  <a:gd name="connsiteY2" fmla="*/ 46995 h 86590"/>
                  <a:gd name="connsiteX3" fmla="*/ 46996 w 86590"/>
                  <a:gd name="connsiteY3" fmla="*/ 0 h 86590"/>
                  <a:gd name="connsiteX4" fmla="*/ 93991 w 86590"/>
                  <a:gd name="connsiteY4" fmla="*/ 46995 h 8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90" h="86590">
                    <a:moveTo>
                      <a:pt x="93991" y="46995"/>
                    </a:moveTo>
                    <a:cubicBezTo>
                      <a:pt x="93991" y="72950"/>
                      <a:pt x="72950" y="93991"/>
                      <a:pt x="46996" y="93991"/>
                    </a:cubicBezTo>
                    <a:cubicBezTo>
                      <a:pt x="21041" y="93991"/>
                      <a:pt x="1" y="72950"/>
                      <a:pt x="1" y="46995"/>
                    </a:cubicBezTo>
                    <a:cubicBezTo>
                      <a:pt x="1" y="21041"/>
                      <a:pt x="21041" y="0"/>
                      <a:pt x="46996" y="0"/>
                    </a:cubicBezTo>
                    <a:cubicBezTo>
                      <a:pt x="72950" y="0"/>
                      <a:pt x="93991" y="21041"/>
                      <a:pt x="93991" y="46995"/>
                    </a:cubicBezTo>
                    <a:close/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97272ED3-5A45-46CA-8C22-FDADE6378EF7}"/>
                </a:ext>
              </a:extLst>
            </p:cNvPr>
            <p:cNvGrpSpPr/>
            <p:nvPr/>
          </p:nvGrpSpPr>
          <p:grpSpPr>
            <a:xfrm>
              <a:off x="9081225" y="3258767"/>
              <a:ext cx="1497373" cy="686992"/>
              <a:chOff x="2106779" y="4562279"/>
              <a:chExt cx="1497373" cy="686992"/>
            </a:xfrm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E947C2FB-BC91-4D00-B406-BA7B84A4B264}"/>
                  </a:ext>
                </a:extLst>
              </p:cNvPr>
              <p:cNvSpPr/>
              <p:nvPr/>
            </p:nvSpPr>
            <p:spPr>
              <a:xfrm>
                <a:off x="2307880" y="4562279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852E18C-CA0D-4319-A43C-CE46079C1471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6F1883A-EE0C-4B0D-90BF-89D2AFBDC14B}"/>
                </a:ext>
              </a:extLst>
            </p:cNvPr>
            <p:cNvSpPr/>
            <p:nvPr/>
          </p:nvSpPr>
          <p:spPr>
            <a:xfrm>
              <a:off x="9906066" y="2840859"/>
              <a:ext cx="6335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3687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4EF47882-C2BE-4193-9B69-D5E32F86F8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5AFE0F0-6065-4107-9A40-F82E1A9007FB}"/>
              </a:ext>
            </a:extLst>
          </p:cNvPr>
          <p:cNvSpPr/>
          <p:nvPr/>
        </p:nvSpPr>
        <p:spPr>
          <a:xfrm>
            <a:off x="5773568" y="1568917"/>
            <a:ext cx="286213" cy="5289083"/>
          </a:xfrm>
          <a:custGeom>
            <a:avLst/>
            <a:gdLst>
              <a:gd name="connsiteX0" fmla="*/ 0 w 242972"/>
              <a:gd name="connsiteY0" fmla="*/ 0 h 5282000"/>
              <a:gd name="connsiteX1" fmla="*/ 249733 w 242972"/>
              <a:gd name="connsiteY1" fmla="*/ 0 h 5282000"/>
              <a:gd name="connsiteX2" fmla="*/ 249733 w 242972"/>
              <a:gd name="connsiteY2" fmla="*/ 5282000 h 5282000"/>
              <a:gd name="connsiteX3" fmla="*/ 0 w 242972"/>
              <a:gd name="connsiteY3" fmla="*/ 5282000 h 528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972" h="5282000">
                <a:moveTo>
                  <a:pt x="0" y="0"/>
                </a:moveTo>
                <a:lnTo>
                  <a:pt x="249733" y="0"/>
                </a:lnTo>
                <a:lnTo>
                  <a:pt x="249733" y="5282000"/>
                </a:lnTo>
                <a:lnTo>
                  <a:pt x="0" y="5282000"/>
                </a:lnTo>
                <a:close/>
              </a:path>
            </a:pathLst>
          </a:custGeom>
          <a:solidFill>
            <a:schemeClr val="bg1"/>
          </a:solidFill>
          <a:ln w="105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31B8B3-0ECD-406D-AD85-5C4EDD12F1C9}"/>
              </a:ext>
            </a:extLst>
          </p:cNvPr>
          <p:cNvGrpSpPr/>
          <p:nvPr/>
        </p:nvGrpSpPr>
        <p:grpSpPr>
          <a:xfrm>
            <a:off x="4819981" y="1661137"/>
            <a:ext cx="3669501" cy="1518174"/>
            <a:chOff x="4819981" y="1661137"/>
            <a:chExt cx="3669501" cy="151817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31DB6DB-37F5-4FA4-97F7-829A2ED3F694}"/>
                </a:ext>
              </a:extLst>
            </p:cNvPr>
            <p:cNvSpPr/>
            <p:nvPr/>
          </p:nvSpPr>
          <p:spPr>
            <a:xfrm>
              <a:off x="6249553" y="2105763"/>
              <a:ext cx="2239929" cy="634647"/>
            </a:xfrm>
            <a:custGeom>
              <a:avLst/>
              <a:gdLst>
                <a:gd name="connsiteX0" fmla="*/ 1632455 w 1901520"/>
                <a:gd name="connsiteY0" fmla="*/ 541933 h 538764"/>
                <a:gd name="connsiteX1" fmla="*/ 0 w 1901520"/>
                <a:gd name="connsiteY1" fmla="*/ 541933 h 538764"/>
                <a:gd name="connsiteX2" fmla="*/ 0 w 1901520"/>
                <a:gd name="connsiteY2" fmla="*/ 0 h 538764"/>
                <a:gd name="connsiteX3" fmla="*/ 1632455 w 1901520"/>
                <a:gd name="connsiteY3" fmla="*/ 0 h 538764"/>
                <a:gd name="connsiteX4" fmla="*/ 1903422 w 1901520"/>
                <a:gd name="connsiteY4" fmla="*/ 270967 h 538764"/>
                <a:gd name="connsiteX5" fmla="*/ 1903422 w 1901520"/>
                <a:gd name="connsiteY5" fmla="*/ 270967 h 538764"/>
                <a:gd name="connsiteX6" fmla="*/ 1632455 w 1901520"/>
                <a:gd name="connsiteY6" fmla="*/ 541933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520" h="538764">
                  <a:moveTo>
                    <a:pt x="1632455" y="541933"/>
                  </a:moveTo>
                  <a:lnTo>
                    <a:pt x="0" y="541933"/>
                  </a:lnTo>
                  <a:lnTo>
                    <a:pt x="0" y="0"/>
                  </a:lnTo>
                  <a:lnTo>
                    <a:pt x="1632455" y="0"/>
                  </a:lnTo>
                  <a:cubicBezTo>
                    <a:pt x="1782147" y="0"/>
                    <a:pt x="1903422" y="121275"/>
                    <a:pt x="1903422" y="270967"/>
                  </a:cubicBezTo>
                  <a:lnTo>
                    <a:pt x="1903422" y="270967"/>
                  </a:lnTo>
                  <a:cubicBezTo>
                    <a:pt x="1903422" y="420553"/>
                    <a:pt x="1782041" y="541933"/>
                    <a:pt x="1632455" y="541933"/>
                  </a:cubicBezTo>
                  <a:close/>
                </a:path>
              </a:pathLst>
            </a:custGeom>
            <a:solidFill>
              <a:srgbClr val="AE2A79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ABEFD1D-344F-4917-8A8E-BCE65DC4694E}"/>
                </a:ext>
              </a:extLst>
            </p:cNvPr>
            <p:cNvSpPr/>
            <p:nvPr/>
          </p:nvSpPr>
          <p:spPr>
            <a:xfrm>
              <a:off x="6067696" y="2186923"/>
              <a:ext cx="174217" cy="472874"/>
            </a:xfrm>
            <a:custGeom>
              <a:avLst/>
              <a:gdLst>
                <a:gd name="connsiteX0" fmla="*/ 154340 w 147896"/>
                <a:gd name="connsiteY0" fmla="*/ 403967 h 401432"/>
                <a:gd name="connsiteX1" fmla="*/ 0 w 147896"/>
                <a:gd name="connsiteY1" fmla="*/ 403967 h 401432"/>
                <a:gd name="connsiteX2" fmla="*/ 0 w 147896"/>
                <a:gd name="connsiteY2" fmla="*/ 0 h 401432"/>
                <a:gd name="connsiteX3" fmla="*/ 154340 w 147896"/>
                <a:gd name="connsiteY3" fmla="*/ 0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96" h="401432">
                  <a:moveTo>
                    <a:pt x="154340" y="403967"/>
                  </a:moveTo>
                  <a:lnTo>
                    <a:pt x="0" y="403967"/>
                  </a:lnTo>
                  <a:lnTo>
                    <a:pt x="0" y="0"/>
                  </a:lnTo>
                  <a:lnTo>
                    <a:pt x="154340" y="0"/>
                  </a:lnTo>
                  <a:close/>
                </a:path>
              </a:pathLst>
            </a:custGeom>
            <a:solidFill>
              <a:srgbClr val="931D69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043CDB3-774E-4C4F-9C41-5462DD32EB9A}"/>
                </a:ext>
              </a:extLst>
            </p:cNvPr>
            <p:cNvSpPr/>
            <p:nvPr/>
          </p:nvSpPr>
          <p:spPr>
            <a:xfrm>
              <a:off x="6162943" y="2105763"/>
              <a:ext cx="74664" cy="634647"/>
            </a:xfrm>
            <a:custGeom>
              <a:avLst/>
              <a:gdLst>
                <a:gd name="connsiteX0" fmla="*/ 73525 w 63384"/>
                <a:gd name="connsiteY0" fmla="*/ 541933 h 538764"/>
                <a:gd name="connsiteX1" fmla="*/ 0 w 63384"/>
                <a:gd name="connsiteY1" fmla="*/ 472950 h 538764"/>
                <a:gd name="connsiteX2" fmla="*/ 0 w 63384"/>
                <a:gd name="connsiteY2" fmla="*/ 68983 h 538764"/>
                <a:gd name="connsiteX3" fmla="*/ 73525 w 63384"/>
                <a:gd name="connsiteY3" fmla="*/ 0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384" h="538764">
                  <a:moveTo>
                    <a:pt x="73525" y="541933"/>
                  </a:moveTo>
                  <a:lnTo>
                    <a:pt x="0" y="472950"/>
                  </a:lnTo>
                  <a:lnTo>
                    <a:pt x="0" y="68983"/>
                  </a:lnTo>
                  <a:lnTo>
                    <a:pt x="73525" y="0"/>
                  </a:lnTo>
                  <a:close/>
                </a:path>
              </a:pathLst>
            </a:custGeom>
            <a:solidFill>
              <a:srgbClr val="6A1059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25A9090-75DD-421E-8BB2-5A378322D69F}"/>
                </a:ext>
              </a:extLst>
            </p:cNvPr>
            <p:cNvSpPr/>
            <p:nvPr/>
          </p:nvSpPr>
          <p:spPr>
            <a:xfrm>
              <a:off x="6067747" y="2187023"/>
              <a:ext cx="87108" cy="472874"/>
            </a:xfrm>
            <a:custGeom>
              <a:avLst/>
              <a:gdLst>
                <a:gd name="connsiteX0" fmla="*/ 0 w 73948"/>
                <a:gd name="connsiteY0" fmla="*/ 0 h 401432"/>
                <a:gd name="connsiteX1" fmla="*/ 80814 w 73948"/>
                <a:gd name="connsiteY1" fmla="*/ 0 h 401432"/>
                <a:gd name="connsiteX2" fmla="*/ 80814 w 73948"/>
                <a:gd name="connsiteY2" fmla="*/ 403967 h 401432"/>
                <a:gd name="connsiteX3" fmla="*/ 0 w 73948"/>
                <a:gd name="connsiteY3" fmla="*/ 40396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948" h="401432">
                  <a:moveTo>
                    <a:pt x="0" y="0"/>
                  </a:moveTo>
                  <a:lnTo>
                    <a:pt x="80814" y="0"/>
                  </a:lnTo>
                  <a:lnTo>
                    <a:pt x="80814" y="403967"/>
                  </a:lnTo>
                  <a:lnTo>
                    <a:pt x="0" y="403967"/>
                  </a:lnTo>
                  <a:close/>
                </a:path>
              </a:pathLst>
            </a:custGeom>
            <a:solidFill>
              <a:srgbClr val="0B1F42">
                <a:alpha val="40000"/>
              </a:srgbClr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BDDC4BD-88D0-4308-8257-B5FE1A5C6B86}"/>
                </a:ext>
              </a:extLst>
            </p:cNvPr>
            <p:cNvGrpSpPr/>
            <p:nvPr/>
          </p:nvGrpSpPr>
          <p:grpSpPr>
            <a:xfrm>
              <a:off x="4819981" y="1661137"/>
              <a:ext cx="1623313" cy="1518174"/>
              <a:chOff x="4819981" y="1661137"/>
              <a:chExt cx="1623313" cy="151817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D7F5094-F910-41FA-9EEC-7680D48B36DD}"/>
                  </a:ext>
                </a:extLst>
              </p:cNvPr>
              <p:cNvSpPr/>
              <p:nvPr/>
            </p:nvSpPr>
            <p:spPr>
              <a:xfrm>
                <a:off x="4819981" y="2187023"/>
                <a:ext cx="1082632" cy="472874"/>
              </a:xfrm>
              <a:custGeom>
                <a:avLst/>
                <a:gdLst>
                  <a:gd name="connsiteX0" fmla="*/ 201984 w 919068"/>
                  <a:gd name="connsiteY0" fmla="*/ 0 h 401432"/>
                  <a:gd name="connsiteX1" fmla="*/ 929104 w 919068"/>
                  <a:gd name="connsiteY1" fmla="*/ 0 h 401432"/>
                  <a:gd name="connsiteX2" fmla="*/ 929104 w 919068"/>
                  <a:gd name="connsiteY2" fmla="*/ 403967 h 401432"/>
                  <a:gd name="connsiteX3" fmla="*/ 201984 w 919068"/>
                  <a:gd name="connsiteY3" fmla="*/ 403967 h 401432"/>
                  <a:gd name="connsiteX4" fmla="*/ 0 w 919068"/>
                  <a:gd name="connsiteY4" fmla="*/ 201984 h 401432"/>
                  <a:gd name="connsiteX5" fmla="*/ 0 w 919068"/>
                  <a:gd name="connsiteY5" fmla="*/ 201984 h 401432"/>
                  <a:gd name="connsiteX6" fmla="*/ 201984 w 919068"/>
                  <a:gd name="connsiteY6" fmla="*/ 0 h 40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19068" h="401432">
                    <a:moveTo>
                      <a:pt x="201984" y="0"/>
                    </a:moveTo>
                    <a:lnTo>
                      <a:pt x="929104" y="0"/>
                    </a:lnTo>
                    <a:lnTo>
                      <a:pt x="929104" y="403967"/>
                    </a:lnTo>
                    <a:lnTo>
                      <a:pt x="201984" y="403967"/>
                    </a:lnTo>
                    <a:cubicBezTo>
                      <a:pt x="90428" y="403967"/>
                      <a:pt x="0" y="313540"/>
                      <a:pt x="0" y="201984"/>
                    </a:cubicBezTo>
                    <a:lnTo>
                      <a:pt x="0" y="201984"/>
                    </a:lnTo>
                    <a:cubicBezTo>
                      <a:pt x="0" y="90428"/>
                      <a:pt x="90428" y="0"/>
                      <a:pt x="201984" y="0"/>
                    </a:cubicBezTo>
                    <a:close/>
                  </a:path>
                </a:pathLst>
              </a:custGeom>
              <a:solidFill>
                <a:srgbClr val="AE2A79"/>
              </a:solidFill>
              <a:ln w="105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EDAAE17-D3E0-426E-A1D0-4926FE5D40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85550" y="1661137"/>
                <a:ext cx="1057744" cy="1518174"/>
              </a:xfrm>
              <a:custGeom>
                <a:avLst/>
                <a:gdLst>
                  <a:gd name="connsiteX0" fmla="*/ 0 w 897940"/>
                  <a:gd name="connsiteY0" fmla="*/ 0 h 1288808"/>
                  <a:gd name="connsiteX1" fmla="*/ 897940 w 897940"/>
                  <a:gd name="connsiteY1" fmla="*/ 0 h 1288808"/>
                  <a:gd name="connsiteX2" fmla="*/ 897940 w 897940"/>
                  <a:gd name="connsiteY2" fmla="*/ 1288808 h 1288808"/>
                  <a:gd name="connsiteX3" fmla="*/ 0 w 897940"/>
                  <a:gd name="connsiteY3" fmla="*/ 1288808 h 128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7940" h="1288808">
                    <a:moveTo>
                      <a:pt x="0" y="0"/>
                    </a:moveTo>
                    <a:lnTo>
                      <a:pt x="897940" y="0"/>
                    </a:lnTo>
                    <a:lnTo>
                      <a:pt x="897940" y="1288808"/>
                    </a:lnTo>
                    <a:lnTo>
                      <a:pt x="0" y="1288808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BDACCC9-CBB0-48F9-8712-128ECB2F2731}"/>
                  </a:ext>
                </a:extLst>
              </p:cNvPr>
              <p:cNvSpPr/>
              <p:nvPr/>
            </p:nvSpPr>
            <p:spPr>
              <a:xfrm>
                <a:off x="5006206" y="2229721"/>
                <a:ext cx="7425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2020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56F4F1A-9D66-403D-992A-25D6C687FE7C}"/>
                </a:ext>
              </a:extLst>
            </p:cNvPr>
            <p:cNvGrpSpPr/>
            <p:nvPr/>
          </p:nvGrpSpPr>
          <p:grpSpPr>
            <a:xfrm>
              <a:off x="6383457" y="2136307"/>
              <a:ext cx="1911096" cy="563881"/>
              <a:chOff x="2106779" y="4562279"/>
              <a:chExt cx="1497373" cy="563881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9627BE1-09CA-4103-915A-779477727F8C}"/>
                  </a:ext>
                </a:extLst>
              </p:cNvPr>
              <p:cNvSpPr/>
              <p:nvPr/>
            </p:nvSpPr>
            <p:spPr>
              <a:xfrm>
                <a:off x="2106779" y="4562279"/>
                <a:ext cx="6794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09FE8C5-BB87-46ED-8028-A39377DE8673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A7A8C3-F780-412B-A12B-5DC7B87B0DE9}"/>
              </a:ext>
            </a:extLst>
          </p:cNvPr>
          <p:cNvGrpSpPr/>
          <p:nvPr/>
        </p:nvGrpSpPr>
        <p:grpSpPr>
          <a:xfrm>
            <a:off x="3349592" y="2581996"/>
            <a:ext cx="3647475" cy="1518174"/>
            <a:chOff x="3349592" y="2581996"/>
            <a:chExt cx="3647475" cy="151817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2695E16-3712-4978-850D-0335E8841F56}"/>
                </a:ext>
              </a:extLst>
            </p:cNvPr>
            <p:cNvSpPr/>
            <p:nvPr/>
          </p:nvSpPr>
          <p:spPr>
            <a:xfrm>
              <a:off x="5678247" y="3102158"/>
              <a:ext cx="87108" cy="472874"/>
            </a:xfrm>
            <a:custGeom>
              <a:avLst/>
              <a:gdLst>
                <a:gd name="connsiteX0" fmla="*/ 0 w 73948"/>
                <a:gd name="connsiteY0" fmla="*/ 403967 h 401432"/>
                <a:gd name="connsiteX1" fmla="*/ 80920 w 73948"/>
                <a:gd name="connsiteY1" fmla="*/ 403967 h 401432"/>
                <a:gd name="connsiteX2" fmla="*/ 80920 w 73948"/>
                <a:gd name="connsiteY2" fmla="*/ 0 h 401432"/>
                <a:gd name="connsiteX3" fmla="*/ 0 w 73948"/>
                <a:gd name="connsiteY3" fmla="*/ 0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948" h="401432">
                  <a:moveTo>
                    <a:pt x="0" y="403967"/>
                  </a:moveTo>
                  <a:lnTo>
                    <a:pt x="80920" y="403967"/>
                  </a:lnTo>
                  <a:lnTo>
                    <a:pt x="80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1F42">
                <a:alpha val="40000"/>
              </a:srgbClr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D10D616-69E5-41FA-82DD-70CA56285DCA}"/>
                </a:ext>
              </a:extLst>
            </p:cNvPr>
            <p:cNvSpPr/>
            <p:nvPr/>
          </p:nvSpPr>
          <p:spPr>
            <a:xfrm>
              <a:off x="3349592" y="3020898"/>
              <a:ext cx="2239929" cy="634647"/>
            </a:xfrm>
            <a:custGeom>
              <a:avLst/>
              <a:gdLst>
                <a:gd name="connsiteX0" fmla="*/ 270967 w 1901520"/>
                <a:gd name="connsiteY0" fmla="*/ 541933 h 538764"/>
                <a:gd name="connsiteX1" fmla="*/ 1903422 w 1901520"/>
                <a:gd name="connsiteY1" fmla="*/ 541933 h 538764"/>
                <a:gd name="connsiteX2" fmla="*/ 1903422 w 1901520"/>
                <a:gd name="connsiteY2" fmla="*/ 0 h 538764"/>
                <a:gd name="connsiteX3" fmla="*/ 270967 w 1901520"/>
                <a:gd name="connsiteY3" fmla="*/ 0 h 538764"/>
                <a:gd name="connsiteX4" fmla="*/ 0 w 1901520"/>
                <a:gd name="connsiteY4" fmla="*/ 270967 h 538764"/>
                <a:gd name="connsiteX5" fmla="*/ 0 w 1901520"/>
                <a:gd name="connsiteY5" fmla="*/ 270967 h 538764"/>
                <a:gd name="connsiteX6" fmla="*/ 270967 w 1901520"/>
                <a:gd name="connsiteY6" fmla="*/ 541933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520" h="538764">
                  <a:moveTo>
                    <a:pt x="270967" y="541933"/>
                  </a:moveTo>
                  <a:lnTo>
                    <a:pt x="1903422" y="541933"/>
                  </a:lnTo>
                  <a:lnTo>
                    <a:pt x="1903422" y="0"/>
                  </a:lnTo>
                  <a:lnTo>
                    <a:pt x="270967" y="0"/>
                  </a:lnTo>
                  <a:cubicBezTo>
                    <a:pt x="121275" y="-106"/>
                    <a:pt x="0" y="121275"/>
                    <a:pt x="0" y="270967"/>
                  </a:cubicBezTo>
                  <a:lnTo>
                    <a:pt x="0" y="270967"/>
                  </a:lnTo>
                  <a:cubicBezTo>
                    <a:pt x="0" y="420553"/>
                    <a:pt x="121275" y="541933"/>
                    <a:pt x="270967" y="541933"/>
                  </a:cubicBezTo>
                  <a:close/>
                </a:path>
              </a:pathLst>
            </a:custGeom>
            <a:solidFill>
              <a:srgbClr val="F94861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256C418-EF95-4EF7-B8C4-DDFBD0A596F6}"/>
                </a:ext>
              </a:extLst>
            </p:cNvPr>
            <p:cNvSpPr/>
            <p:nvPr/>
          </p:nvSpPr>
          <p:spPr>
            <a:xfrm>
              <a:off x="5591762" y="3102158"/>
              <a:ext cx="174217" cy="472874"/>
            </a:xfrm>
            <a:custGeom>
              <a:avLst/>
              <a:gdLst>
                <a:gd name="connsiteX0" fmla="*/ 0 w 147896"/>
                <a:gd name="connsiteY0" fmla="*/ 0 h 401432"/>
                <a:gd name="connsiteX1" fmla="*/ 154340 w 147896"/>
                <a:gd name="connsiteY1" fmla="*/ 0 h 401432"/>
                <a:gd name="connsiteX2" fmla="*/ 154340 w 147896"/>
                <a:gd name="connsiteY2" fmla="*/ 403967 h 401432"/>
                <a:gd name="connsiteX3" fmla="*/ 0 w 147896"/>
                <a:gd name="connsiteY3" fmla="*/ 40396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96" h="401432">
                  <a:moveTo>
                    <a:pt x="0" y="0"/>
                  </a:moveTo>
                  <a:lnTo>
                    <a:pt x="154340" y="0"/>
                  </a:lnTo>
                  <a:lnTo>
                    <a:pt x="154340" y="403967"/>
                  </a:lnTo>
                  <a:lnTo>
                    <a:pt x="0" y="403967"/>
                  </a:lnTo>
                  <a:close/>
                </a:path>
              </a:pathLst>
            </a:custGeom>
            <a:solidFill>
              <a:srgbClr val="E23456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57E98B-B207-42B8-A2A8-34DF8863B818}"/>
                </a:ext>
              </a:extLst>
            </p:cNvPr>
            <p:cNvSpPr/>
            <p:nvPr/>
          </p:nvSpPr>
          <p:spPr>
            <a:xfrm>
              <a:off x="5591760" y="3020774"/>
              <a:ext cx="74664" cy="634647"/>
            </a:xfrm>
            <a:custGeom>
              <a:avLst/>
              <a:gdLst>
                <a:gd name="connsiteX0" fmla="*/ 0 w 63384"/>
                <a:gd name="connsiteY0" fmla="*/ 542039 h 538764"/>
                <a:gd name="connsiteX1" fmla="*/ 73420 w 63384"/>
                <a:gd name="connsiteY1" fmla="*/ 473056 h 538764"/>
                <a:gd name="connsiteX2" fmla="*/ 73420 w 63384"/>
                <a:gd name="connsiteY2" fmla="*/ 69089 h 538764"/>
                <a:gd name="connsiteX3" fmla="*/ 0 w 63384"/>
                <a:gd name="connsiteY3" fmla="*/ 0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384" h="538764">
                  <a:moveTo>
                    <a:pt x="0" y="542039"/>
                  </a:moveTo>
                  <a:lnTo>
                    <a:pt x="73420" y="473056"/>
                  </a:lnTo>
                  <a:lnTo>
                    <a:pt x="73420" y="690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1B46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B9C9FD-BC9D-42A7-9288-AAD4855D0209}"/>
                </a:ext>
              </a:extLst>
            </p:cNvPr>
            <p:cNvSpPr/>
            <p:nvPr/>
          </p:nvSpPr>
          <p:spPr>
            <a:xfrm>
              <a:off x="5678247" y="3102158"/>
              <a:ext cx="87108" cy="472874"/>
            </a:xfrm>
            <a:custGeom>
              <a:avLst/>
              <a:gdLst>
                <a:gd name="connsiteX0" fmla="*/ 0 w 73948"/>
                <a:gd name="connsiteY0" fmla="*/ 0 h 401432"/>
                <a:gd name="connsiteX1" fmla="*/ 80920 w 73948"/>
                <a:gd name="connsiteY1" fmla="*/ 0 h 401432"/>
                <a:gd name="connsiteX2" fmla="*/ 80920 w 73948"/>
                <a:gd name="connsiteY2" fmla="*/ 403967 h 401432"/>
                <a:gd name="connsiteX3" fmla="*/ 0 w 73948"/>
                <a:gd name="connsiteY3" fmla="*/ 40396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948" h="401432">
                  <a:moveTo>
                    <a:pt x="0" y="0"/>
                  </a:moveTo>
                  <a:lnTo>
                    <a:pt x="80920" y="0"/>
                  </a:lnTo>
                  <a:lnTo>
                    <a:pt x="80920" y="403967"/>
                  </a:lnTo>
                  <a:lnTo>
                    <a:pt x="0" y="403967"/>
                  </a:lnTo>
                  <a:close/>
                </a:path>
              </a:pathLst>
            </a:custGeom>
            <a:solidFill>
              <a:srgbClr val="0B1F42">
                <a:alpha val="40000"/>
              </a:srgbClr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B06D603-C3E7-40E8-B122-F838A79D2DFE}"/>
                </a:ext>
              </a:extLst>
            </p:cNvPr>
            <p:cNvGrpSpPr/>
            <p:nvPr/>
          </p:nvGrpSpPr>
          <p:grpSpPr>
            <a:xfrm>
              <a:off x="5385550" y="2581996"/>
              <a:ext cx="1611517" cy="1518174"/>
              <a:chOff x="5385550" y="2581996"/>
              <a:chExt cx="1611517" cy="1518174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3DDF949-0210-4729-99F7-C2198C0C8FC7}"/>
                  </a:ext>
                </a:extLst>
              </p:cNvPr>
              <p:cNvSpPr/>
              <p:nvPr/>
            </p:nvSpPr>
            <p:spPr>
              <a:xfrm>
                <a:off x="5914435" y="3102158"/>
                <a:ext cx="1082632" cy="472874"/>
              </a:xfrm>
              <a:custGeom>
                <a:avLst/>
                <a:gdLst>
                  <a:gd name="connsiteX0" fmla="*/ 727120 w 919068"/>
                  <a:gd name="connsiteY0" fmla="*/ 0 h 401432"/>
                  <a:gd name="connsiteX1" fmla="*/ 0 w 919068"/>
                  <a:gd name="connsiteY1" fmla="*/ 0 h 401432"/>
                  <a:gd name="connsiteX2" fmla="*/ 0 w 919068"/>
                  <a:gd name="connsiteY2" fmla="*/ 403967 h 401432"/>
                  <a:gd name="connsiteX3" fmla="*/ 727120 w 919068"/>
                  <a:gd name="connsiteY3" fmla="*/ 403967 h 401432"/>
                  <a:gd name="connsiteX4" fmla="*/ 929104 w 919068"/>
                  <a:gd name="connsiteY4" fmla="*/ 201984 h 401432"/>
                  <a:gd name="connsiteX5" fmla="*/ 929104 w 919068"/>
                  <a:gd name="connsiteY5" fmla="*/ 201984 h 401432"/>
                  <a:gd name="connsiteX6" fmla="*/ 727120 w 919068"/>
                  <a:gd name="connsiteY6" fmla="*/ 0 h 40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19068" h="401432">
                    <a:moveTo>
                      <a:pt x="727120" y="0"/>
                    </a:moveTo>
                    <a:lnTo>
                      <a:pt x="0" y="0"/>
                    </a:lnTo>
                    <a:lnTo>
                      <a:pt x="0" y="403967"/>
                    </a:lnTo>
                    <a:lnTo>
                      <a:pt x="727120" y="403967"/>
                    </a:lnTo>
                    <a:cubicBezTo>
                      <a:pt x="838676" y="403967"/>
                      <a:pt x="929104" y="313539"/>
                      <a:pt x="929104" y="201984"/>
                    </a:cubicBezTo>
                    <a:lnTo>
                      <a:pt x="929104" y="201984"/>
                    </a:lnTo>
                    <a:cubicBezTo>
                      <a:pt x="929104" y="90428"/>
                      <a:pt x="838676" y="0"/>
                      <a:pt x="727120" y="0"/>
                    </a:cubicBezTo>
                    <a:close/>
                  </a:path>
                </a:pathLst>
              </a:custGeom>
              <a:solidFill>
                <a:srgbClr val="F94861"/>
              </a:solidFill>
              <a:ln w="105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14AD40E-3D02-441A-A0A9-AAD96B404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85550" y="2581996"/>
                <a:ext cx="1057744" cy="1518174"/>
              </a:xfrm>
              <a:custGeom>
                <a:avLst/>
                <a:gdLst>
                  <a:gd name="connsiteX0" fmla="*/ 0 w 897940"/>
                  <a:gd name="connsiteY0" fmla="*/ 0 h 1288808"/>
                  <a:gd name="connsiteX1" fmla="*/ 897940 w 897940"/>
                  <a:gd name="connsiteY1" fmla="*/ 0 h 1288808"/>
                  <a:gd name="connsiteX2" fmla="*/ 897940 w 897940"/>
                  <a:gd name="connsiteY2" fmla="*/ 1288808 h 1288808"/>
                  <a:gd name="connsiteX3" fmla="*/ 0 w 897940"/>
                  <a:gd name="connsiteY3" fmla="*/ 1288808 h 128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7940" h="1288808">
                    <a:moveTo>
                      <a:pt x="0" y="0"/>
                    </a:moveTo>
                    <a:lnTo>
                      <a:pt x="897940" y="0"/>
                    </a:lnTo>
                    <a:lnTo>
                      <a:pt x="897940" y="1288808"/>
                    </a:lnTo>
                    <a:lnTo>
                      <a:pt x="0" y="1288808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EB33427-7A20-4C76-998F-6851A39B5504}"/>
                  </a:ext>
                </a:extLst>
              </p:cNvPr>
              <p:cNvSpPr/>
              <p:nvPr/>
            </p:nvSpPr>
            <p:spPr>
              <a:xfrm>
                <a:off x="6121816" y="3135383"/>
                <a:ext cx="7425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2021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310A251-375A-4E6E-B82F-61BD73B49C8B}"/>
                </a:ext>
              </a:extLst>
            </p:cNvPr>
            <p:cNvGrpSpPr/>
            <p:nvPr/>
          </p:nvGrpSpPr>
          <p:grpSpPr>
            <a:xfrm>
              <a:off x="3591989" y="3046699"/>
              <a:ext cx="1911096" cy="563881"/>
              <a:chOff x="2106779" y="4562279"/>
              <a:chExt cx="1497373" cy="563881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9B51C92-EDF2-4FCF-90EC-54ABCAE3B69F}"/>
                  </a:ext>
                </a:extLst>
              </p:cNvPr>
              <p:cNvSpPr/>
              <p:nvPr/>
            </p:nvSpPr>
            <p:spPr>
              <a:xfrm>
                <a:off x="2734007" y="4562279"/>
                <a:ext cx="85808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DB46ED8-DAC2-4CF7-B781-1BA4337B603B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EF174F1-D20F-46D3-8958-FEF5EE2D9353}"/>
              </a:ext>
            </a:extLst>
          </p:cNvPr>
          <p:cNvGrpSpPr/>
          <p:nvPr/>
        </p:nvGrpSpPr>
        <p:grpSpPr>
          <a:xfrm>
            <a:off x="4819981" y="3490412"/>
            <a:ext cx="3669501" cy="1530618"/>
            <a:chOff x="4819981" y="3490412"/>
            <a:chExt cx="3669501" cy="15306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579C612-40B2-4AE8-B871-934A39C41C42}"/>
                </a:ext>
              </a:extLst>
            </p:cNvPr>
            <p:cNvSpPr/>
            <p:nvPr/>
          </p:nvSpPr>
          <p:spPr>
            <a:xfrm>
              <a:off x="6249553" y="3936034"/>
              <a:ext cx="2239929" cy="634647"/>
            </a:xfrm>
            <a:custGeom>
              <a:avLst/>
              <a:gdLst>
                <a:gd name="connsiteX0" fmla="*/ 1632455 w 1901520"/>
                <a:gd name="connsiteY0" fmla="*/ 541933 h 538764"/>
                <a:gd name="connsiteX1" fmla="*/ 0 w 1901520"/>
                <a:gd name="connsiteY1" fmla="*/ 541933 h 538764"/>
                <a:gd name="connsiteX2" fmla="*/ 0 w 1901520"/>
                <a:gd name="connsiteY2" fmla="*/ 0 h 538764"/>
                <a:gd name="connsiteX3" fmla="*/ 1632455 w 1901520"/>
                <a:gd name="connsiteY3" fmla="*/ 0 h 538764"/>
                <a:gd name="connsiteX4" fmla="*/ 1903422 w 1901520"/>
                <a:gd name="connsiteY4" fmla="*/ 270967 h 538764"/>
                <a:gd name="connsiteX5" fmla="*/ 1903422 w 1901520"/>
                <a:gd name="connsiteY5" fmla="*/ 270967 h 538764"/>
                <a:gd name="connsiteX6" fmla="*/ 1632455 w 1901520"/>
                <a:gd name="connsiteY6" fmla="*/ 541933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520" h="538764">
                  <a:moveTo>
                    <a:pt x="1632455" y="541933"/>
                  </a:moveTo>
                  <a:lnTo>
                    <a:pt x="0" y="541933"/>
                  </a:lnTo>
                  <a:lnTo>
                    <a:pt x="0" y="0"/>
                  </a:lnTo>
                  <a:lnTo>
                    <a:pt x="1632455" y="0"/>
                  </a:lnTo>
                  <a:cubicBezTo>
                    <a:pt x="1782147" y="0"/>
                    <a:pt x="1903422" y="121275"/>
                    <a:pt x="1903422" y="270967"/>
                  </a:cubicBezTo>
                  <a:lnTo>
                    <a:pt x="1903422" y="270967"/>
                  </a:lnTo>
                  <a:cubicBezTo>
                    <a:pt x="1903422" y="420553"/>
                    <a:pt x="1782041" y="541933"/>
                    <a:pt x="1632455" y="541933"/>
                  </a:cubicBezTo>
                  <a:close/>
                </a:path>
              </a:pathLst>
            </a:custGeom>
            <a:solidFill>
              <a:srgbClr val="F36807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B2F81D-F72D-43D7-B50B-DD5916454BF5}"/>
                </a:ext>
              </a:extLst>
            </p:cNvPr>
            <p:cNvSpPr/>
            <p:nvPr/>
          </p:nvSpPr>
          <p:spPr>
            <a:xfrm>
              <a:off x="6067696" y="4017281"/>
              <a:ext cx="174217" cy="472874"/>
            </a:xfrm>
            <a:custGeom>
              <a:avLst/>
              <a:gdLst>
                <a:gd name="connsiteX0" fmla="*/ 154340 w 147896"/>
                <a:gd name="connsiteY0" fmla="*/ 403967 h 401432"/>
                <a:gd name="connsiteX1" fmla="*/ 0 w 147896"/>
                <a:gd name="connsiteY1" fmla="*/ 403967 h 401432"/>
                <a:gd name="connsiteX2" fmla="*/ 0 w 147896"/>
                <a:gd name="connsiteY2" fmla="*/ 0 h 401432"/>
                <a:gd name="connsiteX3" fmla="*/ 154340 w 147896"/>
                <a:gd name="connsiteY3" fmla="*/ 0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96" h="401432">
                  <a:moveTo>
                    <a:pt x="154340" y="403967"/>
                  </a:moveTo>
                  <a:lnTo>
                    <a:pt x="0" y="403967"/>
                  </a:lnTo>
                  <a:lnTo>
                    <a:pt x="0" y="0"/>
                  </a:lnTo>
                  <a:lnTo>
                    <a:pt x="154340" y="0"/>
                  </a:lnTo>
                  <a:close/>
                </a:path>
              </a:pathLst>
            </a:custGeom>
            <a:solidFill>
              <a:srgbClr val="D35500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802896-2955-4F57-A207-33AF6D8CB6EB}"/>
                </a:ext>
              </a:extLst>
            </p:cNvPr>
            <p:cNvSpPr/>
            <p:nvPr/>
          </p:nvSpPr>
          <p:spPr>
            <a:xfrm>
              <a:off x="6162943" y="3935909"/>
              <a:ext cx="74664" cy="634647"/>
            </a:xfrm>
            <a:custGeom>
              <a:avLst/>
              <a:gdLst>
                <a:gd name="connsiteX0" fmla="*/ 73525 w 63384"/>
                <a:gd name="connsiteY0" fmla="*/ 542039 h 538764"/>
                <a:gd name="connsiteX1" fmla="*/ 0 w 63384"/>
                <a:gd name="connsiteY1" fmla="*/ 472950 h 538764"/>
                <a:gd name="connsiteX2" fmla="*/ 0 w 63384"/>
                <a:gd name="connsiteY2" fmla="*/ 68983 h 538764"/>
                <a:gd name="connsiteX3" fmla="*/ 73525 w 63384"/>
                <a:gd name="connsiteY3" fmla="*/ 0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384" h="538764">
                  <a:moveTo>
                    <a:pt x="73525" y="542039"/>
                  </a:moveTo>
                  <a:lnTo>
                    <a:pt x="0" y="472950"/>
                  </a:lnTo>
                  <a:lnTo>
                    <a:pt x="0" y="68983"/>
                  </a:lnTo>
                  <a:lnTo>
                    <a:pt x="73525" y="0"/>
                  </a:lnTo>
                  <a:close/>
                </a:path>
              </a:pathLst>
            </a:custGeom>
            <a:solidFill>
              <a:srgbClr val="BA4B00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6726FA-E0E8-45F2-BAEA-17CA2EB3B93C}"/>
                </a:ext>
              </a:extLst>
            </p:cNvPr>
            <p:cNvSpPr/>
            <p:nvPr/>
          </p:nvSpPr>
          <p:spPr>
            <a:xfrm>
              <a:off x="6067747" y="4017169"/>
              <a:ext cx="87108" cy="472874"/>
            </a:xfrm>
            <a:custGeom>
              <a:avLst/>
              <a:gdLst>
                <a:gd name="connsiteX0" fmla="*/ 0 w 73948"/>
                <a:gd name="connsiteY0" fmla="*/ 0 h 401432"/>
                <a:gd name="connsiteX1" fmla="*/ 80814 w 73948"/>
                <a:gd name="connsiteY1" fmla="*/ 0 h 401432"/>
                <a:gd name="connsiteX2" fmla="*/ 80814 w 73948"/>
                <a:gd name="connsiteY2" fmla="*/ 403967 h 401432"/>
                <a:gd name="connsiteX3" fmla="*/ 0 w 73948"/>
                <a:gd name="connsiteY3" fmla="*/ 40396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948" h="401432">
                  <a:moveTo>
                    <a:pt x="0" y="0"/>
                  </a:moveTo>
                  <a:lnTo>
                    <a:pt x="80814" y="0"/>
                  </a:lnTo>
                  <a:lnTo>
                    <a:pt x="80814" y="403967"/>
                  </a:lnTo>
                  <a:lnTo>
                    <a:pt x="0" y="403967"/>
                  </a:lnTo>
                  <a:close/>
                </a:path>
              </a:pathLst>
            </a:custGeom>
            <a:solidFill>
              <a:srgbClr val="0B1F42">
                <a:alpha val="40000"/>
              </a:srgbClr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5972E2E-E06B-4407-B3CA-390A9A4609F4}"/>
                </a:ext>
              </a:extLst>
            </p:cNvPr>
            <p:cNvGrpSpPr/>
            <p:nvPr/>
          </p:nvGrpSpPr>
          <p:grpSpPr>
            <a:xfrm>
              <a:off x="4819981" y="3490412"/>
              <a:ext cx="1623313" cy="1530618"/>
              <a:chOff x="4819981" y="3490412"/>
              <a:chExt cx="1623313" cy="153061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E0658E1-A065-48F9-A108-414F28D666B4}"/>
                  </a:ext>
                </a:extLst>
              </p:cNvPr>
              <p:cNvSpPr/>
              <p:nvPr/>
            </p:nvSpPr>
            <p:spPr>
              <a:xfrm>
                <a:off x="4819981" y="4017169"/>
                <a:ext cx="1082632" cy="472874"/>
              </a:xfrm>
              <a:custGeom>
                <a:avLst/>
                <a:gdLst>
                  <a:gd name="connsiteX0" fmla="*/ 201984 w 919068"/>
                  <a:gd name="connsiteY0" fmla="*/ 0 h 401432"/>
                  <a:gd name="connsiteX1" fmla="*/ 929104 w 919068"/>
                  <a:gd name="connsiteY1" fmla="*/ 0 h 401432"/>
                  <a:gd name="connsiteX2" fmla="*/ 929104 w 919068"/>
                  <a:gd name="connsiteY2" fmla="*/ 403967 h 401432"/>
                  <a:gd name="connsiteX3" fmla="*/ 201984 w 919068"/>
                  <a:gd name="connsiteY3" fmla="*/ 403967 h 401432"/>
                  <a:gd name="connsiteX4" fmla="*/ 0 w 919068"/>
                  <a:gd name="connsiteY4" fmla="*/ 201984 h 401432"/>
                  <a:gd name="connsiteX5" fmla="*/ 0 w 919068"/>
                  <a:gd name="connsiteY5" fmla="*/ 201984 h 401432"/>
                  <a:gd name="connsiteX6" fmla="*/ 201984 w 919068"/>
                  <a:gd name="connsiteY6" fmla="*/ 0 h 40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19068" h="401432">
                    <a:moveTo>
                      <a:pt x="201984" y="0"/>
                    </a:moveTo>
                    <a:lnTo>
                      <a:pt x="929104" y="0"/>
                    </a:lnTo>
                    <a:lnTo>
                      <a:pt x="929104" y="403967"/>
                    </a:lnTo>
                    <a:lnTo>
                      <a:pt x="201984" y="403967"/>
                    </a:lnTo>
                    <a:cubicBezTo>
                      <a:pt x="90428" y="403967"/>
                      <a:pt x="0" y="313539"/>
                      <a:pt x="0" y="201984"/>
                    </a:cubicBezTo>
                    <a:lnTo>
                      <a:pt x="0" y="201984"/>
                    </a:lnTo>
                    <a:cubicBezTo>
                      <a:pt x="0" y="90533"/>
                      <a:pt x="90428" y="0"/>
                      <a:pt x="201984" y="0"/>
                    </a:cubicBezTo>
                    <a:close/>
                  </a:path>
                </a:pathLst>
              </a:custGeom>
              <a:solidFill>
                <a:srgbClr val="F36807"/>
              </a:solidFill>
              <a:ln w="105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5EBE481-48ED-47C9-89D3-A6653723F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5550" y="3490412"/>
                <a:ext cx="1057744" cy="1530618"/>
              </a:xfrm>
              <a:custGeom>
                <a:avLst/>
                <a:gdLst>
                  <a:gd name="connsiteX0" fmla="*/ 0 w 897940"/>
                  <a:gd name="connsiteY0" fmla="*/ 0 h 1299372"/>
                  <a:gd name="connsiteX1" fmla="*/ 897940 w 897940"/>
                  <a:gd name="connsiteY1" fmla="*/ 0 h 1299372"/>
                  <a:gd name="connsiteX2" fmla="*/ 897940 w 897940"/>
                  <a:gd name="connsiteY2" fmla="*/ 1299372 h 1299372"/>
                  <a:gd name="connsiteX3" fmla="*/ 0 w 897940"/>
                  <a:gd name="connsiteY3" fmla="*/ 1299372 h 1299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7940" h="1299372">
                    <a:moveTo>
                      <a:pt x="0" y="0"/>
                    </a:moveTo>
                    <a:lnTo>
                      <a:pt x="897940" y="0"/>
                    </a:lnTo>
                    <a:lnTo>
                      <a:pt x="897940" y="1299372"/>
                    </a:lnTo>
                    <a:lnTo>
                      <a:pt x="0" y="1299372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30430938-29B7-4F81-8A6B-6FC4456F415A}"/>
                  </a:ext>
                </a:extLst>
              </p:cNvPr>
              <p:cNvSpPr/>
              <p:nvPr/>
            </p:nvSpPr>
            <p:spPr>
              <a:xfrm>
                <a:off x="5006206" y="4049586"/>
                <a:ext cx="7425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2022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E9D7C39-9FE1-4EDE-AF37-C3B3D2A01937}"/>
                </a:ext>
              </a:extLst>
            </p:cNvPr>
            <p:cNvGrpSpPr/>
            <p:nvPr/>
          </p:nvGrpSpPr>
          <p:grpSpPr>
            <a:xfrm>
              <a:off x="6383457" y="3966715"/>
              <a:ext cx="1911096" cy="563881"/>
              <a:chOff x="2106779" y="4562279"/>
              <a:chExt cx="1497373" cy="563881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61C87FE-375E-4ACA-96D9-AA70E0F13E1E}"/>
                  </a:ext>
                </a:extLst>
              </p:cNvPr>
              <p:cNvSpPr/>
              <p:nvPr/>
            </p:nvSpPr>
            <p:spPr>
              <a:xfrm>
                <a:off x="2106779" y="4562279"/>
                <a:ext cx="6794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58813203-645A-4D02-B2DA-03B9A19843A5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E6CC496-F14E-450A-9A26-1155DAEB4A4F}"/>
              </a:ext>
            </a:extLst>
          </p:cNvPr>
          <p:cNvGrpSpPr/>
          <p:nvPr/>
        </p:nvGrpSpPr>
        <p:grpSpPr>
          <a:xfrm>
            <a:off x="4819981" y="5319687"/>
            <a:ext cx="3669501" cy="1530618"/>
            <a:chOff x="4819981" y="5319687"/>
            <a:chExt cx="3669501" cy="153061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2178BF-304D-44A1-B34B-3E99C7622C4C}"/>
                </a:ext>
              </a:extLst>
            </p:cNvPr>
            <p:cNvSpPr/>
            <p:nvPr/>
          </p:nvSpPr>
          <p:spPr>
            <a:xfrm>
              <a:off x="6249553" y="5766181"/>
              <a:ext cx="2239929" cy="634647"/>
            </a:xfrm>
            <a:custGeom>
              <a:avLst/>
              <a:gdLst>
                <a:gd name="connsiteX0" fmla="*/ 1632455 w 1901520"/>
                <a:gd name="connsiteY0" fmla="*/ 541933 h 538764"/>
                <a:gd name="connsiteX1" fmla="*/ 0 w 1901520"/>
                <a:gd name="connsiteY1" fmla="*/ 541933 h 538764"/>
                <a:gd name="connsiteX2" fmla="*/ 0 w 1901520"/>
                <a:gd name="connsiteY2" fmla="*/ 0 h 538764"/>
                <a:gd name="connsiteX3" fmla="*/ 1632455 w 1901520"/>
                <a:gd name="connsiteY3" fmla="*/ 0 h 538764"/>
                <a:gd name="connsiteX4" fmla="*/ 1903422 w 1901520"/>
                <a:gd name="connsiteY4" fmla="*/ 270967 h 538764"/>
                <a:gd name="connsiteX5" fmla="*/ 1903422 w 1901520"/>
                <a:gd name="connsiteY5" fmla="*/ 270967 h 538764"/>
                <a:gd name="connsiteX6" fmla="*/ 1632455 w 1901520"/>
                <a:gd name="connsiteY6" fmla="*/ 541933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520" h="538764">
                  <a:moveTo>
                    <a:pt x="1632455" y="541933"/>
                  </a:moveTo>
                  <a:lnTo>
                    <a:pt x="0" y="541933"/>
                  </a:lnTo>
                  <a:lnTo>
                    <a:pt x="0" y="0"/>
                  </a:lnTo>
                  <a:lnTo>
                    <a:pt x="1632455" y="0"/>
                  </a:lnTo>
                  <a:cubicBezTo>
                    <a:pt x="1782147" y="0"/>
                    <a:pt x="1903422" y="121275"/>
                    <a:pt x="1903422" y="270967"/>
                  </a:cubicBezTo>
                  <a:lnTo>
                    <a:pt x="1903422" y="270967"/>
                  </a:lnTo>
                  <a:cubicBezTo>
                    <a:pt x="1903422" y="420659"/>
                    <a:pt x="1782041" y="541933"/>
                    <a:pt x="1632455" y="541933"/>
                  </a:cubicBezTo>
                  <a:close/>
                </a:path>
              </a:pathLst>
            </a:custGeom>
            <a:solidFill>
              <a:srgbClr val="0EA2AD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DA1787-4375-4131-9A7C-EEA0CF4AAE71}"/>
                </a:ext>
              </a:extLst>
            </p:cNvPr>
            <p:cNvSpPr/>
            <p:nvPr/>
          </p:nvSpPr>
          <p:spPr>
            <a:xfrm>
              <a:off x="6067696" y="5847515"/>
              <a:ext cx="174217" cy="472874"/>
            </a:xfrm>
            <a:custGeom>
              <a:avLst/>
              <a:gdLst>
                <a:gd name="connsiteX0" fmla="*/ 154340 w 147896"/>
                <a:gd name="connsiteY0" fmla="*/ 403967 h 401432"/>
                <a:gd name="connsiteX1" fmla="*/ 0 w 147896"/>
                <a:gd name="connsiteY1" fmla="*/ 403967 h 401432"/>
                <a:gd name="connsiteX2" fmla="*/ 0 w 147896"/>
                <a:gd name="connsiteY2" fmla="*/ 0 h 401432"/>
                <a:gd name="connsiteX3" fmla="*/ 154340 w 147896"/>
                <a:gd name="connsiteY3" fmla="*/ 0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96" h="401432">
                  <a:moveTo>
                    <a:pt x="154340" y="403967"/>
                  </a:moveTo>
                  <a:lnTo>
                    <a:pt x="0" y="403967"/>
                  </a:lnTo>
                  <a:lnTo>
                    <a:pt x="0" y="0"/>
                  </a:lnTo>
                  <a:lnTo>
                    <a:pt x="154340" y="0"/>
                  </a:lnTo>
                  <a:close/>
                </a:path>
              </a:pathLst>
            </a:custGeom>
            <a:solidFill>
              <a:srgbClr val="0C9296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964A361-B11C-4382-A523-9D17E8917F9C}"/>
                </a:ext>
              </a:extLst>
            </p:cNvPr>
            <p:cNvSpPr/>
            <p:nvPr/>
          </p:nvSpPr>
          <p:spPr>
            <a:xfrm>
              <a:off x="6162943" y="5766181"/>
              <a:ext cx="74664" cy="634647"/>
            </a:xfrm>
            <a:custGeom>
              <a:avLst/>
              <a:gdLst>
                <a:gd name="connsiteX0" fmla="*/ 73525 w 63384"/>
                <a:gd name="connsiteY0" fmla="*/ 541933 h 538764"/>
                <a:gd name="connsiteX1" fmla="*/ 0 w 63384"/>
                <a:gd name="connsiteY1" fmla="*/ 472950 h 538764"/>
                <a:gd name="connsiteX2" fmla="*/ 0 w 63384"/>
                <a:gd name="connsiteY2" fmla="*/ 68983 h 538764"/>
                <a:gd name="connsiteX3" fmla="*/ 73525 w 63384"/>
                <a:gd name="connsiteY3" fmla="*/ 0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384" h="538764">
                  <a:moveTo>
                    <a:pt x="73525" y="541933"/>
                  </a:moveTo>
                  <a:lnTo>
                    <a:pt x="0" y="472950"/>
                  </a:lnTo>
                  <a:lnTo>
                    <a:pt x="0" y="68983"/>
                  </a:lnTo>
                  <a:lnTo>
                    <a:pt x="73525" y="0"/>
                  </a:lnTo>
                  <a:close/>
                </a:path>
              </a:pathLst>
            </a:custGeom>
            <a:solidFill>
              <a:srgbClr val="0A7A7A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444D4DF-DC87-4396-9CA7-EF86E9254049}"/>
                </a:ext>
              </a:extLst>
            </p:cNvPr>
            <p:cNvSpPr/>
            <p:nvPr/>
          </p:nvSpPr>
          <p:spPr>
            <a:xfrm>
              <a:off x="6067747" y="5847439"/>
              <a:ext cx="87108" cy="472874"/>
            </a:xfrm>
            <a:custGeom>
              <a:avLst/>
              <a:gdLst>
                <a:gd name="connsiteX0" fmla="*/ 0 w 73948"/>
                <a:gd name="connsiteY0" fmla="*/ 0 h 401432"/>
                <a:gd name="connsiteX1" fmla="*/ 80814 w 73948"/>
                <a:gd name="connsiteY1" fmla="*/ 0 h 401432"/>
                <a:gd name="connsiteX2" fmla="*/ 80814 w 73948"/>
                <a:gd name="connsiteY2" fmla="*/ 403967 h 401432"/>
                <a:gd name="connsiteX3" fmla="*/ 0 w 73948"/>
                <a:gd name="connsiteY3" fmla="*/ 40396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948" h="401432">
                  <a:moveTo>
                    <a:pt x="0" y="0"/>
                  </a:moveTo>
                  <a:lnTo>
                    <a:pt x="80814" y="0"/>
                  </a:lnTo>
                  <a:lnTo>
                    <a:pt x="80814" y="403967"/>
                  </a:lnTo>
                  <a:lnTo>
                    <a:pt x="0" y="403967"/>
                  </a:lnTo>
                  <a:close/>
                </a:path>
              </a:pathLst>
            </a:custGeom>
            <a:solidFill>
              <a:srgbClr val="0B1F42">
                <a:alpha val="40000"/>
              </a:srgbClr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069DA24-4E55-46E0-A88E-108B141CCF50}"/>
                </a:ext>
              </a:extLst>
            </p:cNvPr>
            <p:cNvGrpSpPr/>
            <p:nvPr/>
          </p:nvGrpSpPr>
          <p:grpSpPr>
            <a:xfrm>
              <a:off x="4819981" y="5319687"/>
              <a:ext cx="1623313" cy="1530618"/>
              <a:chOff x="4819981" y="5319687"/>
              <a:chExt cx="1623313" cy="1530618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0F5E435-DF9F-4CFC-BB88-E9CB09A4B34F}"/>
                  </a:ext>
                </a:extLst>
              </p:cNvPr>
              <p:cNvSpPr/>
              <p:nvPr/>
            </p:nvSpPr>
            <p:spPr>
              <a:xfrm>
                <a:off x="4819981" y="5847439"/>
                <a:ext cx="1082632" cy="472874"/>
              </a:xfrm>
              <a:custGeom>
                <a:avLst/>
                <a:gdLst>
                  <a:gd name="connsiteX0" fmla="*/ 201984 w 919068"/>
                  <a:gd name="connsiteY0" fmla="*/ 0 h 401432"/>
                  <a:gd name="connsiteX1" fmla="*/ 929104 w 919068"/>
                  <a:gd name="connsiteY1" fmla="*/ 0 h 401432"/>
                  <a:gd name="connsiteX2" fmla="*/ 929104 w 919068"/>
                  <a:gd name="connsiteY2" fmla="*/ 403967 h 401432"/>
                  <a:gd name="connsiteX3" fmla="*/ 201984 w 919068"/>
                  <a:gd name="connsiteY3" fmla="*/ 403967 h 401432"/>
                  <a:gd name="connsiteX4" fmla="*/ 0 w 919068"/>
                  <a:gd name="connsiteY4" fmla="*/ 201984 h 401432"/>
                  <a:gd name="connsiteX5" fmla="*/ 0 w 919068"/>
                  <a:gd name="connsiteY5" fmla="*/ 201984 h 401432"/>
                  <a:gd name="connsiteX6" fmla="*/ 201984 w 919068"/>
                  <a:gd name="connsiteY6" fmla="*/ 0 h 40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19068" h="401432">
                    <a:moveTo>
                      <a:pt x="201984" y="0"/>
                    </a:moveTo>
                    <a:lnTo>
                      <a:pt x="929104" y="0"/>
                    </a:lnTo>
                    <a:lnTo>
                      <a:pt x="929104" y="403967"/>
                    </a:lnTo>
                    <a:lnTo>
                      <a:pt x="201984" y="403967"/>
                    </a:lnTo>
                    <a:cubicBezTo>
                      <a:pt x="90428" y="403967"/>
                      <a:pt x="0" y="313539"/>
                      <a:pt x="0" y="201984"/>
                    </a:cubicBezTo>
                    <a:lnTo>
                      <a:pt x="0" y="201984"/>
                    </a:lnTo>
                    <a:cubicBezTo>
                      <a:pt x="0" y="90428"/>
                      <a:pt x="90428" y="0"/>
                      <a:pt x="201984" y="0"/>
                    </a:cubicBezTo>
                    <a:close/>
                  </a:path>
                </a:pathLst>
              </a:custGeom>
              <a:solidFill>
                <a:srgbClr val="0EA2AD"/>
              </a:solidFill>
              <a:ln w="105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EB6D53D6-48F4-474D-BB02-AB680963E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5550" y="5319687"/>
                <a:ext cx="1057744" cy="1530618"/>
              </a:xfrm>
              <a:custGeom>
                <a:avLst/>
                <a:gdLst>
                  <a:gd name="connsiteX0" fmla="*/ 0 w 897940"/>
                  <a:gd name="connsiteY0" fmla="*/ 0 h 1299372"/>
                  <a:gd name="connsiteX1" fmla="*/ 897940 w 897940"/>
                  <a:gd name="connsiteY1" fmla="*/ 0 h 1299372"/>
                  <a:gd name="connsiteX2" fmla="*/ 897940 w 897940"/>
                  <a:gd name="connsiteY2" fmla="*/ 1299372 h 1299372"/>
                  <a:gd name="connsiteX3" fmla="*/ 0 w 897940"/>
                  <a:gd name="connsiteY3" fmla="*/ 1299372 h 1299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7940" h="1299372">
                    <a:moveTo>
                      <a:pt x="0" y="0"/>
                    </a:moveTo>
                    <a:lnTo>
                      <a:pt x="897940" y="0"/>
                    </a:lnTo>
                    <a:lnTo>
                      <a:pt x="897940" y="1299372"/>
                    </a:lnTo>
                    <a:lnTo>
                      <a:pt x="0" y="1299372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EBF0BA3-B0D4-413F-A6DE-D40A31AE151C}"/>
                  </a:ext>
                </a:extLst>
              </p:cNvPr>
              <p:cNvSpPr/>
              <p:nvPr/>
            </p:nvSpPr>
            <p:spPr>
              <a:xfrm>
                <a:off x="5006206" y="5883449"/>
                <a:ext cx="7425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2024</a:t>
                </a: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B09B25F-82E1-420F-868D-24FDDDB966E1}"/>
                </a:ext>
              </a:extLst>
            </p:cNvPr>
            <p:cNvGrpSpPr/>
            <p:nvPr/>
          </p:nvGrpSpPr>
          <p:grpSpPr>
            <a:xfrm>
              <a:off x="6383457" y="5804498"/>
              <a:ext cx="1911096" cy="563881"/>
              <a:chOff x="2106779" y="4562279"/>
              <a:chExt cx="1497373" cy="563881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27BDEB6-1823-4DFB-9DA0-C6DE3200B3FF}"/>
                  </a:ext>
                </a:extLst>
              </p:cNvPr>
              <p:cNvSpPr/>
              <p:nvPr/>
            </p:nvSpPr>
            <p:spPr>
              <a:xfrm>
                <a:off x="2106779" y="4562279"/>
                <a:ext cx="6794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62013DC-E800-4F1F-A29C-311A890908F2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D6DD2E-8D60-4CE6-A50B-14F7FC32B9E4}"/>
              </a:ext>
            </a:extLst>
          </p:cNvPr>
          <p:cNvGrpSpPr/>
          <p:nvPr/>
        </p:nvGrpSpPr>
        <p:grpSpPr>
          <a:xfrm>
            <a:off x="3349592" y="4411272"/>
            <a:ext cx="3647475" cy="1518174"/>
            <a:chOff x="3349592" y="4411272"/>
            <a:chExt cx="3647475" cy="151817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0E56C81-7D51-46D5-9575-F1260A10C9D0}"/>
                </a:ext>
              </a:extLst>
            </p:cNvPr>
            <p:cNvSpPr/>
            <p:nvPr/>
          </p:nvSpPr>
          <p:spPr>
            <a:xfrm>
              <a:off x="3349592" y="4851045"/>
              <a:ext cx="2239929" cy="634647"/>
            </a:xfrm>
            <a:custGeom>
              <a:avLst/>
              <a:gdLst>
                <a:gd name="connsiteX0" fmla="*/ 270967 w 1901520"/>
                <a:gd name="connsiteY0" fmla="*/ 541933 h 538764"/>
                <a:gd name="connsiteX1" fmla="*/ 1903422 w 1901520"/>
                <a:gd name="connsiteY1" fmla="*/ 541933 h 538764"/>
                <a:gd name="connsiteX2" fmla="*/ 1903422 w 1901520"/>
                <a:gd name="connsiteY2" fmla="*/ 0 h 538764"/>
                <a:gd name="connsiteX3" fmla="*/ 270967 w 1901520"/>
                <a:gd name="connsiteY3" fmla="*/ 0 h 538764"/>
                <a:gd name="connsiteX4" fmla="*/ 0 w 1901520"/>
                <a:gd name="connsiteY4" fmla="*/ 270967 h 538764"/>
                <a:gd name="connsiteX5" fmla="*/ 0 w 1901520"/>
                <a:gd name="connsiteY5" fmla="*/ 270967 h 538764"/>
                <a:gd name="connsiteX6" fmla="*/ 270967 w 1901520"/>
                <a:gd name="connsiteY6" fmla="*/ 541933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520" h="538764">
                  <a:moveTo>
                    <a:pt x="270967" y="541933"/>
                  </a:moveTo>
                  <a:lnTo>
                    <a:pt x="1903422" y="541933"/>
                  </a:lnTo>
                  <a:lnTo>
                    <a:pt x="1903422" y="0"/>
                  </a:lnTo>
                  <a:lnTo>
                    <a:pt x="270967" y="0"/>
                  </a:lnTo>
                  <a:cubicBezTo>
                    <a:pt x="121275" y="0"/>
                    <a:pt x="0" y="121380"/>
                    <a:pt x="0" y="270967"/>
                  </a:cubicBezTo>
                  <a:lnTo>
                    <a:pt x="0" y="270967"/>
                  </a:lnTo>
                  <a:cubicBezTo>
                    <a:pt x="0" y="420659"/>
                    <a:pt x="121275" y="541933"/>
                    <a:pt x="270967" y="541933"/>
                  </a:cubicBezTo>
                  <a:close/>
                </a:path>
              </a:pathLst>
            </a:custGeom>
            <a:solidFill>
              <a:srgbClr val="FFAA01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7879C6E-FADD-4799-8EB4-FE24457F8D44}"/>
                </a:ext>
              </a:extLst>
            </p:cNvPr>
            <p:cNvSpPr/>
            <p:nvPr/>
          </p:nvSpPr>
          <p:spPr>
            <a:xfrm>
              <a:off x="5591762" y="4932305"/>
              <a:ext cx="174217" cy="472874"/>
            </a:xfrm>
            <a:custGeom>
              <a:avLst/>
              <a:gdLst>
                <a:gd name="connsiteX0" fmla="*/ 0 w 147896"/>
                <a:gd name="connsiteY0" fmla="*/ 0 h 401432"/>
                <a:gd name="connsiteX1" fmla="*/ 154340 w 147896"/>
                <a:gd name="connsiteY1" fmla="*/ 0 h 401432"/>
                <a:gd name="connsiteX2" fmla="*/ 154340 w 147896"/>
                <a:gd name="connsiteY2" fmla="*/ 403967 h 401432"/>
                <a:gd name="connsiteX3" fmla="*/ 0 w 147896"/>
                <a:gd name="connsiteY3" fmla="*/ 40396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896" h="401432">
                  <a:moveTo>
                    <a:pt x="0" y="0"/>
                  </a:moveTo>
                  <a:lnTo>
                    <a:pt x="154340" y="0"/>
                  </a:lnTo>
                  <a:lnTo>
                    <a:pt x="154340" y="403967"/>
                  </a:lnTo>
                  <a:lnTo>
                    <a:pt x="0" y="403967"/>
                  </a:lnTo>
                  <a:close/>
                </a:path>
              </a:pathLst>
            </a:custGeom>
            <a:solidFill>
              <a:srgbClr val="FFAA01"/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E9BD8E3-A095-40BC-8A02-51C04EB58D08}"/>
                </a:ext>
              </a:extLst>
            </p:cNvPr>
            <p:cNvSpPr/>
            <p:nvPr/>
          </p:nvSpPr>
          <p:spPr>
            <a:xfrm>
              <a:off x="5591760" y="4851045"/>
              <a:ext cx="74664" cy="634647"/>
            </a:xfrm>
            <a:custGeom>
              <a:avLst/>
              <a:gdLst>
                <a:gd name="connsiteX0" fmla="*/ 0 w 63384"/>
                <a:gd name="connsiteY0" fmla="*/ 541933 h 538764"/>
                <a:gd name="connsiteX1" fmla="*/ 73420 w 63384"/>
                <a:gd name="connsiteY1" fmla="*/ 472950 h 538764"/>
                <a:gd name="connsiteX2" fmla="*/ 73420 w 63384"/>
                <a:gd name="connsiteY2" fmla="*/ 68983 h 538764"/>
                <a:gd name="connsiteX3" fmla="*/ 0 w 63384"/>
                <a:gd name="connsiteY3" fmla="*/ 0 h 53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384" h="538764">
                  <a:moveTo>
                    <a:pt x="0" y="541933"/>
                  </a:moveTo>
                  <a:lnTo>
                    <a:pt x="73420" y="472950"/>
                  </a:lnTo>
                  <a:lnTo>
                    <a:pt x="73420" y="68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7D85A3C-3E03-45E2-AAC6-87FD9C4462AF}"/>
                </a:ext>
              </a:extLst>
            </p:cNvPr>
            <p:cNvSpPr/>
            <p:nvPr/>
          </p:nvSpPr>
          <p:spPr>
            <a:xfrm>
              <a:off x="5675207" y="4931869"/>
              <a:ext cx="90147" cy="472874"/>
            </a:xfrm>
            <a:custGeom>
              <a:avLst/>
              <a:gdLst>
                <a:gd name="connsiteX0" fmla="*/ 0 w 73948"/>
                <a:gd name="connsiteY0" fmla="*/ 0 h 401432"/>
                <a:gd name="connsiteX1" fmla="*/ 80920 w 73948"/>
                <a:gd name="connsiteY1" fmla="*/ 0 h 401432"/>
                <a:gd name="connsiteX2" fmla="*/ 80920 w 73948"/>
                <a:gd name="connsiteY2" fmla="*/ 403967 h 401432"/>
                <a:gd name="connsiteX3" fmla="*/ 0 w 73948"/>
                <a:gd name="connsiteY3" fmla="*/ 403967 h 40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948" h="401432">
                  <a:moveTo>
                    <a:pt x="0" y="0"/>
                  </a:moveTo>
                  <a:lnTo>
                    <a:pt x="80920" y="0"/>
                  </a:lnTo>
                  <a:lnTo>
                    <a:pt x="80920" y="403967"/>
                  </a:lnTo>
                  <a:lnTo>
                    <a:pt x="0" y="403967"/>
                  </a:lnTo>
                  <a:close/>
                </a:path>
              </a:pathLst>
            </a:custGeom>
            <a:solidFill>
              <a:srgbClr val="0B1F42">
                <a:alpha val="40000"/>
              </a:srgbClr>
            </a:solidFill>
            <a:ln w="10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B37983D-A6CD-47F7-ACD2-B01A4FFBF37E}"/>
                </a:ext>
              </a:extLst>
            </p:cNvPr>
            <p:cNvGrpSpPr/>
            <p:nvPr/>
          </p:nvGrpSpPr>
          <p:grpSpPr>
            <a:xfrm>
              <a:off x="5387802" y="4411272"/>
              <a:ext cx="1609265" cy="1518174"/>
              <a:chOff x="5387802" y="4411272"/>
              <a:chExt cx="1609265" cy="1518174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C5187CD-CA6F-445F-B101-7DCE83A773A4}"/>
                  </a:ext>
                </a:extLst>
              </p:cNvPr>
              <p:cNvSpPr/>
              <p:nvPr/>
            </p:nvSpPr>
            <p:spPr>
              <a:xfrm>
                <a:off x="5914435" y="4932305"/>
                <a:ext cx="1082632" cy="472874"/>
              </a:xfrm>
              <a:custGeom>
                <a:avLst/>
                <a:gdLst>
                  <a:gd name="connsiteX0" fmla="*/ 727120 w 919068"/>
                  <a:gd name="connsiteY0" fmla="*/ 0 h 401432"/>
                  <a:gd name="connsiteX1" fmla="*/ 0 w 919068"/>
                  <a:gd name="connsiteY1" fmla="*/ 0 h 401432"/>
                  <a:gd name="connsiteX2" fmla="*/ 0 w 919068"/>
                  <a:gd name="connsiteY2" fmla="*/ 403967 h 401432"/>
                  <a:gd name="connsiteX3" fmla="*/ 727120 w 919068"/>
                  <a:gd name="connsiteY3" fmla="*/ 403967 h 401432"/>
                  <a:gd name="connsiteX4" fmla="*/ 929104 w 919068"/>
                  <a:gd name="connsiteY4" fmla="*/ 201984 h 401432"/>
                  <a:gd name="connsiteX5" fmla="*/ 929104 w 919068"/>
                  <a:gd name="connsiteY5" fmla="*/ 201984 h 401432"/>
                  <a:gd name="connsiteX6" fmla="*/ 727120 w 919068"/>
                  <a:gd name="connsiteY6" fmla="*/ 0 h 401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19068" h="401432">
                    <a:moveTo>
                      <a:pt x="727120" y="0"/>
                    </a:moveTo>
                    <a:lnTo>
                      <a:pt x="0" y="0"/>
                    </a:lnTo>
                    <a:lnTo>
                      <a:pt x="0" y="403967"/>
                    </a:lnTo>
                    <a:lnTo>
                      <a:pt x="727120" y="403967"/>
                    </a:lnTo>
                    <a:cubicBezTo>
                      <a:pt x="838676" y="403967"/>
                      <a:pt x="929104" y="313539"/>
                      <a:pt x="929104" y="201984"/>
                    </a:cubicBezTo>
                    <a:lnTo>
                      <a:pt x="929104" y="201984"/>
                    </a:lnTo>
                    <a:cubicBezTo>
                      <a:pt x="929104" y="90428"/>
                      <a:pt x="838676" y="0"/>
                      <a:pt x="727120" y="0"/>
                    </a:cubicBezTo>
                    <a:close/>
                  </a:path>
                </a:pathLst>
              </a:custGeom>
              <a:solidFill>
                <a:srgbClr val="FFAA01"/>
              </a:solidFill>
              <a:ln w="105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D91DC22B-CCEF-48F9-BBE9-79CDCE031D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7802" y="4411272"/>
                <a:ext cx="1057744" cy="1518174"/>
              </a:xfrm>
              <a:custGeom>
                <a:avLst/>
                <a:gdLst>
                  <a:gd name="connsiteX0" fmla="*/ 0 w 897940"/>
                  <a:gd name="connsiteY0" fmla="*/ 0 h 1288808"/>
                  <a:gd name="connsiteX1" fmla="*/ 897940 w 897940"/>
                  <a:gd name="connsiteY1" fmla="*/ 0 h 1288808"/>
                  <a:gd name="connsiteX2" fmla="*/ 897940 w 897940"/>
                  <a:gd name="connsiteY2" fmla="*/ 1288808 h 1288808"/>
                  <a:gd name="connsiteX3" fmla="*/ 0 w 897940"/>
                  <a:gd name="connsiteY3" fmla="*/ 1288808 h 1288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7940" h="1288808">
                    <a:moveTo>
                      <a:pt x="0" y="0"/>
                    </a:moveTo>
                    <a:lnTo>
                      <a:pt x="897940" y="0"/>
                    </a:lnTo>
                    <a:lnTo>
                      <a:pt x="897940" y="1288808"/>
                    </a:lnTo>
                    <a:lnTo>
                      <a:pt x="0" y="1288808"/>
                    </a:lnTo>
                    <a:close/>
                  </a:path>
                </a:pathLst>
              </a:custGeom>
              <a:ln/>
            </p:spPr>
          </p:pic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3F6CE74-D0D0-49C5-A705-ED22F1A7F15D}"/>
                  </a:ext>
                </a:extLst>
              </p:cNvPr>
              <p:cNvSpPr/>
              <p:nvPr/>
            </p:nvSpPr>
            <p:spPr>
              <a:xfrm>
                <a:off x="6121816" y="4968251"/>
                <a:ext cx="7425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2023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C67DE36-6455-4155-9F78-29C81F8A178D}"/>
                </a:ext>
              </a:extLst>
            </p:cNvPr>
            <p:cNvGrpSpPr/>
            <p:nvPr/>
          </p:nvGrpSpPr>
          <p:grpSpPr>
            <a:xfrm>
              <a:off x="3591989" y="4876862"/>
              <a:ext cx="1911096" cy="563881"/>
              <a:chOff x="2106779" y="4562279"/>
              <a:chExt cx="1497373" cy="563881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E07946E-8F6E-48C1-84B9-2AB4C6D15AD2}"/>
                  </a:ext>
                </a:extLst>
              </p:cNvPr>
              <p:cNvSpPr/>
              <p:nvPr/>
            </p:nvSpPr>
            <p:spPr>
              <a:xfrm>
                <a:off x="2734007" y="4562279"/>
                <a:ext cx="85808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bg1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D11E41C-FB5E-436B-97F6-7213F5E9DCAE}"/>
                  </a:ext>
                </a:extLst>
              </p:cNvPr>
              <p:cNvSpPr/>
              <p:nvPr/>
            </p:nvSpPr>
            <p:spPr>
              <a:xfrm>
                <a:off x="2106779" y="4787606"/>
                <a:ext cx="149737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6705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32E584F9-E857-47E9-863F-8C7B1876C1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A6EE7CF-9A65-454F-B404-D2E61F7F47FC}"/>
              </a:ext>
            </a:extLst>
          </p:cNvPr>
          <p:cNvSpPr/>
          <p:nvPr/>
        </p:nvSpPr>
        <p:spPr>
          <a:xfrm>
            <a:off x="2856355" y="2785195"/>
            <a:ext cx="2008007" cy="18255"/>
          </a:xfrm>
          <a:custGeom>
            <a:avLst/>
            <a:gdLst>
              <a:gd name="connsiteX0" fmla="*/ 0 w 2008006"/>
              <a:gd name="connsiteY0" fmla="*/ 0 h 0"/>
              <a:gd name="connsiteX1" fmla="*/ 2021333 w 2008006"/>
              <a:gd name="connsiteY1" fmla="*/ 0 h 0"/>
              <a:gd name="connsiteX2" fmla="*/ 2021333 w 2008006"/>
              <a:gd name="connsiteY2" fmla="*/ 13326 h 0"/>
              <a:gd name="connsiteX3" fmla="*/ 0 w 2008006"/>
              <a:gd name="connsiteY3" fmla="*/ 13326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8006">
                <a:moveTo>
                  <a:pt x="0" y="0"/>
                </a:moveTo>
                <a:lnTo>
                  <a:pt x="2021333" y="0"/>
                </a:lnTo>
                <a:lnTo>
                  <a:pt x="2021333" y="13326"/>
                </a:lnTo>
                <a:lnTo>
                  <a:pt x="0" y="13326"/>
                </a:lnTo>
                <a:close/>
              </a:path>
            </a:pathLst>
          </a:custGeom>
          <a:solidFill>
            <a:srgbClr val="FBB03B"/>
          </a:solidFill>
          <a:ln w="182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D790946-8D77-4D28-8BD7-CF0B00080D21}"/>
              </a:ext>
            </a:extLst>
          </p:cNvPr>
          <p:cNvSpPr/>
          <p:nvPr/>
        </p:nvSpPr>
        <p:spPr>
          <a:xfrm>
            <a:off x="6194393" y="2785195"/>
            <a:ext cx="2008007" cy="18255"/>
          </a:xfrm>
          <a:custGeom>
            <a:avLst/>
            <a:gdLst>
              <a:gd name="connsiteX0" fmla="*/ 0 w 2008006"/>
              <a:gd name="connsiteY0" fmla="*/ 0 h 0"/>
              <a:gd name="connsiteX1" fmla="*/ 2021333 w 2008006"/>
              <a:gd name="connsiteY1" fmla="*/ 0 h 0"/>
              <a:gd name="connsiteX2" fmla="*/ 2021333 w 2008006"/>
              <a:gd name="connsiteY2" fmla="*/ 13326 h 0"/>
              <a:gd name="connsiteX3" fmla="*/ 0 w 2008006"/>
              <a:gd name="connsiteY3" fmla="*/ 13326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8006">
                <a:moveTo>
                  <a:pt x="0" y="0"/>
                </a:moveTo>
                <a:lnTo>
                  <a:pt x="2021333" y="0"/>
                </a:lnTo>
                <a:lnTo>
                  <a:pt x="2021333" y="13326"/>
                </a:lnTo>
                <a:lnTo>
                  <a:pt x="0" y="13326"/>
                </a:lnTo>
                <a:close/>
              </a:path>
            </a:pathLst>
          </a:custGeom>
          <a:solidFill>
            <a:srgbClr val="F15A24"/>
          </a:solidFill>
          <a:ln w="182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F9C3E83-EF3E-46E2-867C-79A72A90F7F1}"/>
              </a:ext>
            </a:extLst>
          </p:cNvPr>
          <p:cNvSpPr/>
          <p:nvPr/>
        </p:nvSpPr>
        <p:spPr>
          <a:xfrm>
            <a:off x="7510915" y="4607004"/>
            <a:ext cx="2008007" cy="18255"/>
          </a:xfrm>
          <a:custGeom>
            <a:avLst/>
            <a:gdLst>
              <a:gd name="connsiteX0" fmla="*/ 0 w 2008006"/>
              <a:gd name="connsiteY0" fmla="*/ 0 h 0"/>
              <a:gd name="connsiteX1" fmla="*/ 2021333 w 2008006"/>
              <a:gd name="connsiteY1" fmla="*/ 0 h 0"/>
              <a:gd name="connsiteX2" fmla="*/ 2021333 w 2008006"/>
              <a:gd name="connsiteY2" fmla="*/ 13326 h 0"/>
              <a:gd name="connsiteX3" fmla="*/ 0 w 2008006"/>
              <a:gd name="connsiteY3" fmla="*/ 13326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8006">
                <a:moveTo>
                  <a:pt x="0" y="0"/>
                </a:moveTo>
                <a:lnTo>
                  <a:pt x="2021333" y="0"/>
                </a:lnTo>
                <a:lnTo>
                  <a:pt x="2021333" y="13326"/>
                </a:lnTo>
                <a:lnTo>
                  <a:pt x="0" y="13326"/>
                </a:lnTo>
                <a:close/>
              </a:path>
            </a:pathLst>
          </a:custGeom>
          <a:solidFill>
            <a:srgbClr val="056793"/>
          </a:solidFill>
          <a:ln w="182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DF2F6FA-905D-4D6C-8AB9-C808F0E764E3}"/>
              </a:ext>
            </a:extLst>
          </p:cNvPr>
          <p:cNvSpPr/>
          <p:nvPr/>
        </p:nvSpPr>
        <p:spPr>
          <a:xfrm>
            <a:off x="4148234" y="4607004"/>
            <a:ext cx="2008007" cy="18255"/>
          </a:xfrm>
          <a:custGeom>
            <a:avLst/>
            <a:gdLst>
              <a:gd name="connsiteX0" fmla="*/ 0 w 2008006"/>
              <a:gd name="connsiteY0" fmla="*/ 0 h 0"/>
              <a:gd name="connsiteX1" fmla="*/ 2021332 w 2008006"/>
              <a:gd name="connsiteY1" fmla="*/ 0 h 0"/>
              <a:gd name="connsiteX2" fmla="*/ 2021332 w 2008006"/>
              <a:gd name="connsiteY2" fmla="*/ 13326 h 0"/>
              <a:gd name="connsiteX3" fmla="*/ 0 w 2008006"/>
              <a:gd name="connsiteY3" fmla="*/ 13326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8006">
                <a:moveTo>
                  <a:pt x="0" y="0"/>
                </a:moveTo>
                <a:lnTo>
                  <a:pt x="2021332" y="0"/>
                </a:lnTo>
                <a:lnTo>
                  <a:pt x="2021332" y="13326"/>
                </a:lnTo>
                <a:lnTo>
                  <a:pt x="0" y="13326"/>
                </a:lnTo>
                <a:close/>
              </a:path>
            </a:pathLst>
          </a:custGeom>
          <a:solidFill>
            <a:srgbClr val="248EA9"/>
          </a:solidFill>
          <a:ln w="182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8B016994-DE01-4965-BF71-56E1937F2462}"/>
              </a:ext>
            </a:extLst>
          </p:cNvPr>
          <p:cNvSpPr/>
          <p:nvPr/>
        </p:nvSpPr>
        <p:spPr>
          <a:xfrm>
            <a:off x="9532248" y="2785195"/>
            <a:ext cx="2026261" cy="1788951"/>
          </a:xfrm>
          <a:custGeom>
            <a:avLst/>
            <a:gdLst>
              <a:gd name="connsiteX0" fmla="*/ 1725060 w 2026261"/>
              <a:gd name="connsiteY0" fmla="*/ 1797713 h 1788951"/>
              <a:gd name="connsiteX1" fmla="*/ 1436090 w 2026261"/>
              <a:gd name="connsiteY1" fmla="*/ 1797713 h 1788951"/>
              <a:gd name="connsiteX2" fmla="*/ 1436090 w 2026261"/>
              <a:gd name="connsiteY2" fmla="*/ 1784388 h 1788951"/>
              <a:gd name="connsiteX3" fmla="*/ 1725060 w 2026261"/>
              <a:gd name="connsiteY3" fmla="*/ 1784388 h 1788951"/>
              <a:gd name="connsiteX4" fmla="*/ 2014579 w 2026261"/>
              <a:gd name="connsiteY4" fmla="*/ 1494870 h 1788951"/>
              <a:gd name="connsiteX5" fmla="*/ 2014579 w 2026261"/>
              <a:gd name="connsiteY5" fmla="*/ 302844 h 1788951"/>
              <a:gd name="connsiteX6" fmla="*/ 1725060 w 2026261"/>
              <a:gd name="connsiteY6" fmla="*/ 13326 h 1788951"/>
              <a:gd name="connsiteX7" fmla="*/ 0 w 2026261"/>
              <a:gd name="connsiteY7" fmla="*/ 13326 h 1788951"/>
              <a:gd name="connsiteX8" fmla="*/ 0 w 2026261"/>
              <a:gd name="connsiteY8" fmla="*/ 0 h 1788951"/>
              <a:gd name="connsiteX9" fmla="*/ 1725060 w 2026261"/>
              <a:gd name="connsiteY9" fmla="*/ 0 h 1788951"/>
              <a:gd name="connsiteX10" fmla="*/ 2027904 w 2026261"/>
              <a:gd name="connsiteY10" fmla="*/ 302844 h 1788951"/>
              <a:gd name="connsiteX11" fmla="*/ 2027904 w 2026261"/>
              <a:gd name="connsiteY11" fmla="*/ 1494687 h 1788951"/>
              <a:gd name="connsiteX12" fmla="*/ 1725060 w 2026261"/>
              <a:gd name="connsiteY12" fmla="*/ 1797713 h 178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26261" h="1788951">
                <a:moveTo>
                  <a:pt x="1725060" y="1797713"/>
                </a:moveTo>
                <a:lnTo>
                  <a:pt x="1436090" y="1797713"/>
                </a:lnTo>
                <a:lnTo>
                  <a:pt x="1436090" y="1784388"/>
                </a:lnTo>
                <a:lnTo>
                  <a:pt x="1725060" y="1784388"/>
                </a:lnTo>
                <a:cubicBezTo>
                  <a:pt x="1884788" y="1784388"/>
                  <a:pt x="2014579" y="1654415"/>
                  <a:pt x="2014579" y="1494870"/>
                </a:cubicBezTo>
                <a:lnTo>
                  <a:pt x="2014579" y="302844"/>
                </a:lnTo>
                <a:cubicBezTo>
                  <a:pt x="2014579" y="143116"/>
                  <a:pt x="1884605" y="13326"/>
                  <a:pt x="1725060" y="13326"/>
                </a:cubicBezTo>
                <a:lnTo>
                  <a:pt x="0" y="13326"/>
                </a:lnTo>
                <a:lnTo>
                  <a:pt x="0" y="0"/>
                </a:lnTo>
                <a:lnTo>
                  <a:pt x="1725060" y="0"/>
                </a:lnTo>
                <a:cubicBezTo>
                  <a:pt x="1892090" y="0"/>
                  <a:pt x="2027904" y="135814"/>
                  <a:pt x="2027904" y="302844"/>
                </a:cubicBezTo>
                <a:lnTo>
                  <a:pt x="2027904" y="1494687"/>
                </a:lnTo>
                <a:cubicBezTo>
                  <a:pt x="2027904" y="1661717"/>
                  <a:pt x="1892090" y="1797713"/>
                  <a:pt x="1725060" y="1797713"/>
                </a:cubicBezTo>
                <a:close/>
              </a:path>
            </a:pathLst>
          </a:custGeom>
          <a:solidFill>
            <a:srgbClr val="484C7F"/>
          </a:solidFill>
          <a:ln w="182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940CA5-BEB5-4534-AA0E-EE9FA78D91DE}"/>
              </a:ext>
            </a:extLst>
          </p:cNvPr>
          <p:cNvGrpSpPr/>
          <p:nvPr/>
        </p:nvGrpSpPr>
        <p:grpSpPr>
          <a:xfrm>
            <a:off x="633492" y="4506787"/>
            <a:ext cx="2184712" cy="200801"/>
            <a:chOff x="633492" y="4506787"/>
            <a:chExt cx="2184712" cy="200801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26AF73B-F182-41DB-88C7-7FA05FAA2732}"/>
                </a:ext>
              </a:extLst>
            </p:cNvPr>
            <p:cNvSpPr/>
            <p:nvPr/>
          </p:nvSpPr>
          <p:spPr>
            <a:xfrm>
              <a:off x="810197" y="4607004"/>
              <a:ext cx="2008007" cy="18255"/>
            </a:xfrm>
            <a:custGeom>
              <a:avLst/>
              <a:gdLst>
                <a:gd name="connsiteX0" fmla="*/ 0 w 2008006"/>
                <a:gd name="connsiteY0" fmla="*/ 0 h 0"/>
                <a:gd name="connsiteX1" fmla="*/ 2021333 w 2008006"/>
                <a:gd name="connsiteY1" fmla="*/ 0 h 0"/>
                <a:gd name="connsiteX2" fmla="*/ 2021333 w 2008006"/>
                <a:gd name="connsiteY2" fmla="*/ 13326 h 0"/>
                <a:gd name="connsiteX3" fmla="*/ 0 w 2008006"/>
                <a:gd name="connsiteY3" fmla="*/ 1332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006">
                  <a:moveTo>
                    <a:pt x="0" y="0"/>
                  </a:moveTo>
                  <a:lnTo>
                    <a:pt x="2021333" y="0"/>
                  </a:lnTo>
                  <a:lnTo>
                    <a:pt x="2021333" y="13326"/>
                  </a:lnTo>
                  <a:lnTo>
                    <a:pt x="0" y="13326"/>
                  </a:lnTo>
                  <a:close/>
                </a:path>
              </a:pathLst>
            </a:custGeom>
            <a:solidFill>
              <a:srgbClr val="39BDC8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AF5E785-6BF2-481D-9947-835102B96DE4}"/>
                </a:ext>
              </a:extLst>
            </p:cNvPr>
            <p:cNvSpPr/>
            <p:nvPr/>
          </p:nvSpPr>
          <p:spPr>
            <a:xfrm>
              <a:off x="633492" y="4506787"/>
              <a:ext cx="182546" cy="200801"/>
            </a:xfrm>
            <a:custGeom>
              <a:avLst/>
              <a:gdLst>
                <a:gd name="connsiteX0" fmla="*/ 0 w 182546"/>
                <a:gd name="connsiteY0" fmla="*/ 106972 h 200800"/>
                <a:gd name="connsiteX1" fmla="*/ 185284 w 182546"/>
                <a:gd name="connsiteY1" fmla="*/ 213944 h 200800"/>
                <a:gd name="connsiteX2" fmla="*/ 185284 w 182546"/>
                <a:gd name="connsiteY2" fmla="*/ 0 h 20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546" h="200800">
                  <a:moveTo>
                    <a:pt x="0" y="106972"/>
                  </a:moveTo>
                  <a:lnTo>
                    <a:pt x="185284" y="213944"/>
                  </a:lnTo>
                  <a:lnTo>
                    <a:pt x="185284" y="0"/>
                  </a:lnTo>
                  <a:close/>
                </a:path>
              </a:pathLst>
            </a:custGeom>
            <a:solidFill>
              <a:srgbClr val="39BDC8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F7F3E7-B11A-4687-A532-3EDE69997309}"/>
              </a:ext>
            </a:extLst>
          </p:cNvPr>
          <p:cNvGrpSpPr/>
          <p:nvPr/>
        </p:nvGrpSpPr>
        <p:grpSpPr>
          <a:xfrm>
            <a:off x="2756255" y="2921009"/>
            <a:ext cx="1473067" cy="899956"/>
            <a:chOff x="2756255" y="2921009"/>
            <a:chExt cx="1473067" cy="899956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C31D7BA-B59A-4EA0-BBAB-762FFE9DFA16}"/>
                </a:ext>
              </a:extLst>
            </p:cNvPr>
            <p:cNvSpPr/>
            <p:nvPr/>
          </p:nvSpPr>
          <p:spPr>
            <a:xfrm>
              <a:off x="2775853" y="2921009"/>
              <a:ext cx="1387350" cy="310328"/>
            </a:xfrm>
            <a:custGeom>
              <a:avLst/>
              <a:gdLst>
                <a:gd name="connsiteX0" fmla="*/ 1234924 w 1387350"/>
                <a:gd name="connsiteY0" fmla="*/ 327488 h 310328"/>
                <a:gd name="connsiteX1" fmla="*/ 163744 w 1387350"/>
                <a:gd name="connsiteY1" fmla="*/ 327488 h 310328"/>
                <a:gd name="connsiteX2" fmla="*/ 0 w 1387350"/>
                <a:gd name="connsiteY2" fmla="*/ 163744 h 310328"/>
                <a:gd name="connsiteX3" fmla="*/ 163744 w 1387350"/>
                <a:gd name="connsiteY3" fmla="*/ 0 h 310328"/>
                <a:gd name="connsiteX4" fmla="*/ 1234924 w 1387350"/>
                <a:gd name="connsiteY4" fmla="*/ 0 h 310328"/>
                <a:gd name="connsiteX5" fmla="*/ 1398668 w 1387350"/>
                <a:gd name="connsiteY5" fmla="*/ 163744 h 310328"/>
                <a:gd name="connsiteX6" fmla="*/ 1234924 w 1387350"/>
                <a:gd name="connsiteY6" fmla="*/ 327488 h 310328"/>
                <a:gd name="connsiteX7" fmla="*/ 163744 w 1387350"/>
                <a:gd name="connsiteY7" fmla="*/ 12413 h 310328"/>
                <a:gd name="connsiteX8" fmla="*/ 12413 w 1387350"/>
                <a:gd name="connsiteY8" fmla="*/ 163744 h 310328"/>
                <a:gd name="connsiteX9" fmla="*/ 163744 w 1387350"/>
                <a:gd name="connsiteY9" fmla="*/ 315075 h 310328"/>
                <a:gd name="connsiteX10" fmla="*/ 1234924 w 1387350"/>
                <a:gd name="connsiteY10" fmla="*/ 315075 h 310328"/>
                <a:gd name="connsiteX11" fmla="*/ 1386255 w 1387350"/>
                <a:gd name="connsiteY11" fmla="*/ 163744 h 310328"/>
                <a:gd name="connsiteX12" fmla="*/ 1234924 w 1387350"/>
                <a:gd name="connsiteY12" fmla="*/ 12413 h 310328"/>
                <a:gd name="connsiteX13" fmla="*/ 163744 w 1387350"/>
                <a:gd name="connsiteY13" fmla="*/ 12413 h 31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7350" h="310328">
                  <a:moveTo>
                    <a:pt x="1234924" y="327488"/>
                  </a:moveTo>
                  <a:lnTo>
                    <a:pt x="163744" y="327488"/>
                  </a:lnTo>
                  <a:cubicBezTo>
                    <a:pt x="73383" y="327488"/>
                    <a:pt x="0" y="254104"/>
                    <a:pt x="0" y="163744"/>
                  </a:cubicBezTo>
                  <a:cubicBezTo>
                    <a:pt x="0" y="73384"/>
                    <a:pt x="73383" y="0"/>
                    <a:pt x="163744" y="0"/>
                  </a:cubicBezTo>
                  <a:lnTo>
                    <a:pt x="1234924" y="0"/>
                  </a:lnTo>
                  <a:cubicBezTo>
                    <a:pt x="1325285" y="0"/>
                    <a:pt x="1398668" y="73384"/>
                    <a:pt x="1398668" y="163744"/>
                  </a:cubicBezTo>
                  <a:cubicBezTo>
                    <a:pt x="1398668" y="254104"/>
                    <a:pt x="1325285" y="327488"/>
                    <a:pt x="1234924" y="327488"/>
                  </a:cubicBezTo>
                  <a:close/>
                  <a:moveTo>
                    <a:pt x="163744" y="12413"/>
                  </a:moveTo>
                  <a:cubicBezTo>
                    <a:pt x="80320" y="12413"/>
                    <a:pt x="12413" y="80320"/>
                    <a:pt x="12413" y="163744"/>
                  </a:cubicBezTo>
                  <a:cubicBezTo>
                    <a:pt x="12413" y="247167"/>
                    <a:pt x="80320" y="315075"/>
                    <a:pt x="163744" y="315075"/>
                  </a:cubicBezTo>
                  <a:lnTo>
                    <a:pt x="1234924" y="315075"/>
                  </a:lnTo>
                  <a:cubicBezTo>
                    <a:pt x="1318348" y="315075"/>
                    <a:pt x="1386255" y="247167"/>
                    <a:pt x="1386255" y="163744"/>
                  </a:cubicBezTo>
                  <a:cubicBezTo>
                    <a:pt x="1386255" y="80320"/>
                    <a:pt x="1318348" y="12413"/>
                    <a:pt x="1234924" y="12413"/>
                  </a:cubicBezTo>
                  <a:lnTo>
                    <a:pt x="163744" y="12413"/>
                  </a:lnTo>
                  <a:close/>
                </a:path>
              </a:pathLst>
            </a:custGeom>
            <a:solidFill>
              <a:srgbClr val="FBB03B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49806E6-87A4-4970-8BE4-5CE3A9713C77}"/>
                </a:ext>
              </a:extLst>
            </p:cNvPr>
            <p:cNvSpPr/>
            <p:nvPr/>
          </p:nvSpPr>
          <p:spPr>
            <a:xfrm>
              <a:off x="2945203" y="2948984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BB03B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E2F8408-DC32-4DAF-AABD-87ABBCDC5B0B}"/>
                </a:ext>
              </a:extLst>
            </p:cNvPr>
            <p:cNvSpPr/>
            <p:nvPr/>
          </p:nvSpPr>
          <p:spPr>
            <a:xfrm>
              <a:off x="2756255" y="3313134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B62ECE0-E45E-4EC6-8A35-05193F5E74DA}"/>
              </a:ext>
            </a:extLst>
          </p:cNvPr>
          <p:cNvGrpSpPr/>
          <p:nvPr/>
        </p:nvGrpSpPr>
        <p:grpSpPr>
          <a:xfrm>
            <a:off x="6037848" y="2921009"/>
            <a:ext cx="1473067" cy="899956"/>
            <a:chOff x="6037848" y="2921009"/>
            <a:chExt cx="1473067" cy="899956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1FBF84E-3B7E-4C22-ACAB-2253A790875F}"/>
                </a:ext>
              </a:extLst>
            </p:cNvPr>
            <p:cNvSpPr/>
            <p:nvPr/>
          </p:nvSpPr>
          <p:spPr>
            <a:xfrm>
              <a:off x="6077016" y="2921009"/>
              <a:ext cx="1387350" cy="310328"/>
            </a:xfrm>
            <a:custGeom>
              <a:avLst/>
              <a:gdLst>
                <a:gd name="connsiteX0" fmla="*/ 1234924 w 1387350"/>
                <a:gd name="connsiteY0" fmla="*/ 327488 h 310328"/>
                <a:gd name="connsiteX1" fmla="*/ 163744 w 1387350"/>
                <a:gd name="connsiteY1" fmla="*/ 327488 h 310328"/>
                <a:gd name="connsiteX2" fmla="*/ 0 w 1387350"/>
                <a:gd name="connsiteY2" fmla="*/ 163744 h 310328"/>
                <a:gd name="connsiteX3" fmla="*/ 163744 w 1387350"/>
                <a:gd name="connsiteY3" fmla="*/ 0 h 310328"/>
                <a:gd name="connsiteX4" fmla="*/ 1234924 w 1387350"/>
                <a:gd name="connsiteY4" fmla="*/ 0 h 310328"/>
                <a:gd name="connsiteX5" fmla="*/ 1398668 w 1387350"/>
                <a:gd name="connsiteY5" fmla="*/ 163744 h 310328"/>
                <a:gd name="connsiteX6" fmla="*/ 1234924 w 1387350"/>
                <a:gd name="connsiteY6" fmla="*/ 327488 h 310328"/>
                <a:gd name="connsiteX7" fmla="*/ 163561 w 1387350"/>
                <a:gd name="connsiteY7" fmla="*/ 12413 h 310328"/>
                <a:gd name="connsiteX8" fmla="*/ 12230 w 1387350"/>
                <a:gd name="connsiteY8" fmla="*/ 163744 h 310328"/>
                <a:gd name="connsiteX9" fmla="*/ 163561 w 1387350"/>
                <a:gd name="connsiteY9" fmla="*/ 315075 h 310328"/>
                <a:gd name="connsiteX10" fmla="*/ 1234741 w 1387350"/>
                <a:gd name="connsiteY10" fmla="*/ 315075 h 310328"/>
                <a:gd name="connsiteX11" fmla="*/ 1386072 w 1387350"/>
                <a:gd name="connsiteY11" fmla="*/ 163744 h 310328"/>
                <a:gd name="connsiteX12" fmla="*/ 1234741 w 1387350"/>
                <a:gd name="connsiteY12" fmla="*/ 12413 h 310328"/>
                <a:gd name="connsiteX13" fmla="*/ 163561 w 1387350"/>
                <a:gd name="connsiteY13" fmla="*/ 12413 h 31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7350" h="310328">
                  <a:moveTo>
                    <a:pt x="1234924" y="327488"/>
                  </a:moveTo>
                  <a:lnTo>
                    <a:pt x="163744" y="327488"/>
                  </a:lnTo>
                  <a:cubicBezTo>
                    <a:pt x="73383" y="327488"/>
                    <a:pt x="0" y="254104"/>
                    <a:pt x="0" y="163744"/>
                  </a:cubicBezTo>
                  <a:cubicBezTo>
                    <a:pt x="0" y="73384"/>
                    <a:pt x="73383" y="0"/>
                    <a:pt x="163744" y="0"/>
                  </a:cubicBezTo>
                  <a:lnTo>
                    <a:pt x="1234924" y="0"/>
                  </a:lnTo>
                  <a:cubicBezTo>
                    <a:pt x="1325284" y="0"/>
                    <a:pt x="1398668" y="73384"/>
                    <a:pt x="1398668" y="163744"/>
                  </a:cubicBezTo>
                  <a:cubicBezTo>
                    <a:pt x="1398668" y="254104"/>
                    <a:pt x="1325102" y="327488"/>
                    <a:pt x="1234924" y="327488"/>
                  </a:cubicBezTo>
                  <a:close/>
                  <a:moveTo>
                    <a:pt x="163561" y="12413"/>
                  </a:moveTo>
                  <a:cubicBezTo>
                    <a:pt x="80137" y="12413"/>
                    <a:pt x="12230" y="80320"/>
                    <a:pt x="12230" y="163744"/>
                  </a:cubicBezTo>
                  <a:cubicBezTo>
                    <a:pt x="12230" y="247167"/>
                    <a:pt x="80137" y="315075"/>
                    <a:pt x="163561" y="315075"/>
                  </a:cubicBezTo>
                  <a:lnTo>
                    <a:pt x="1234741" y="315075"/>
                  </a:lnTo>
                  <a:cubicBezTo>
                    <a:pt x="1318165" y="315075"/>
                    <a:pt x="1386072" y="247167"/>
                    <a:pt x="1386072" y="163744"/>
                  </a:cubicBezTo>
                  <a:cubicBezTo>
                    <a:pt x="1386072" y="80320"/>
                    <a:pt x="1318165" y="12413"/>
                    <a:pt x="1234741" y="12413"/>
                  </a:cubicBezTo>
                  <a:lnTo>
                    <a:pt x="163561" y="12413"/>
                  </a:lnTo>
                  <a:close/>
                </a:path>
              </a:pathLst>
            </a:custGeom>
            <a:solidFill>
              <a:srgbClr val="F15A24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FF7BBEF-D1B5-41CD-B48D-51BCCBA2C294}"/>
                </a:ext>
              </a:extLst>
            </p:cNvPr>
            <p:cNvSpPr/>
            <p:nvPr/>
          </p:nvSpPr>
          <p:spPr>
            <a:xfrm>
              <a:off x="6226796" y="2948984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15A24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809DA34-A053-48D1-9CBA-AE1D11C96248}"/>
                </a:ext>
              </a:extLst>
            </p:cNvPr>
            <p:cNvSpPr/>
            <p:nvPr/>
          </p:nvSpPr>
          <p:spPr>
            <a:xfrm>
              <a:off x="6037848" y="3313134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48F0A2-CAA6-433A-8655-7F569E6A3E43}"/>
              </a:ext>
            </a:extLst>
          </p:cNvPr>
          <p:cNvGrpSpPr/>
          <p:nvPr/>
        </p:nvGrpSpPr>
        <p:grpSpPr>
          <a:xfrm>
            <a:off x="9286357" y="2921009"/>
            <a:ext cx="1473067" cy="899956"/>
            <a:chOff x="9286357" y="2921009"/>
            <a:chExt cx="1473067" cy="89995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BBF9807-CF48-4043-8F24-FC66A5899BA7}"/>
                </a:ext>
              </a:extLst>
            </p:cNvPr>
            <p:cNvGrpSpPr/>
            <p:nvPr/>
          </p:nvGrpSpPr>
          <p:grpSpPr>
            <a:xfrm>
              <a:off x="9337288" y="2921009"/>
              <a:ext cx="1387350" cy="310328"/>
              <a:chOff x="9337288" y="2921009"/>
              <a:chExt cx="1387350" cy="310328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E9BA5E5-5EF1-450D-BDE9-6BA472D4918D}"/>
                  </a:ext>
                </a:extLst>
              </p:cNvPr>
              <p:cNvSpPr/>
              <p:nvPr/>
            </p:nvSpPr>
            <p:spPr>
              <a:xfrm>
                <a:off x="9337288" y="2921009"/>
                <a:ext cx="1387350" cy="310328"/>
              </a:xfrm>
              <a:custGeom>
                <a:avLst/>
                <a:gdLst>
                  <a:gd name="connsiteX0" fmla="*/ 1234925 w 1387350"/>
                  <a:gd name="connsiteY0" fmla="*/ 327488 h 310328"/>
                  <a:gd name="connsiteX1" fmla="*/ 163744 w 1387350"/>
                  <a:gd name="connsiteY1" fmla="*/ 327488 h 310328"/>
                  <a:gd name="connsiteX2" fmla="*/ 0 w 1387350"/>
                  <a:gd name="connsiteY2" fmla="*/ 163744 h 310328"/>
                  <a:gd name="connsiteX3" fmla="*/ 163744 w 1387350"/>
                  <a:gd name="connsiteY3" fmla="*/ 0 h 310328"/>
                  <a:gd name="connsiteX4" fmla="*/ 1234925 w 1387350"/>
                  <a:gd name="connsiteY4" fmla="*/ 0 h 310328"/>
                  <a:gd name="connsiteX5" fmla="*/ 1398668 w 1387350"/>
                  <a:gd name="connsiteY5" fmla="*/ 163744 h 310328"/>
                  <a:gd name="connsiteX6" fmla="*/ 1234925 w 1387350"/>
                  <a:gd name="connsiteY6" fmla="*/ 327488 h 310328"/>
                  <a:gd name="connsiteX7" fmla="*/ 163562 w 1387350"/>
                  <a:gd name="connsiteY7" fmla="*/ 12413 h 310328"/>
                  <a:gd name="connsiteX8" fmla="*/ 12231 w 1387350"/>
                  <a:gd name="connsiteY8" fmla="*/ 163744 h 310328"/>
                  <a:gd name="connsiteX9" fmla="*/ 163562 w 1387350"/>
                  <a:gd name="connsiteY9" fmla="*/ 315075 h 310328"/>
                  <a:gd name="connsiteX10" fmla="*/ 1234742 w 1387350"/>
                  <a:gd name="connsiteY10" fmla="*/ 315075 h 310328"/>
                  <a:gd name="connsiteX11" fmla="*/ 1386072 w 1387350"/>
                  <a:gd name="connsiteY11" fmla="*/ 163744 h 310328"/>
                  <a:gd name="connsiteX12" fmla="*/ 1234742 w 1387350"/>
                  <a:gd name="connsiteY12" fmla="*/ 12413 h 310328"/>
                  <a:gd name="connsiteX13" fmla="*/ 163562 w 1387350"/>
                  <a:gd name="connsiteY13" fmla="*/ 12413 h 310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87350" h="310328">
                    <a:moveTo>
                      <a:pt x="1234925" y="327488"/>
                    </a:moveTo>
                    <a:lnTo>
                      <a:pt x="163744" y="327488"/>
                    </a:lnTo>
                    <a:cubicBezTo>
                      <a:pt x="73384" y="327488"/>
                      <a:pt x="0" y="254104"/>
                      <a:pt x="0" y="163744"/>
                    </a:cubicBezTo>
                    <a:cubicBezTo>
                      <a:pt x="0" y="73384"/>
                      <a:pt x="73384" y="0"/>
                      <a:pt x="163744" y="0"/>
                    </a:cubicBezTo>
                    <a:lnTo>
                      <a:pt x="1234925" y="0"/>
                    </a:lnTo>
                    <a:cubicBezTo>
                      <a:pt x="1325285" y="0"/>
                      <a:pt x="1398668" y="73384"/>
                      <a:pt x="1398668" y="163744"/>
                    </a:cubicBezTo>
                    <a:cubicBezTo>
                      <a:pt x="1398668" y="254104"/>
                      <a:pt x="1325102" y="327488"/>
                      <a:pt x="1234925" y="327488"/>
                    </a:cubicBezTo>
                    <a:close/>
                    <a:moveTo>
                      <a:pt x="163562" y="12413"/>
                    </a:moveTo>
                    <a:cubicBezTo>
                      <a:pt x="80138" y="12413"/>
                      <a:pt x="12231" y="80320"/>
                      <a:pt x="12231" y="163744"/>
                    </a:cubicBezTo>
                    <a:cubicBezTo>
                      <a:pt x="12231" y="247167"/>
                      <a:pt x="80138" y="315075"/>
                      <a:pt x="163562" y="315075"/>
                    </a:cubicBezTo>
                    <a:lnTo>
                      <a:pt x="1234742" y="315075"/>
                    </a:lnTo>
                    <a:cubicBezTo>
                      <a:pt x="1318166" y="315075"/>
                      <a:pt x="1386072" y="247167"/>
                      <a:pt x="1386072" y="163744"/>
                    </a:cubicBezTo>
                    <a:cubicBezTo>
                      <a:pt x="1386072" y="80320"/>
                      <a:pt x="1318166" y="12413"/>
                      <a:pt x="1234742" y="12413"/>
                    </a:cubicBezTo>
                    <a:lnTo>
                      <a:pt x="163562" y="12413"/>
                    </a:lnTo>
                    <a:close/>
                  </a:path>
                </a:pathLst>
              </a:custGeom>
              <a:solidFill>
                <a:srgbClr val="484C7F"/>
              </a:solidFill>
              <a:ln w="182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0CB1DB00-8C58-4078-A4AA-12AB2CEA2BBE}"/>
                  </a:ext>
                </a:extLst>
              </p:cNvPr>
              <p:cNvSpPr/>
              <p:nvPr/>
            </p:nvSpPr>
            <p:spPr>
              <a:xfrm>
                <a:off x="9475305" y="2948984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484C7F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53C5DB3-E1D8-4598-8E79-60C3220A13A4}"/>
                </a:ext>
              </a:extLst>
            </p:cNvPr>
            <p:cNvSpPr/>
            <p:nvPr/>
          </p:nvSpPr>
          <p:spPr>
            <a:xfrm>
              <a:off x="9286357" y="3313134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53397C-C36E-49C9-B83D-85178FFDE706}"/>
              </a:ext>
            </a:extLst>
          </p:cNvPr>
          <p:cNvGrpSpPr/>
          <p:nvPr/>
        </p:nvGrpSpPr>
        <p:grpSpPr>
          <a:xfrm>
            <a:off x="1526546" y="4744644"/>
            <a:ext cx="1473067" cy="899394"/>
            <a:chOff x="1526546" y="4744644"/>
            <a:chExt cx="1473067" cy="899394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A3E6F4C-581A-481A-8984-E3B3FEF7E83A}"/>
                </a:ext>
              </a:extLst>
            </p:cNvPr>
            <p:cNvSpPr/>
            <p:nvPr/>
          </p:nvSpPr>
          <p:spPr>
            <a:xfrm>
              <a:off x="1557175" y="4744644"/>
              <a:ext cx="1387350" cy="310328"/>
            </a:xfrm>
            <a:custGeom>
              <a:avLst/>
              <a:gdLst>
                <a:gd name="connsiteX0" fmla="*/ 1234924 w 1387350"/>
                <a:gd name="connsiteY0" fmla="*/ 327488 h 310328"/>
                <a:gd name="connsiteX1" fmla="*/ 163744 w 1387350"/>
                <a:gd name="connsiteY1" fmla="*/ 327488 h 310328"/>
                <a:gd name="connsiteX2" fmla="*/ 0 w 1387350"/>
                <a:gd name="connsiteY2" fmla="*/ 163744 h 310328"/>
                <a:gd name="connsiteX3" fmla="*/ 163744 w 1387350"/>
                <a:gd name="connsiteY3" fmla="*/ 0 h 310328"/>
                <a:gd name="connsiteX4" fmla="*/ 1234924 w 1387350"/>
                <a:gd name="connsiteY4" fmla="*/ 0 h 310328"/>
                <a:gd name="connsiteX5" fmla="*/ 1398668 w 1387350"/>
                <a:gd name="connsiteY5" fmla="*/ 163744 h 310328"/>
                <a:gd name="connsiteX6" fmla="*/ 1234924 w 1387350"/>
                <a:gd name="connsiteY6" fmla="*/ 327488 h 310328"/>
                <a:gd name="connsiteX7" fmla="*/ 163744 w 1387350"/>
                <a:gd name="connsiteY7" fmla="*/ 12231 h 310328"/>
                <a:gd name="connsiteX8" fmla="*/ 12413 w 1387350"/>
                <a:gd name="connsiteY8" fmla="*/ 163561 h 310328"/>
                <a:gd name="connsiteX9" fmla="*/ 163744 w 1387350"/>
                <a:gd name="connsiteY9" fmla="*/ 314892 h 310328"/>
                <a:gd name="connsiteX10" fmla="*/ 1234924 w 1387350"/>
                <a:gd name="connsiteY10" fmla="*/ 314892 h 310328"/>
                <a:gd name="connsiteX11" fmla="*/ 1386255 w 1387350"/>
                <a:gd name="connsiteY11" fmla="*/ 163561 h 310328"/>
                <a:gd name="connsiteX12" fmla="*/ 1234924 w 1387350"/>
                <a:gd name="connsiteY12" fmla="*/ 12231 h 310328"/>
                <a:gd name="connsiteX13" fmla="*/ 163744 w 1387350"/>
                <a:gd name="connsiteY13" fmla="*/ 12231 h 31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7350" h="310328">
                  <a:moveTo>
                    <a:pt x="1234924" y="327488"/>
                  </a:moveTo>
                  <a:lnTo>
                    <a:pt x="163744" y="327488"/>
                  </a:lnTo>
                  <a:cubicBezTo>
                    <a:pt x="73384" y="327488"/>
                    <a:pt x="0" y="254104"/>
                    <a:pt x="0" y="163744"/>
                  </a:cubicBezTo>
                  <a:cubicBezTo>
                    <a:pt x="0" y="73384"/>
                    <a:pt x="73384" y="0"/>
                    <a:pt x="163744" y="0"/>
                  </a:cubicBezTo>
                  <a:lnTo>
                    <a:pt x="1234924" y="0"/>
                  </a:lnTo>
                  <a:cubicBezTo>
                    <a:pt x="1325284" y="0"/>
                    <a:pt x="1398668" y="73384"/>
                    <a:pt x="1398668" y="163744"/>
                  </a:cubicBezTo>
                  <a:cubicBezTo>
                    <a:pt x="1398668" y="253922"/>
                    <a:pt x="1325284" y="327488"/>
                    <a:pt x="1234924" y="327488"/>
                  </a:cubicBezTo>
                  <a:close/>
                  <a:moveTo>
                    <a:pt x="163744" y="12231"/>
                  </a:moveTo>
                  <a:cubicBezTo>
                    <a:pt x="80320" y="12231"/>
                    <a:pt x="12413" y="80138"/>
                    <a:pt x="12413" y="163561"/>
                  </a:cubicBezTo>
                  <a:cubicBezTo>
                    <a:pt x="12413" y="246985"/>
                    <a:pt x="80320" y="314892"/>
                    <a:pt x="163744" y="314892"/>
                  </a:cubicBezTo>
                  <a:lnTo>
                    <a:pt x="1234924" y="314892"/>
                  </a:lnTo>
                  <a:cubicBezTo>
                    <a:pt x="1318348" y="314892"/>
                    <a:pt x="1386255" y="246985"/>
                    <a:pt x="1386255" y="163561"/>
                  </a:cubicBezTo>
                  <a:cubicBezTo>
                    <a:pt x="1386255" y="80138"/>
                    <a:pt x="1318348" y="12231"/>
                    <a:pt x="1234924" y="12231"/>
                  </a:cubicBezTo>
                  <a:lnTo>
                    <a:pt x="163744" y="12231"/>
                  </a:lnTo>
                  <a:close/>
                </a:path>
              </a:pathLst>
            </a:custGeom>
            <a:solidFill>
              <a:srgbClr val="39BDC8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3D1321F-27BC-4393-8C1B-2B92608906E3}"/>
                </a:ext>
              </a:extLst>
            </p:cNvPr>
            <p:cNvSpPr/>
            <p:nvPr/>
          </p:nvSpPr>
          <p:spPr>
            <a:xfrm>
              <a:off x="1715494" y="4772057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9BDC8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46DE4EA-30F0-4057-AADC-828B275E5B25}"/>
                </a:ext>
              </a:extLst>
            </p:cNvPr>
            <p:cNvSpPr/>
            <p:nvPr/>
          </p:nvSpPr>
          <p:spPr>
            <a:xfrm>
              <a:off x="1526546" y="5136207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688971-A874-4159-A3DE-439E9F3BD515}"/>
              </a:ext>
            </a:extLst>
          </p:cNvPr>
          <p:cNvGrpSpPr/>
          <p:nvPr/>
        </p:nvGrpSpPr>
        <p:grpSpPr>
          <a:xfrm>
            <a:off x="4805483" y="4744644"/>
            <a:ext cx="1473067" cy="899394"/>
            <a:chOff x="4805483" y="4744644"/>
            <a:chExt cx="1473067" cy="899394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74343F7-CB58-4DDD-A52D-36E62B79B0B1}"/>
                </a:ext>
              </a:extLst>
            </p:cNvPr>
            <p:cNvSpPr/>
            <p:nvPr/>
          </p:nvSpPr>
          <p:spPr>
            <a:xfrm>
              <a:off x="4838805" y="4744644"/>
              <a:ext cx="1387350" cy="310328"/>
            </a:xfrm>
            <a:custGeom>
              <a:avLst/>
              <a:gdLst>
                <a:gd name="connsiteX0" fmla="*/ 1234924 w 1387350"/>
                <a:gd name="connsiteY0" fmla="*/ 327488 h 310328"/>
                <a:gd name="connsiteX1" fmla="*/ 163744 w 1387350"/>
                <a:gd name="connsiteY1" fmla="*/ 327488 h 310328"/>
                <a:gd name="connsiteX2" fmla="*/ 0 w 1387350"/>
                <a:gd name="connsiteY2" fmla="*/ 163744 h 310328"/>
                <a:gd name="connsiteX3" fmla="*/ 163744 w 1387350"/>
                <a:gd name="connsiteY3" fmla="*/ 0 h 310328"/>
                <a:gd name="connsiteX4" fmla="*/ 1234924 w 1387350"/>
                <a:gd name="connsiteY4" fmla="*/ 0 h 310328"/>
                <a:gd name="connsiteX5" fmla="*/ 1398668 w 1387350"/>
                <a:gd name="connsiteY5" fmla="*/ 163744 h 310328"/>
                <a:gd name="connsiteX6" fmla="*/ 1234924 w 1387350"/>
                <a:gd name="connsiteY6" fmla="*/ 327488 h 310328"/>
                <a:gd name="connsiteX7" fmla="*/ 163561 w 1387350"/>
                <a:gd name="connsiteY7" fmla="*/ 12231 h 310328"/>
                <a:gd name="connsiteX8" fmla="*/ 12231 w 1387350"/>
                <a:gd name="connsiteY8" fmla="*/ 163561 h 310328"/>
                <a:gd name="connsiteX9" fmla="*/ 163561 w 1387350"/>
                <a:gd name="connsiteY9" fmla="*/ 314892 h 310328"/>
                <a:gd name="connsiteX10" fmla="*/ 1234742 w 1387350"/>
                <a:gd name="connsiteY10" fmla="*/ 314892 h 310328"/>
                <a:gd name="connsiteX11" fmla="*/ 1386072 w 1387350"/>
                <a:gd name="connsiteY11" fmla="*/ 163561 h 310328"/>
                <a:gd name="connsiteX12" fmla="*/ 1234742 w 1387350"/>
                <a:gd name="connsiteY12" fmla="*/ 12231 h 310328"/>
                <a:gd name="connsiteX13" fmla="*/ 163561 w 1387350"/>
                <a:gd name="connsiteY13" fmla="*/ 12231 h 31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7350" h="310328">
                  <a:moveTo>
                    <a:pt x="1234924" y="327488"/>
                  </a:moveTo>
                  <a:lnTo>
                    <a:pt x="163744" y="327488"/>
                  </a:lnTo>
                  <a:cubicBezTo>
                    <a:pt x="73384" y="327488"/>
                    <a:pt x="0" y="254104"/>
                    <a:pt x="0" y="163744"/>
                  </a:cubicBezTo>
                  <a:cubicBezTo>
                    <a:pt x="0" y="73384"/>
                    <a:pt x="73384" y="0"/>
                    <a:pt x="163744" y="0"/>
                  </a:cubicBezTo>
                  <a:lnTo>
                    <a:pt x="1234924" y="0"/>
                  </a:lnTo>
                  <a:cubicBezTo>
                    <a:pt x="1325285" y="0"/>
                    <a:pt x="1398668" y="73384"/>
                    <a:pt x="1398668" y="163744"/>
                  </a:cubicBezTo>
                  <a:cubicBezTo>
                    <a:pt x="1398668" y="253922"/>
                    <a:pt x="1325102" y="327488"/>
                    <a:pt x="1234924" y="327488"/>
                  </a:cubicBezTo>
                  <a:close/>
                  <a:moveTo>
                    <a:pt x="163561" y="12231"/>
                  </a:moveTo>
                  <a:cubicBezTo>
                    <a:pt x="80138" y="12231"/>
                    <a:pt x="12231" y="80138"/>
                    <a:pt x="12231" y="163561"/>
                  </a:cubicBezTo>
                  <a:cubicBezTo>
                    <a:pt x="12231" y="246985"/>
                    <a:pt x="80138" y="314892"/>
                    <a:pt x="163561" y="314892"/>
                  </a:cubicBezTo>
                  <a:lnTo>
                    <a:pt x="1234742" y="314892"/>
                  </a:lnTo>
                  <a:cubicBezTo>
                    <a:pt x="1318165" y="314892"/>
                    <a:pt x="1386072" y="246985"/>
                    <a:pt x="1386072" y="163561"/>
                  </a:cubicBezTo>
                  <a:cubicBezTo>
                    <a:pt x="1386072" y="80138"/>
                    <a:pt x="1318165" y="12231"/>
                    <a:pt x="1234742" y="12231"/>
                  </a:cubicBezTo>
                  <a:lnTo>
                    <a:pt x="163561" y="12231"/>
                  </a:lnTo>
                  <a:close/>
                </a:path>
              </a:pathLst>
            </a:custGeom>
            <a:solidFill>
              <a:srgbClr val="248EA9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51C788C-1640-4248-88D5-8B316A176A05}"/>
                </a:ext>
              </a:extLst>
            </p:cNvPr>
            <p:cNvSpPr/>
            <p:nvPr/>
          </p:nvSpPr>
          <p:spPr>
            <a:xfrm>
              <a:off x="4994431" y="4772057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8EA9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1A94C28-4172-4375-8A4C-259A8D0544C6}"/>
                </a:ext>
              </a:extLst>
            </p:cNvPr>
            <p:cNvSpPr/>
            <p:nvPr/>
          </p:nvSpPr>
          <p:spPr>
            <a:xfrm>
              <a:off x="4805483" y="5136207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2B728B-51D8-42E7-A311-411954DCF4C2}"/>
              </a:ext>
            </a:extLst>
          </p:cNvPr>
          <p:cNvGrpSpPr/>
          <p:nvPr/>
        </p:nvGrpSpPr>
        <p:grpSpPr>
          <a:xfrm>
            <a:off x="8238310" y="4744644"/>
            <a:ext cx="1473067" cy="899394"/>
            <a:chOff x="8238310" y="4744644"/>
            <a:chExt cx="1473067" cy="899394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568F510-05D1-4876-8FBA-73327CF77299}"/>
                </a:ext>
              </a:extLst>
            </p:cNvPr>
            <p:cNvSpPr/>
            <p:nvPr/>
          </p:nvSpPr>
          <p:spPr>
            <a:xfrm>
              <a:off x="8290752" y="4744644"/>
              <a:ext cx="1387350" cy="310328"/>
            </a:xfrm>
            <a:custGeom>
              <a:avLst/>
              <a:gdLst>
                <a:gd name="connsiteX0" fmla="*/ 1234924 w 1387350"/>
                <a:gd name="connsiteY0" fmla="*/ 327488 h 310328"/>
                <a:gd name="connsiteX1" fmla="*/ 163744 w 1387350"/>
                <a:gd name="connsiteY1" fmla="*/ 327488 h 310328"/>
                <a:gd name="connsiteX2" fmla="*/ 0 w 1387350"/>
                <a:gd name="connsiteY2" fmla="*/ 163744 h 310328"/>
                <a:gd name="connsiteX3" fmla="*/ 163744 w 1387350"/>
                <a:gd name="connsiteY3" fmla="*/ 0 h 310328"/>
                <a:gd name="connsiteX4" fmla="*/ 1234924 w 1387350"/>
                <a:gd name="connsiteY4" fmla="*/ 0 h 310328"/>
                <a:gd name="connsiteX5" fmla="*/ 1398668 w 1387350"/>
                <a:gd name="connsiteY5" fmla="*/ 163744 h 310328"/>
                <a:gd name="connsiteX6" fmla="*/ 1234924 w 1387350"/>
                <a:gd name="connsiteY6" fmla="*/ 327488 h 310328"/>
                <a:gd name="connsiteX7" fmla="*/ 163744 w 1387350"/>
                <a:gd name="connsiteY7" fmla="*/ 12231 h 310328"/>
                <a:gd name="connsiteX8" fmla="*/ 12413 w 1387350"/>
                <a:gd name="connsiteY8" fmla="*/ 163561 h 310328"/>
                <a:gd name="connsiteX9" fmla="*/ 163744 w 1387350"/>
                <a:gd name="connsiteY9" fmla="*/ 314892 h 310328"/>
                <a:gd name="connsiteX10" fmla="*/ 1234924 w 1387350"/>
                <a:gd name="connsiteY10" fmla="*/ 314892 h 310328"/>
                <a:gd name="connsiteX11" fmla="*/ 1386255 w 1387350"/>
                <a:gd name="connsiteY11" fmla="*/ 163561 h 310328"/>
                <a:gd name="connsiteX12" fmla="*/ 1234924 w 1387350"/>
                <a:gd name="connsiteY12" fmla="*/ 12231 h 310328"/>
                <a:gd name="connsiteX13" fmla="*/ 163744 w 1387350"/>
                <a:gd name="connsiteY13" fmla="*/ 12231 h 31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7350" h="310328">
                  <a:moveTo>
                    <a:pt x="1234924" y="327488"/>
                  </a:moveTo>
                  <a:lnTo>
                    <a:pt x="163744" y="327488"/>
                  </a:lnTo>
                  <a:cubicBezTo>
                    <a:pt x="73383" y="327488"/>
                    <a:pt x="0" y="254104"/>
                    <a:pt x="0" y="163744"/>
                  </a:cubicBezTo>
                  <a:cubicBezTo>
                    <a:pt x="0" y="73384"/>
                    <a:pt x="73383" y="0"/>
                    <a:pt x="163744" y="0"/>
                  </a:cubicBezTo>
                  <a:lnTo>
                    <a:pt x="1234924" y="0"/>
                  </a:lnTo>
                  <a:cubicBezTo>
                    <a:pt x="1325285" y="0"/>
                    <a:pt x="1398668" y="73384"/>
                    <a:pt x="1398668" y="163744"/>
                  </a:cubicBezTo>
                  <a:cubicBezTo>
                    <a:pt x="1398668" y="253922"/>
                    <a:pt x="1325285" y="327488"/>
                    <a:pt x="1234924" y="327488"/>
                  </a:cubicBezTo>
                  <a:close/>
                  <a:moveTo>
                    <a:pt x="163744" y="12231"/>
                  </a:moveTo>
                  <a:cubicBezTo>
                    <a:pt x="80320" y="12231"/>
                    <a:pt x="12413" y="80138"/>
                    <a:pt x="12413" y="163561"/>
                  </a:cubicBezTo>
                  <a:cubicBezTo>
                    <a:pt x="12413" y="246985"/>
                    <a:pt x="80320" y="314892"/>
                    <a:pt x="163744" y="314892"/>
                  </a:cubicBezTo>
                  <a:lnTo>
                    <a:pt x="1234924" y="314892"/>
                  </a:lnTo>
                  <a:cubicBezTo>
                    <a:pt x="1318348" y="314892"/>
                    <a:pt x="1386255" y="246985"/>
                    <a:pt x="1386255" y="163561"/>
                  </a:cubicBezTo>
                  <a:cubicBezTo>
                    <a:pt x="1386255" y="80138"/>
                    <a:pt x="1318348" y="12231"/>
                    <a:pt x="1234924" y="12231"/>
                  </a:cubicBezTo>
                  <a:lnTo>
                    <a:pt x="163744" y="12231"/>
                  </a:lnTo>
                  <a:close/>
                </a:path>
              </a:pathLst>
            </a:custGeom>
            <a:solidFill>
              <a:srgbClr val="056793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DB78AAD-52FC-45A6-B398-EC98A05E650C}"/>
                </a:ext>
              </a:extLst>
            </p:cNvPr>
            <p:cNvSpPr/>
            <p:nvPr/>
          </p:nvSpPr>
          <p:spPr>
            <a:xfrm>
              <a:off x="8427258" y="4772057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56793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03B6D1D-0168-4C0D-ADB9-B9B12D893C43}"/>
                </a:ext>
              </a:extLst>
            </p:cNvPr>
            <p:cNvSpPr/>
            <p:nvPr/>
          </p:nvSpPr>
          <p:spPr>
            <a:xfrm>
              <a:off x="8238310" y="5136207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8BD5CAF-631F-430F-B81D-72E4EF780DDB}"/>
              </a:ext>
            </a:extLst>
          </p:cNvPr>
          <p:cNvSpPr/>
          <p:nvPr/>
        </p:nvSpPr>
        <p:spPr>
          <a:xfrm>
            <a:off x="2759246" y="2308928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BB03B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84333B7-AE39-4E89-AD33-77DA7F16FED2}"/>
              </a:ext>
            </a:extLst>
          </p:cNvPr>
          <p:cNvSpPr/>
          <p:nvPr/>
        </p:nvSpPr>
        <p:spPr>
          <a:xfrm>
            <a:off x="6095998" y="2308928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15A24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996DC26-65B3-4712-8277-25A7F1E3EFF0}"/>
              </a:ext>
            </a:extLst>
          </p:cNvPr>
          <p:cNvSpPr/>
          <p:nvPr/>
        </p:nvSpPr>
        <p:spPr>
          <a:xfrm>
            <a:off x="9415731" y="2308928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484C7F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852D51B-8D3C-4E95-B3D7-65A0FE812A8C}"/>
              </a:ext>
            </a:extLst>
          </p:cNvPr>
          <p:cNvSpPr/>
          <p:nvPr/>
        </p:nvSpPr>
        <p:spPr>
          <a:xfrm>
            <a:off x="2046507" y="414648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39BDC8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D246E4D-60ED-43E2-82BE-5D353DC8D705}"/>
              </a:ext>
            </a:extLst>
          </p:cNvPr>
          <p:cNvSpPr/>
          <p:nvPr/>
        </p:nvSpPr>
        <p:spPr>
          <a:xfrm>
            <a:off x="5384544" y="414648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48EA9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53DA80F-1BEF-4962-9BB9-0A875739D6BA}"/>
              </a:ext>
            </a:extLst>
          </p:cNvPr>
          <p:cNvSpPr/>
          <p:nvPr/>
        </p:nvSpPr>
        <p:spPr>
          <a:xfrm>
            <a:off x="8784195" y="4146483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56793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3BC9C3-69C3-4BBD-B829-5F9EB6BE13F9}"/>
              </a:ext>
            </a:extLst>
          </p:cNvPr>
          <p:cNvGrpSpPr/>
          <p:nvPr/>
        </p:nvGrpSpPr>
        <p:grpSpPr>
          <a:xfrm>
            <a:off x="2898158" y="4121797"/>
            <a:ext cx="1131786" cy="967494"/>
            <a:chOff x="2898158" y="4121797"/>
            <a:chExt cx="1131786" cy="967494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CAEF138-8272-44C1-8613-A65512454090}"/>
                </a:ext>
              </a:extLst>
            </p:cNvPr>
            <p:cNvSpPr/>
            <p:nvPr/>
          </p:nvSpPr>
          <p:spPr>
            <a:xfrm>
              <a:off x="2898158" y="4121797"/>
              <a:ext cx="1131786" cy="967494"/>
            </a:xfrm>
            <a:custGeom>
              <a:avLst/>
              <a:gdLst>
                <a:gd name="connsiteX0" fmla="*/ 646396 w 1131785"/>
                <a:gd name="connsiteY0" fmla="*/ 983923 h 967494"/>
                <a:gd name="connsiteX1" fmla="*/ 1138357 w 1131785"/>
                <a:gd name="connsiteY1" fmla="*/ 491962 h 967494"/>
                <a:gd name="connsiteX2" fmla="*/ 646396 w 1131785"/>
                <a:gd name="connsiteY2" fmla="*/ 0 h 967494"/>
                <a:gd name="connsiteX3" fmla="*/ 163561 w 1131785"/>
                <a:gd name="connsiteY3" fmla="*/ 397585 h 967494"/>
                <a:gd name="connsiteX4" fmla="*/ 0 w 1131785"/>
                <a:gd name="connsiteY4" fmla="*/ 491962 h 967494"/>
                <a:gd name="connsiteX5" fmla="*/ 163561 w 1131785"/>
                <a:gd name="connsiteY5" fmla="*/ 586338 h 967494"/>
                <a:gd name="connsiteX6" fmla="*/ 646396 w 1131785"/>
                <a:gd name="connsiteY6" fmla="*/ 983923 h 96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785" h="967494">
                  <a:moveTo>
                    <a:pt x="646396" y="983923"/>
                  </a:moveTo>
                  <a:cubicBezTo>
                    <a:pt x="918207" y="983923"/>
                    <a:pt x="1138357" y="763590"/>
                    <a:pt x="1138357" y="491962"/>
                  </a:cubicBezTo>
                  <a:cubicBezTo>
                    <a:pt x="1138357" y="220151"/>
                    <a:pt x="918024" y="0"/>
                    <a:pt x="646396" y="0"/>
                  </a:cubicBezTo>
                  <a:cubicBezTo>
                    <a:pt x="406895" y="0"/>
                    <a:pt x="207555" y="171046"/>
                    <a:pt x="163561" y="397585"/>
                  </a:cubicBezTo>
                  <a:lnTo>
                    <a:pt x="0" y="491962"/>
                  </a:lnTo>
                  <a:lnTo>
                    <a:pt x="163561" y="586338"/>
                  </a:lnTo>
                  <a:cubicBezTo>
                    <a:pt x="207555" y="812878"/>
                    <a:pt x="406895" y="983923"/>
                    <a:pt x="646396" y="983923"/>
                  </a:cubicBezTo>
                  <a:close/>
                </a:path>
              </a:pathLst>
            </a:custGeom>
            <a:solidFill>
              <a:srgbClr val="39BDC8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A31A5C5-CFEE-426D-809E-9279973BE207}"/>
                </a:ext>
              </a:extLst>
            </p:cNvPr>
            <p:cNvSpPr/>
            <p:nvPr/>
          </p:nvSpPr>
          <p:spPr>
            <a:xfrm>
              <a:off x="3161207" y="4230412"/>
              <a:ext cx="766693" cy="748439"/>
            </a:xfrm>
            <a:custGeom>
              <a:avLst/>
              <a:gdLst>
                <a:gd name="connsiteX0" fmla="*/ 766694 w 766693"/>
                <a:gd name="connsiteY0" fmla="*/ 383347 h 748438"/>
                <a:gd name="connsiteX1" fmla="*/ 383347 w 766693"/>
                <a:gd name="connsiteY1" fmla="*/ 766694 h 748438"/>
                <a:gd name="connsiteX2" fmla="*/ 0 w 766693"/>
                <a:gd name="connsiteY2" fmla="*/ 383347 h 748438"/>
                <a:gd name="connsiteX3" fmla="*/ 383347 w 766693"/>
                <a:gd name="connsiteY3" fmla="*/ 0 h 748438"/>
                <a:gd name="connsiteX4" fmla="*/ 766694 w 766693"/>
                <a:gd name="connsiteY4" fmla="*/ 383347 h 74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693" h="748438">
                  <a:moveTo>
                    <a:pt x="766694" y="383347"/>
                  </a:moveTo>
                  <a:cubicBezTo>
                    <a:pt x="766694" y="595063"/>
                    <a:pt x="595063" y="766694"/>
                    <a:pt x="383347" y="766694"/>
                  </a:cubicBezTo>
                  <a:cubicBezTo>
                    <a:pt x="171630" y="766694"/>
                    <a:pt x="0" y="595063"/>
                    <a:pt x="0" y="383347"/>
                  </a:cubicBezTo>
                  <a:cubicBezTo>
                    <a:pt x="0" y="171630"/>
                    <a:pt x="171630" y="0"/>
                    <a:pt x="383347" y="0"/>
                  </a:cubicBezTo>
                  <a:cubicBezTo>
                    <a:pt x="595063" y="0"/>
                    <a:pt x="766694" y="171630"/>
                    <a:pt x="766694" y="383347"/>
                  </a:cubicBezTo>
                  <a:close/>
                </a:path>
              </a:pathLst>
            </a:custGeom>
            <a:solidFill>
              <a:srgbClr val="FFFFFF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1" name="Graphic 130" descr="Circles with arrows">
              <a:extLst>
                <a:ext uri="{FF2B5EF4-FFF2-40B4-BE49-F238E27FC236}">
                  <a16:creationId xmlns:a16="http://schemas.microsoft.com/office/drawing/2014/main" id="{03A8B674-42D4-4E51-9A5A-F95956046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72001" y="4316068"/>
              <a:ext cx="516156" cy="51615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896D2A-1E1F-4E2D-83BC-8305BC88445E}"/>
              </a:ext>
            </a:extLst>
          </p:cNvPr>
          <p:cNvGrpSpPr/>
          <p:nvPr/>
        </p:nvGrpSpPr>
        <p:grpSpPr>
          <a:xfrm>
            <a:off x="1626725" y="2299805"/>
            <a:ext cx="1131786" cy="967494"/>
            <a:chOff x="1626725" y="2299805"/>
            <a:chExt cx="1131786" cy="967494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AC07096-C8DB-4A5D-871B-A39D57D4AC9A}"/>
                </a:ext>
              </a:extLst>
            </p:cNvPr>
            <p:cNvSpPr/>
            <p:nvPr/>
          </p:nvSpPr>
          <p:spPr>
            <a:xfrm>
              <a:off x="1626725" y="2299805"/>
              <a:ext cx="1131786" cy="967494"/>
            </a:xfrm>
            <a:custGeom>
              <a:avLst/>
              <a:gdLst>
                <a:gd name="connsiteX0" fmla="*/ 491962 w 1131785"/>
                <a:gd name="connsiteY0" fmla="*/ 0 h 967494"/>
                <a:gd name="connsiteX1" fmla="*/ 0 w 1131785"/>
                <a:gd name="connsiteY1" fmla="*/ 491962 h 967494"/>
                <a:gd name="connsiteX2" fmla="*/ 491962 w 1131785"/>
                <a:gd name="connsiteY2" fmla="*/ 983923 h 967494"/>
                <a:gd name="connsiteX3" fmla="*/ 974796 w 1131785"/>
                <a:gd name="connsiteY3" fmla="*/ 586338 h 967494"/>
                <a:gd name="connsiteX4" fmla="*/ 1138357 w 1131785"/>
                <a:gd name="connsiteY4" fmla="*/ 491962 h 967494"/>
                <a:gd name="connsiteX5" fmla="*/ 974796 w 1131785"/>
                <a:gd name="connsiteY5" fmla="*/ 397585 h 967494"/>
                <a:gd name="connsiteX6" fmla="*/ 491962 w 1131785"/>
                <a:gd name="connsiteY6" fmla="*/ 0 h 96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785" h="967494">
                  <a:moveTo>
                    <a:pt x="491962" y="0"/>
                  </a:moveTo>
                  <a:cubicBezTo>
                    <a:pt x="220333" y="0"/>
                    <a:pt x="0" y="220333"/>
                    <a:pt x="0" y="491962"/>
                  </a:cubicBezTo>
                  <a:cubicBezTo>
                    <a:pt x="0" y="763773"/>
                    <a:pt x="220333" y="983923"/>
                    <a:pt x="491962" y="983923"/>
                  </a:cubicBezTo>
                  <a:cubicBezTo>
                    <a:pt x="731462" y="983923"/>
                    <a:pt x="930802" y="812878"/>
                    <a:pt x="974796" y="586338"/>
                  </a:cubicBezTo>
                  <a:lnTo>
                    <a:pt x="1138357" y="491962"/>
                  </a:lnTo>
                  <a:lnTo>
                    <a:pt x="974796" y="397585"/>
                  </a:lnTo>
                  <a:cubicBezTo>
                    <a:pt x="930802" y="171046"/>
                    <a:pt x="731462" y="0"/>
                    <a:pt x="491962" y="0"/>
                  </a:cubicBezTo>
                  <a:close/>
                </a:path>
              </a:pathLst>
            </a:custGeom>
            <a:solidFill>
              <a:srgbClr val="FBB03B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C2B642-14CD-4E73-B72E-D8F7A745C863}"/>
                </a:ext>
              </a:extLst>
            </p:cNvPr>
            <p:cNvSpPr/>
            <p:nvPr/>
          </p:nvSpPr>
          <p:spPr>
            <a:xfrm>
              <a:off x="1735340" y="2408420"/>
              <a:ext cx="766693" cy="766693"/>
            </a:xfrm>
            <a:custGeom>
              <a:avLst/>
              <a:gdLst>
                <a:gd name="connsiteX0" fmla="*/ 766693 w 766693"/>
                <a:gd name="connsiteY0" fmla="*/ 383347 h 766693"/>
                <a:gd name="connsiteX1" fmla="*/ 383347 w 766693"/>
                <a:gd name="connsiteY1" fmla="*/ 766693 h 766693"/>
                <a:gd name="connsiteX2" fmla="*/ 0 w 766693"/>
                <a:gd name="connsiteY2" fmla="*/ 383347 h 766693"/>
                <a:gd name="connsiteX3" fmla="*/ 383347 w 766693"/>
                <a:gd name="connsiteY3" fmla="*/ 0 h 766693"/>
                <a:gd name="connsiteX4" fmla="*/ 766693 w 766693"/>
                <a:gd name="connsiteY4" fmla="*/ 383347 h 7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693" h="766693">
                  <a:moveTo>
                    <a:pt x="766693" y="383347"/>
                  </a:moveTo>
                  <a:cubicBezTo>
                    <a:pt x="766693" y="595063"/>
                    <a:pt x="595063" y="766693"/>
                    <a:pt x="383347" y="766693"/>
                  </a:cubicBezTo>
                  <a:cubicBezTo>
                    <a:pt x="171630" y="766693"/>
                    <a:pt x="0" y="595063"/>
                    <a:pt x="0" y="383347"/>
                  </a:cubicBezTo>
                  <a:cubicBezTo>
                    <a:pt x="0" y="171630"/>
                    <a:pt x="171630" y="0"/>
                    <a:pt x="383347" y="0"/>
                  </a:cubicBezTo>
                  <a:cubicBezTo>
                    <a:pt x="595063" y="0"/>
                    <a:pt x="766693" y="171630"/>
                    <a:pt x="766693" y="383347"/>
                  </a:cubicBezTo>
                  <a:close/>
                </a:path>
              </a:pathLst>
            </a:custGeom>
            <a:solidFill>
              <a:srgbClr val="FFFFFF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2" name="Graphic 131" descr="Lock">
              <a:extLst>
                <a:ext uri="{FF2B5EF4-FFF2-40B4-BE49-F238E27FC236}">
                  <a16:creationId xmlns:a16="http://schemas.microsoft.com/office/drawing/2014/main" id="{E6B084D7-4317-4EE8-B370-522C6CAAF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75842" y="2548935"/>
              <a:ext cx="469233" cy="469233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409EB79-0574-466F-8BDE-6543E236215C}"/>
              </a:ext>
            </a:extLst>
          </p:cNvPr>
          <p:cNvGrpSpPr/>
          <p:nvPr/>
        </p:nvGrpSpPr>
        <p:grpSpPr>
          <a:xfrm>
            <a:off x="4964580" y="2299805"/>
            <a:ext cx="1131786" cy="967494"/>
            <a:chOff x="4964580" y="2299805"/>
            <a:chExt cx="1131786" cy="967494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51AF07E-24AE-4D07-A11D-4B4CB0629E0F}"/>
                </a:ext>
              </a:extLst>
            </p:cNvPr>
            <p:cNvSpPr/>
            <p:nvPr/>
          </p:nvSpPr>
          <p:spPr>
            <a:xfrm>
              <a:off x="4964580" y="2299805"/>
              <a:ext cx="1131786" cy="967494"/>
            </a:xfrm>
            <a:custGeom>
              <a:avLst/>
              <a:gdLst>
                <a:gd name="connsiteX0" fmla="*/ 491962 w 1131785"/>
                <a:gd name="connsiteY0" fmla="*/ 0 h 967494"/>
                <a:gd name="connsiteX1" fmla="*/ 0 w 1131785"/>
                <a:gd name="connsiteY1" fmla="*/ 491962 h 967494"/>
                <a:gd name="connsiteX2" fmla="*/ 491962 w 1131785"/>
                <a:gd name="connsiteY2" fmla="*/ 983923 h 967494"/>
                <a:gd name="connsiteX3" fmla="*/ 974796 w 1131785"/>
                <a:gd name="connsiteY3" fmla="*/ 586338 h 967494"/>
                <a:gd name="connsiteX4" fmla="*/ 1138357 w 1131785"/>
                <a:gd name="connsiteY4" fmla="*/ 491962 h 967494"/>
                <a:gd name="connsiteX5" fmla="*/ 974796 w 1131785"/>
                <a:gd name="connsiteY5" fmla="*/ 397585 h 967494"/>
                <a:gd name="connsiteX6" fmla="*/ 491962 w 1131785"/>
                <a:gd name="connsiteY6" fmla="*/ 0 h 96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785" h="967494">
                  <a:moveTo>
                    <a:pt x="491962" y="0"/>
                  </a:moveTo>
                  <a:cubicBezTo>
                    <a:pt x="220151" y="0"/>
                    <a:pt x="0" y="220333"/>
                    <a:pt x="0" y="491962"/>
                  </a:cubicBezTo>
                  <a:cubicBezTo>
                    <a:pt x="0" y="763773"/>
                    <a:pt x="220333" y="983923"/>
                    <a:pt x="491962" y="983923"/>
                  </a:cubicBezTo>
                  <a:cubicBezTo>
                    <a:pt x="731462" y="983923"/>
                    <a:pt x="930802" y="812878"/>
                    <a:pt x="974796" y="586338"/>
                  </a:cubicBezTo>
                  <a:lnTo>
                    <a:pt x="1138357" y="491962"/>
                  </a:lnTo>
                  <a:lnTo>
                    <a:pt x="974796" y="397585"/>
                  </a:lnTo>
                  <a:cubicBezTo>
                    <a:pt x="930802" y="171046"/>
                    <a:pt x="731462" y="0"/>
                    <a:pt x="491962" y="0"/>
                  </a:cubicBezTo>
                  <a:close/>
                </a:path>
              </a:pathLst>
            </a:custGeom>
            <a:solidFill>
              <a:srgbClr val="F15A24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E41DC97-DD46-4F2B-8174-11F77F552F8C}"/>
                </a:ext>
              </a:extLst>
            </p:cNvPr>
            <p:cNvSpPr/>
            <p:nvPr/>
          </p:nvSpPr>
          <p:spPr>
            <a:xfrm>
              <a:off x="5013237" y="2348787"/>
              <a:ext cx="876221" cy="876221"/>
            </a:xfrm>
            <a:custGeom>
              <a:avLst/>
              <a:gdLst>
                <a:gd name="connsiteX0" fmla="*/ 508586 w 876221"/>
                <a:gd name="connsiteY0" fmla="*/ 65437 h 876220"/>
                <a:gd name="connsiteX1" fmla="*/ 820860 w 876221"/>
                <a:gd name="connsiteY1" fmla="*/ 508586 h 876220"/>
                <a:gd name="connsiteX2" fmla="*/ 377712 w 876221"/>
                <a:gd name="connsiteY2" fmla="*/ 820860 h 876220"/>
                <a:gd name="connsiteX3" fmla="*/ 65437 w 876221"/>
                <a:gd name="connsiteY3" fmla="*/ 377712 h 876220"/>
                <a:gd name="connsiteX4" fmla="*/ 508586 w 876221"/>
                <a:gd name="connsiteY4" fmla="*/ 65437 h 87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21" h="876220">
                  <a:moveTo>
                    <a:pt x="508586" y="65437"/>
                  </a:moveTo>
                  <a:cubicBezTo>
                    <a:pt x="717190" y="101577"/>
                    <a:pt x="857000" y="299982"/>
                    <a:pt x="820860" y="508586"/>
                  </a:cubicBezTo>
                  <a:cubicBezTo>
                    <a:pt x="784720" y="717190"/>
                    <a:pt x="586316" y="857000"/>
                    <a:pt x="377712" y="820860"/>
                  </a:cubicBezTo>
                  <a:cubicBezTo>
                    <a:pt x="169107" y="784720"/>
                    <a:pt x="29297" y="586316"/>
                    <a:pt x="65437" y="377712"/>
                  </a:cubicBezTo>
                  <a:cubicBezTo>
                    <a:pt x="101577" y="169107"/>
                    <a:pt x="299982" y="29297"/>
                    <a:pt x="508586" y="65437"/>
                  </a:cubicBezTo>
                  <a:close/>
                </a:path>
              </a:pathLst>
            </a:custGeom>
            <a:solidFill>
              <a:srgbClr val="FFFFFF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3" name="Graphic 132" descr="Cloud Computing">
              <a:extLst>
                <a:ext uri="{FF2B5EF4-FFF2-40B4-BE49-F238E27FC236}">
                  <a16:creationId xmlns:a16="http://schemas.microsoft.com/office/drawing/2014/main" id="{05C390EC-E7D3-44FC-8E24-DC69FF39C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49752" y="2570263"/>
              <a:ext cx="426575" cy="426575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96C8000-E8B2-403B-9F28-FAF8FB9B95F6}"/>
              </a:ext>
            </a:extLst>
          </p:cNvPr>
          <p:cNvGrpSpPr/>
          <p:nvPr/>
        </p:nvGrpSpPr>
        <p:grpSpPr>
          <a:xfrm>
            <a:off x="8302434" y="2299805"/>
            <a:ext cx="1131786" cy="967494"/>
            <a:chOff x="8302434" y="2299805"/>
            <a:chExt cx="1131786" cy="967494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5F66292-3FCB-4937-AC7D-97D03F294371}"/>
                </a:ext>
              </a:extLst>
            </p:cNvPr>
            <p:cNvSpPr/>
            <p:nvPr/>
          </p:nvSpPr>
          <p:spPr>
            <a:xfrm>
              <a:off x="8302434" y="2299805"/>
              <a:ext cx="1131786" cy="967494"/>
            </a:xfrm>
            <a:custGeom>
              <a:avLst/>
              <a:gdLst>
                <a:gd name="connsiteX0" fmla="*/ 491962 w 1131785"/>
                <a:gd name="connsiteY0" fmla="*/ 0 h 967494"/>
                <a:gd name="connsiteX1" fmla="*/ 0 w 1131785"/>
                <a:gd name="connsiteY1" fmla="*/ 491962 h 967494"/>
                <a:gd name="connsiteX2" fmla="*/ 491962 w 1131785"/>
                <a:gd name="connsiteY2" fmla="*/ 983923 h 967494"/>
                <a:gd name="connsiteX3" fmla="*/ 974796 w 1131785"/>
                <a:gd name="connsiteY3" fmla="*/ 586338 h 967494"/>
                <a:gd name="connsiteX4" fmla="*/ 1138358 w 1131785"/>
                <a:gd name="connsiteY4" fmla="*/ 491962 h 967494"/>
                <a:gd name="connsiteX5" fmla="*/ 974796 w 1131785"/>
                <a:gd name="connsiteY5" fmla="*/ 397585 h 967494"/>
                <a:gd name="connsiteX6" fmla="*/ 491962 w 1131785"/>
                <a:gd name="connsiteY6" fmla="*/ 0 h 96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785" h="967494">
                  <a:moveTo>
                    <a:pt x="491962" y="0"/>
                  </a:moveTo>
                  <a:cubicBezTo>
                    <a:pt x="220151" y="0"/>
                    <a:pt x="0" y="220333"/>
                    <a:pt x="0" y="491962"/>
                  </a:cubicBezTo>
                  <a:cubicBezTo>
                    <a:pt x="0" y="763773"/>
                    <a:pt x="220333" y="983923"/>
                    <a:pt x="491962" y="983923"/>
                  </a:cubicBezTo>
                  <a:cubicBezTo>
                    <a:pt x="731462" y="983923"/>
                    <a:pt x="930803" y="812878"/>
                    <a:pt x="974796" y="586338"/>
                  </a:cubicBezTo>
                  <a:lnTo>
                    <a:pt x="1138358" y="491962"/>
                  </a:lnTo>
                  <a:lnTo>
                    <a:pt x="974796" y="397585"/>
                  </a:lnTo>
                  <a:cubicBezTo>
                    <a:pt x="930803" y="171046"/>
                    <a:pt x="731462" y="0"/>
                    <a:pt x="491962" y="0"/>
                  </a:cubicBezTo>
                  <a:close/>
                </a:path>
              </a:pathLst>
            </a:custGeom>
            <a:solidFill>
              <a:srgbClr val="484C7F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91FD962-B267-4405-A4C2-27C3814CAAE5}"/>
                </a:ext>
              </a:extLst>
            </p:cNvPr>
            <p:cNvSpPr/>
            <p:nvPr/>
          </p:nvSpPr>
          <p:spPr>
            <a:xfrm>
              <a:off x="8411049" y="2408420"/>
              <a:ext cx="766693" cy="766693"/>
            </a:xfrm>
            <a:custGeom>
              <a:avLst/>
              <a:gdLst>
                <a:gd name="connsiteX0" fmla="*/ 766693 w 766693"/>
                <a:gd name="connsiteY0" fmla="*/ 383347 h 766693"/>
                <a:gd name="connsiteX1" fmla="*/ 383347 w 766693"/>
                <a:gd name="connsiteY1" fmla="*/ 766693 h 766693"/>
                <a:gd name="connsiteX2" fmla="*/ 0 w 766693"/>
                <a:gd name="connsiteY2" fmla="*/ 383347 h 766693"/>
                <a:gd name="connsiteX3" fmla="*/ 383347 w 766693"/>
                <a:gd name="connsiteY3" fmla="*/ 0 h 766693"/>
                <a:gd name="connsiteX4" fmla="*/ 766693 w 766693"/>
                <a:gd name="connsiteY4" fmla="*/ 383347 h 7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693" h="766693">
                  <a:moveTo>
                    <a:pt x="766693" y="383347"/>
                  </a:moveTo>
                  <a:cubicBezTo>
                    <a:pt x="766693" y="595063"/>
                    <a:pt x="595063" y="766693"/>
                    <a:pt x="383347" y="766693"/>
                  </a:cubicBezTo>
                  <a:cubicBezTo>
                    <a:pt x="171630" y="766693"/>
                    <a:pt x="0" y="595063"/>
                    <a:pt x="0" y="383347"/>
                  </a:cubicBezTo>
                  <a:cubicBezTo>
                    <a:pt x="0" y="171630"/>
                    <a:pt x="171630" y="0"/>
                    <a:pt x="383347" y="0"/>
                  </a:cubicBezTo>
                  <a:cubicBezTo>
                    <a:pt x="595063" y="0"/>
                    <a:pt x="766693" y="171630"/>
                    <a:pt x="766693" y="383347"/>
                  </a:cubicBezTo>
                  <a:close/>
                </a:path>
              </a:pathLst>
            </a:custGeom>
            <a:solidFill>
              <a:srgbClr val="FFFFFF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4" name="Graphic 133" descr="Internet">
              <a:extLst>
                <a:ext uri="{FF2B5EF4-FFF2-40B4-BE49-F238E27FC236}">
                  <a16:creationId xmlns:a16="http://schemas.microsoft.com/office/drawing/2014/main" id="{66431266-C0C0-4A9A-A8F9-B794A6ED2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95784" y="2570262"/>
              <a:ext cx="426575" cy="42657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F1A326-A974-44F1-AAA0-100612FB2143}"/>
              </a:ext>
            </a:extLst>
          </p:cNvPr>
          <p:cNvGrpSpPr/>
          <p:nvPr/>
        </p:nvGrpSpPr>
        <p:grpSpPr>
          <a:xfrm>
            <a:off x="6260839" y="4121797"/>
            <a:ext cx="1131786" cy="967494"/>
            <a:chOff x="6260839" y="4121797"/>
            <a:chExt cx="1131786" cy="9674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E7B78CB-C388-4030-90A2-E7A03B015FA1}"/>
                </a:ext>
              </a:extLst>
            </p:cNvPr>
            <p:cNvSpPr/>
            <p:nvPr/>
          </p:nvSpPr>
          <p:spPr>
            <a:xfrm>
              <a:off x="6260839" y="4121797"/>
              <a:ext cx="1131786" cy="967494"/>
            </a:xfrm>
            <a:custGeom>
              <a:avLst/>
              <a:gdLst>
                <a:gd name="connsiteX0" fmla="*/ 646396 w 1131785"/>
                <a:gd name="connsiteY0" fmla="*/ 983923 h 967494"/>
                <a:gd name="connsiteX1" fmla="*/ 1138358 w 1131785"/>
                <a:gd name="connsiteY1" fmla="*/ 491962 h 967494"/>
                <a:gd name="connsiteX2" fmla="*/ 646396 w 1131785"/>
                <a:gd name="connsiteY2" fmla="*/ 0 h 967494"/>
                <a:gd name="connsiteX3" fmla="*/ 163562 w 1131785"/>
                <a:gd name="connsiteY3" fmla="*/ 397585 h 967494"/>
                <a:gd name="connsiteX4" fmla="*/ 0 w 1131785"/>
                <a:gd name="connsiteY4" fmla="*/ 491962 h 967494"/>
                <a:gd name="connsiteX5" fmla="*/ 163562 w 1131785"/>
                <a:gd name="connsiteY5" fmla="*/ 586338 h 967494"/>
                <a:gd name="connsiteX6" fmla="*/ 646396 w 1131785"/>
                <a:gd name="connsiteY6" fmla="*/ 983923 h 96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785" h="967494">
                  <a:moveTo>
                    <a:pt x="646396" y="983923"/>
                  </a:moveTo>
                  <a:cubicBezTo>
                    <a:pt x="918207" y="983923"/>
                    <a:pt x="1138358" y="763590"/>
                    <a:pt x="1138358" y="491962"/>
                  </a:cubicBezTo>
                  <a:cubicBezTo>
                    <a:pt x="1138358" y="220151"/>
                    <a:pt x="918024" y="0"/>
                    <a:pt x="646396" y="0"/>
                  </a:cubicBezTo>
                  <a:cubicBezTo>
                    <a:pt x="406895" y="0"/>
                    <a:pt x="207555" y="171046"/>
                    <a:pt x="163562" y="397585"/>
                  </a:cubicBezTo>
                  <a:lnTo>
                    <a:pt x="0" y="491962"/>
                  </a:lnTo>
                  <a:lnTo>
                    <a:pt x="163562" y="586338"/>
                  </a:lnTo>
                  <a:cubicBezTo>
                    <a:pt x="207555" y="812878"/>
                    <a:pt x="406895" y="983923"/>
                    <a:pt x="646396" y="983923"/>
                  </a:cubicBezTo>
                  <a:close/>
                </a:path>
              </a:pathLst>
            </a:custGeom>
            <a:solidFill>
              <a:srgbClr val="248EA9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1C7B468-D605-4C28-AFC6-8EFDD25F3A62}"/>
                </a:ext>
              </a:extLst>
            </p:cNvPr>
            <p:cNvSpPr/>
            <p:nvPr/>
          </p:nvSpPr>
          <p:spPr>
            <a:xfrm>
              <a:off x="6523888" y="4230412"/>
              <a:ext cx="766693" cy="748439"/>
            </a:xfrm>
            <a:custGeom>
              <a:avLst/>
              <a:gdLst>
                <a:gd name="connsiteX0" fmla="*/ 766693 w 766693"/>
                <a:gd name="connsiteY0" fmla="*/ 383347 h 748438"/>
                <a:gd name="connsiteX1" fmla="*/ 383347 w 766693"/>
                <a:gd name="connsiteY1" fmla="*/ 766694 h 748438"/>
                <a:gd name="connsiteX2" fmla="*/ 0 w 766693"/>
                <a:gd name="connsiteY2" fmla="*/ 383347 h 748438"/>
                <a:gd name="connsiteX3" fmla="*/ 383347 w 766693"/>
                <a:gd name="connsiteY3" fmla="*/ 0 h 748438"/>
                <a:gd name="connsiteX4" fmla="*/ 766693 w 766693"/>
                <a:gd name="connsiteY4" fmla="*/ 383347 h 74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693" h="748438">
                  <a:moveTo>
                    <a:pt x="766693" y="383347"/>
                  </a:moveTo>
                  <a:cubicBezTo>
                    <a:pt x="766693" y="595063"/>
                    <a:pt x="595063" y="766694"/>
                    <a:pt x="383347" y="766694"/>
                  </a:cubicBezTo>
                  <a:cubicBezTo>
                    <a:pt x="171630" y="766694"/>
                    <a:pt x="0" y="595063"/>
                    <a:pt x="0" y="383347"/>
                  </a:cubicBezTo>
                  <a:cubicBezTo>
                    <a:pt x="0" y="171630"/>
                    <a:pt x="171630" y="0"/>
                    <a:pt x="383347" y="0"/>
                  </a:cubicBezTo>
                  <a:cubicBezTo>
                    <a:pt x="595063" y="0"/>
                    <a:pt x="766693" y="171630"/>
                    <a:pt x="766693" y="383347"/>
                  </a:cubicBezTo>
                  <a:close/>
                </a:path>
              </a:pathLst>
            </a:custGeom>
            <a:solidFill>
              <a:srgbClr val="FFFFFF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5" name="Graphic 134" descr="Tools">
              <a:extLst>
                <a:ext uri="{FF2B5EF4-FFF2-40B4-BE49-F238E27FC236}">
                  <a16:creationId xmlns:a16="http://schemas.microsoft.com/office/drawing/2014/main" id="{CD1A3306-433D-4BBB-AFF9-5E96935F3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720501" y="4444385"/>
              <a:ext cx="320492" cy="320492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57AA6D-BBF5-4139-81D2-BFF84241C73F}"/>
              </a:ext>
            </a:extLst>
          </p:cNvPr>
          <p:cNvGrpSpPr/>
          <p:nvPr/>
        </p:nvGrpSpPr>
        <p:grpSpPr>
          <a:xfrm>
            <a:off x="9658935" y="4121797"/>
            <a:ext cx="1131786" cy="967494"/>
            <a:chOff x="9658935" y="4121797"/>
            <a:chExt cx="1131786" cy="967494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ED27422-B7F4-4AE3-B591-73C2CEED2E30}"/>
                </a:ext>
              </a:extLst>
            </p:cNvPr>
            <p:cNvSpPr/>
            <p:nvPr/>
          </p:nvSpPr>
          <p:spPr>
            <a:xfrm>
              <a:off x="9658935" y="4121797"/>
              <a:ext cx="1131786" cy="967494"/>
            </a:xfrm>
            <a:custGeom>
              <a:avLst/>
              <a:gdLst>
                <a:gd name="connsiteX0" fmla="*/ 646396 w 1131785"/>
                <a:gd name="connsiteY0" fmla="*/ 983923 h 967494"/>
                <a:gd name="connsiteX1" fmla="*/ 1138358 w 1131785"/>
                <a:gd name="connsiteY1" fmla="*/ 491962 h 967494"/>
                <a:gd name="connsiteX2" fmla="*/ 646396 w 1131785"/>
                <a:gd name="connsiteY2" fmla="*/ 0 h 967494"/>
                <a:gd name="connsiteX3" fmla="*/ 163561 w 1131785"/>
                <a:gd name="connsiteY3" fmla="*/ 397585 h 967494"/>
                <a:gd name="connsiteX4" fmla="*/ 0 w 1131785"/>
                <a:gd name="connsiteY4" fmla="*/ 491962 h 967494"/>
                <a:gd name="connsiteX5" fmla="*/ 163561 w 1131785"/>
                <a:gd name="connsiteY5" fmla="*/ 586338 h 967494"/>
                <a:gd name="connsiteX6" fmla="*/ 646396 w 1131785"/>
                <a:gd name="connsiteY6" fmla="*/ 983923 h 96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785" h="967494">
                  <a:moveTo>
                    <a:pt x="646396" y="983923"/>
                  </a:moveTo>
                  <a:cubicBezTo>
                    <a:pt x="918206" y="983923"/>
                    <a:pt x="1138358" y="763590"/>
                    <a:pt x="1138358" y="491962"/>
                  </a:cubicBezTo>
                  <a:cubicBezTo>
                    <a:pt x="1138358" y="220151"/>
                    <a:pt x="918024" y="0"/>
                    <a:pt x="646396" y="0"/>
                  </a:cubicBezTo>
                  <a:cubicBezTo>
                    <a:pt x="406895" y="0"/>
                    <a:pt x="207555" y="171046"/>
                    <a:pt x="163561" y="397585"/>
                  </a:cubicBezTo>
                  <a:lnTo>
                    <a:pt x="0" y="491962"/>
                  </a:lnTo>
                  <a:lnTo>
                    <a:pt x="163561" y="586338"/>
                  </a:lnTo>
                  <a:cubicBezTo>
                    <a:pt x="207555" y="812878"/>
                    <a:pt x="406895" y="983923"/>
                    <a:pt x="646396" y="983923"/>
                  </a:cubicBezTo>
                  <a:close/>
                </a:path>
              </a:pathLst>
            </a:custGeom>
            <a:solidFill>
              <a:srgbClr val="056793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0B26692-1400-4CA1-BEC0-158F14E28F5D}"/>
                </a:ext>
              </a:extLst>
            </p:cNvPr>
            <p:cNvSpPr/>
            <p:nvPr/>
          </p:nvSpPr>
          <p:spPr>
            <a:xfrm>
              <a:off x="9913280" y="4221893"/>
              <a:ext cx="766693" cy="766693"/>
            </a:xfrm>
            <a:custGeom>
              <a:avLst/>
              <a:gdLst>
                <a:gd name="connsiteX0" fmla="*/ 400942 w 766693"/>
                <a:gd name="connsiteY0" fmla="*/ 8855 h 766693"/>
                <a:gd name="connsiteX1" fmla="*/ 775319 w 766693"/>
                <a:gd name="connsiteY1" fmla="*/ 400942 h 766693"/>
                <a:gd name="connsiteX2" fmla="*/ 383232 w 766693"/>
                <a:gd name="connsiteY2" fmla="*/ 775318 h 766693"/>
                <a:gd name="connsiteX3" fmla="*/ 8855 w 766693"/>
                <a:gd name="connsiteY3" fmla="*/ 383231 h 766693"/>
                <a:gd name="connsiteX4" fmla="*/ 400942 w 766693"/>
                <a:gd name="connsiteY4" fmla="*/ 8855 h 76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6693" h="766693">
                  <a:moveTo>
                    <a:pt x="400942" y="8855"/>
                  </a:moveTo>
                  <a:cubicBezTo>
                    <a:pt x="612596" y="13746"/>
                    <a:pt x="780210" y="189289"/>
                    <a:pt x="775319" y="400942"/>
                  </a:cubicBezTo>
                  <a:cubicBezTo>
                    <a:pt x="770428" y="612595"/>
                    <a:pt x="594885" y="780209"/>
                    <a:pt x="383232" y="775318"/>
                  </a:cubicBezTo>
                  <a:cubicBezTo>
                    <a:pt x="171579" y="770428"/>
                    <a:pt x="3965" y="594884"/>
                    <a:pt x="8855" y="383231"/>
                  </a:cubicBezTo>
                  <a:cubicBezTo>
                    <a:pt x="13746" y="171579"/>
                    <a:pt x="189290" y="3964"/>
                    <a:pt x="400942" y="8855"/>
                  </a:cubicBezTo>
                  <a:close/>
                </a:path>
              </a:pathLst>
            </a:custGeom>
            <a:solidFill>
              <a:srgbClr val="FFFFFF"/>
            </a:solidFill>
            <a:ln w="182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6" name="Graphic 135" descr="Bullseye">
              <a:extLst>
                <a:ext uri="{FF2B5EF4-FFF2-40B4-BE49-F238E27FC236}">
                  <a16:creationId xmlns:a16="http://schemas.microsoft.com/office/drawing/2014/main" id="{DFA26805-765B-453C-8885-E6FFF4212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095485" y="4399076"/>
              <a:ext cx="426575" cy="426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914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1" grpId="0" animBg="1"/>
      <p:bldP spid="52" grpId="0" animBg="1"/>
      <p:bldP spid="54" grpId="0" animBg="1"/>
      <p:bldP spid="55" grpId="0" animBg="1"/>
      <p:bldP spid="120" grpId="0"/>
      <p:bldP spid="121" grpId="0"/>
      <p:bldP spid="122" grpId="0"/>
      <p:bldP spid="123" grpId="0"/>
      <p:bldP spid="124" grpId="0"/>
      <p:bldP spid="1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C2D06AA9-707F-412E-BA44-5345705C3F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874DEE-5C09-444A-B8A2-3B7DC67F9920}"/>
              </a:ext>
            </a:extLst>
          </p:cNvPr>
          <p:cNvGrpSpPr/>
          <p:nvPr/>
        </p:nvGrpSpPr>
        <p:grpSpPr>
          <a:xfrm>
            <a:off x="4134279" y="1887069"/>
            <a:ext cx="1746958" cy="4057486"/>
            <a:chOff x="4134279" y="1887069"/>
            <a:chExt cx="1746958" cy="405748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AAD0D8D-7DF1-4F29-9F91-200795EF0171}"/>
                </a:ext>
              </a:extLst>
            </p:cNvPr>
            <p:cNvSpPr/>
            <p:nvPr/>
          </p:nvSpPr>
          <p:spPr>
            <a:xfrm>
              <a:off x="4425323" y="2168378"/>
              <a:ext cx="864624" cy="3751354"/>
            </a:xfrm>
            <a:custGeom>
              <a:avLst/>
              <a:gdLst>
                <a:gd name="connsiteX0" fmla="*/ 870482 w 864624"/>
                <a:gd name="connsiteY0" fmla="*/ 0 h 3751353"/>
                <a:gd name="connsiteX1" fmla="*/ 0 w 864624"/>
                <a:gd name="connsiteY1" fmla="*/ 0 h 3751353"/>
                <a:gd name="connsiteX2" fmla="*/ 0 w 864624"/>
                <a:gd name="connsiteY2" fmla="*/ 3760279 h 375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4624" h="3751353">
                  <a:moveTo>
                    <a:pt x="870482" y="0"/>
                  </a:moveTo>
                  <a:lnTo>
                    <a:pt x="0" y="0"/>
                  </a:lnTo>
                  <a:lnTo>
                    <a:pt x="0" y="3760279"/>
                  </a:lnTo>
                </a:path>
              </a:pathLst>
            </a:custGeom>
            <a:noFill/>
            <a:ln w="80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4C85C85-1EC0-4754-BA17-800674CD0786}"/>
                </a:ext>
              </a:extLst>
            </p:cNvPr>
            <p:cNvSpPr/>
            <p:nvPr/>
          </p:nvSpPr>
          <p:spPr>
            <a:xfrm>
              <a:off x="4408170" y="5916664"/>
              <a:ext cx="27891" cy="27891"/>
            </a:xfrm>
            <a:custGeom>
              <a:avLst/>
              <a:gdLst>
                <a:gd name="connsiteX0" fmla="*/ 33469 w 27891"/>
                <a:gd name="connsiteY0" fmla="*/ 16734 h 27891"/>
                <a:gd name="connsiteX1" fmla="*/ 16735 w 27891"/>
                <a:gd name="connsiteY1" fmla="*/ 33469 h 27891"/>
                <a:gd name="connsiteX2" fmla="*/ 0 w 27891"/>
                <a:gd name="connsiteY2" fmla="*/ 16734 h 27891"/>
                <a:gd name="connsiteX3" fmla="*/ 16735 w 27891"/>
                <a:gd name="connsiteY3" fmla="*/ 0 h 27891"/>
                <a:gd name="connsiteX4" fmla="*/ 33469 w 27891"/>
                <a:gd name="connsiteY4" fmla="*/ 16734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4"/>
                  </a:moveTo>
                  <a:cubicBezTo>
                    <a:pt x="33469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4"/>
                  </a:cubicBezTo>
                  <a:cubicBezTo>
                    <a:pt x="0" y="7530"/>
                    <a:pt x="7531" y="0"/>
                    <a:pt x="16735" y="0"/>
                  </a:cubicBezTo>
                  <a:cubicBezTo>
                    <a:pt x="25939" y="0"/>
                    <a:pt x="33469" y="7530"/>
                    <a:pt x="33469" y="16734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7482D39-2DED-4403-8D40-E79F9CE752C6}"/>
                </a:ext>
              </a:extLst>
            </p:cNvPr>
            <p:cNvSpPr/>
            <p:nvPr/>
          </p:nvSpPr>
          <p:spPr>
            <a:xfrm>
              <a:off x="5290784" y="2151643"/>
              <a:ext cx="27891" cy="27891"/>
            </a:xfrm>
            <a:custGeom>
              <a:avLst/>
              <a:gdLst>
                <a:gd name="connsiteX0" fmla="*/ 33469 w 27891"/>
                <a:gd name="connsiteY0" fmla="*/ 16735 h 27891"/>
                <a:gd name="connsiteX1" fmla="*/ 16734 w 27891"/>
                <a:gd name="connsiteY1" fmla="*/ 33469 h 27891"/>
                <a:gd name="connsiteX2" fmla="*/ 0 w 27891"/>
                <a:gd name="connsiteY2" fmla="*/ 16735 h 27891"/>
                <a:gd name="connsiteX3" fmla="*/ 16734 w 27891"/>
                <a:gd name="connsiteY3" fmla="*/ 0 h 27891"/>
                <a:gd name="connsiteX4" fmla="*/ 33469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5"/>
                  </a:moveTo>
                  <a:cubicBezTo>
                    <a:pt x="33469" y="25939"/>
                    <a:pt x="25939" y="33469"/>
                    <a:pt x="16734" y="33469"/>
                  </a:cubicBezTo>
                  <a:cubicBezTo>
                    <a:pt x="7530" y="33469"/>
                    <a:pt x="0" y="25939"/>
                    <a:pt x="0" y="16735"/>
                  </a:cubicBezTo>
                  <a:cubicBezTo>
                    <a:pt x="0" y="7531"/>
                    <a:pt x="7530" y="0"/>
                    <a:pt x="16734" y="0"/>
                  </a:cubicBezTo>
                  <a:cubicBezTo>
                    <a:pt x="25939" y="0"/>
                    <a:pt x="33469" y="7531"/>
                    <a:pt x="33469" y="16735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3908C8-1AFC-47D4-AC20-55CBDFF5200F}"/>
                </a:ext>
              </a:extLst>
            </p:cNvPr>
            <p:cNvSpPr/>
            <p:nvPr/>
          </p:nvSpPr>
          <p:spPr>
            <a:xfrm>
              <a:off x="4134279" y="3489719"/>
              <a:ext cx="571768" cy="850679"/>
            </a:xfrm>
            <a:custGeom>
              <a:avLst/>
              <a:gdLst>
                <a:gd name="connsiteX0" fmla="*/ 534673 w 571767"/>
                <a:gd name="connsiteY0" fmla="*/ 455741 h 850678"/>
                <a:gd name="connsiteX1" fmla="*/ 584598 w 571767"/>
                <a:gd name="connsiteY1" fmla="*/ 292299 h 850678"/>
                <a:gd name="connsiteX2" fmla="*/ 292299 w 571767"/>
                <a:gd name="connsiteY2" fmla="*/ 0 h 850678"/>
                <a:gd name="connsiteX3" fmla="*/ 0 w 571767"/>
                <a:gd name="connsiteY3" fmla="*/ 292299 h 850678"/>
                <a:gd name="connsiteX4" fmla="*/ 49925 w 571767"/>
                <a:gd name="connsiteY4" fmla="*/ 455741 h 850678"/>
                <a:gd name="connsiteX5" fmla="*/ 292299 w 571767"/>
                <a:gd name="connsiteY5" fmla="*/ 860162 h 850678"/>
                <a:gd name="connsiteX6" fmla="*/ 534673 w 571767"/>
                <a:gd name="connsiteY6" fmla="*/ 455741 h 85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767" h="850678">
                  <a:moveTo>
                    <a:pt x="534673" y="455741"/>
                  </a:moveTo>
                  <a:cubicBezTo>
                    <a:pt x="566189" y="409023"/>
                    <a:pt x="584598" y="352823"/>
                    <a:pt x="584598" y="292299"/>
                  </a:cubicBezTo>
                  <a:cubicBezTo>
                    <a:pt x="584598" y="130809"/>
                    <a:pt x="453788" y="0"/>
                    <a:pt x="292299" y="0"/>
                  </a:cubicBezTo>
                  <a:cubicBezTo>
                    <a:pt x="130809" y="0"/>
                    <a:pt x="0" y="130809"/>
                    <a:pt x="0" y="292299"/>
                  </a:cubicBezTo>
                  <a:cubicBezTo>
                    <a:pt x="0" y="352823"/>
                    <a:pt x="18408" y="409163"/>
                    <a:pt x="49925" y="455741"/>
                  </a:cubicBezTo>
                  <a:lnTo>
                    <a:pt x="292299" y="860162"/>
                  </a:lnTo>
                  <a:lnTo>
                    <a:pt x="534673" y="455741"/>
                  </a:lnTo>
                  <a:close/>
                </a:path>
              </a:pathLst>
            </a:custGeom>
            <a:solidFill>
              <a:srgbClr val="484C7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584A835-BF47-48B6-9FBA-B3DA4CB37A7C}"/>
                </a:ext>
              </a:extLst>
            </p:cNvPr>
            <p:cNvSpPr/>
            <p:nvPr/>
          </p:nvSpPr>
          <p:spPr>
            <a:xfrm>
              <a:off x="4248075" y="3603515"/>
              <a:ext cx="348639" cy="348639"/>
            </a:xfrm>
            <a:custGeom>
              <a:avLst/>
              <a:gdLst>
                <a:gd name="connsiteX0" fmla="*/ 357006 w 348638"/>
                <a:gd name="connsiteY0" fmla="*/ 178503 h 348638"/>
                <a:gd name="connsiteX1" fmla="*/ 178503 w 348638"/>
                <a:gd name="connsiteY1" fmla="*/ 357006 h 348638"/>
                <a:gd name="connsiteX2" fmla="*/ 0 w 348638"/>
                <a:gd name="connsiteY2" fmla="*/ 178503 h 348638"/>
                <a:gd name="connsiteX3" fmla="*/ 178503 w 348638"/>
                <a:gd name="connsiteY3" fmla="*/ 0 h 348638"/>
                <a:gd name="connsiteX4" fmla="*/ 357006 w 348638"/>
                <a:gd name="connsiteY4" fmla="*/ 178503 h 34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38" h="348638">
                  <a:moveTo>
                    <a:pt x="357006" y="178503"/>
                  </a:moveTo>
                  <a:cubicBezTo>
                    <a:pt x="357006" y="277088"/>
                    <a:pt x="277088" y="357006"/>
                    <a:pt x="178503" y="357006"/>
                  </a:cubicBezTo>
                  <a:cubicBezTo>
                    <a:pt x="79918" y="357006"/>
                    <a:pt x="0" y="277088"/>
                    <a:pt x="0" y="178503"/>
                  </a:cubicBezTo>
                  <a:cubicBezTo>
                    <a:pt x="0" y="79919"/>
                    <a:pt x="79918" y="0"/>
                    <a:pt x="178503" y="0"/>
                  </a:cubicBezTo>
                  <a:cubicBezTo>
                    <a:pt x="277088" y="0"/>
                    <a:pt x="357006" y="79919"/>
                    <a:pt x="357006" y="178503"/>
                  </a:cubicBezTo>
                  <a:close/>
                </a:path>
              </a:pathLst>
            </a:custGeom>
            <a:solidFill>
              <a:srgbClr val="FFFFF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2EC33B0-E80A-4268-90CF-72EC9848A58C}"/>
                </a:ext>
              </a:extLst>
            </p:cNvPr>
            <p:cNvSpPr/>
            <p:nvPr/>
          </p:nvSpPr>
          <p:spPr>
            <a:xfrm>
              <a:off x="4388784" y="1887069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84C7F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0546CEA8-EDA2-4D94-B524-BD3B9420E98E}"/>
                </a:ext>
              </a:extLst>
            </p:cNvPr>
            <p:cNvSpPr/>
            <p:nvPr/>
          </p:nvSpPr>
          <p:spPr>
            <a:xfrm>
              <a:off x="4408170" y="2234057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pic>
          <p:nvPicPr>
            <p:cNvPr id="178" name="Graphic 177" descr="Cloud Computing">
              <a:extLst>
                <a:ext uri="{FF2B5EF4-FFF2-40B4-BE49-F238E27FC236}">
                  <a16:creationId xmlns:a16="http://schemas.microsoft.com/office/drawing/2014/main" id="{E43402F1-08CA-4363-9B42-CFA4EB0F3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1337" y="3654988"/>
              <a:ext cx="264869" cy="264869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3091D8-9F82-4843-A4F4-0E032D47216D}"/>
              </a:ext>
            </a:extLst>
          </p:cNvPr>
          <p:cNvGrpSpPr/>
          <p:nvPr/>
        </p:nvGrpSpPr>
        <p:grpSpPr>
          <a:xfrm>
            <a:off x="6881275" y="1887069"/>
            <a:ext cx="1748073" cy="4057486"/>
            <a:chOff x="6881275" y="1887069"/>
            <a:chExt cx="1748073" cy="405748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0768A3-7F64-40A8-B761-80557DE03109}"/>
                </a:ext>
              </a:extLst>
            </p:cNvPr>
            <p:cNvSpPr/>
            <p:nvPr/>
          </p:nvSpPr>
          <p:spPr>
            <a:xfrm>
              <a:off x="7173434" y="2168378"/>
              <a:ext cx="864624" cy="3751354"/>
            </a:xfrm>
            <a:custGeom>
              <a:avLst/>
              <a:gdLst>
                <a:gd name="connsiteX0" fmla="*/ 870342 w 864624"/>
                <a:gd name="connsiteY0" fmla="*/ 0 h 3751353"/>
                <a:gd name="connsiteX1" fmla="*/ 0 w 864624"/>
                <a:gd name="connsiteY1" fmla="*/ 0 h 3751353"/>
                <a:gd name="connsiteX2" fmla="*/ 0 w 864624"/>
                <a:gd name="connsiteY2" fmla="*/ 3760279 h 375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4624" h="3751353">
                  <a:moveTo>
                    <a:pt x="870342" y="0"/>
                  </a:moveTo>
                  <a:lnTo>
                    <a:pt x="0" y="0"/>
                  </a:lnTo>
                  <a:lnTo>
                    <a:pt x="0" y="3760279"/>
                  </a:lnTo>
                </a:path>
              </a:pathLst>
            </a:custGeom>
            <a:noFill/>
            <a:ln w="80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873668-C3AC-4943-9D35-DDAE1CBFE238}"/>
                </a:ext>
              </a:extLst>
            </p:cNvPr>
            <p:cNvSpPr/>
            <p:nvPr/>
          </p:nvSpPr>
          <p:spPr>
            <a:xfrm>
              <a:off x="7156281" y="5916664"/>
              <a:ext cx="27891" cy="27891"/>
            </a:xfrm>
            <a:custGeom>
              <a:avLst/>
              <a:gdLst>
                <a:gd name="connsiteX0" fmla="*/ 33469 w 27891"/>
                <a:gd name="connsiteY0" fmla="*/ 16734 h 27891"/>
                <a:gd name="connsiteX1" fmla="*/ 16735 w 27891"/>
                <a:gd name="connsiteY1" fmla="*/ 33469 h 27891"/>
                <a:gd name="connsiteX2" fmla="*/ 0 w 27891"/>
                <a:gd name="connsiteY2" fmla="*/ 16734 h 27891"/>
                <a:gd name="connsiteX3" fmla="*/ 16735 w 27891"/>
                <a:gd name="connsiteY3" fmla="*/ 0 h 27891"/>
                <a:gd name="connsiteX4" fmla="*/ 33469 w 27891"/>
                <a:gd name="connsiteY4" fmla="*/ 16734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4"/>
                  </a:moveTo>
                  <a:cubicBezTo>
                    <a:pt x="33469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4"/>
                  </a:cubicBezTo>
                  <a:cubicBezTo>
                    <a:pt x="0" y="7530"/>
                    <a:pt x="7531" y="0"/>
                    <a:pt x="16735" y="0"/>
                  </a:cubicBezTo>
                  <a:cubicBezTo>
                    <a:pt x="25939" y="0"/>
                    <a:pt x="33469" y="7530"/>
                    <a:pt x="33469" y="16734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B0C1BD9-98A4-48EB-A25B-DC983B5EF5EA}"/>
                </a:ext>
              </a:extLst>
            </p:cNvPr>
            <p:cNvSpPr/>
            <p:nvPr/>
          </p:nvSpPr>
          <p:spPr>
            <a:xfrm>
              <a:off x="8038756" y="2151643"/>
              <a:ext cx="27891" cy="27891"/>
            </a:xfrm>
            <a:custGeom>
              <a:avLst/>
              <a:gdLst>
                <a:gd name="connsiteX0" fmla="*/ 33469 w 27891"/>
                <a:gd name="connsiteY0" fmla="*/ 16735 h 27891"/>
                <a:gd name="connsiteX1" fmla="*/ 16735 w 27891"/>
                <a:gd name="connsiteY1" fmla="*/ 33469 h 27891"/>
                <a:gd name="connsiteX2" fmla="*/ 0 w 27891"/>
                <a:gd name="connsiteY2" fmla="*/ 16735 h 27891"/>
                <a:gd name="connsiteX3" fmla="*/ 16735 w 27891"/>
                <a:gd name="connsiteY3" fmla="*/ 0 h 27891"/>
                <a:gd name="connsiteX4" fmla="*/ 33469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5"/>
                  </a:moveTo>
                  <a:cubicBezTo>
                    <a:pt x="33469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5"/>
                  </a:cubicBezTo>
                  <a:cubicBezTo>
                    <a:pt x="0" y="7531"/>
                    <a:pt x="7531" y="0"/>
                    <a:pt x="16735" y="0"/>
                  </a:cubicBezTo>
                  <a:cubicBezTo>
                    <a:pt x="25939" y="0"/>
                    <a:pt x="33469" y="7531"/>
                    <a:pt x="33469" y="16735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CE3C1A5-46F1-423E-AFD9-7BFA89B8F7FA}"/>
                </a:ext>
              </a:extLst>
            </p:cNvPr>
            <p:cNvSpPr/>
            <p:nvPr/>
          </p:nvSpPr>
          <p:spPr>
            <a:xfrm>
              <a:off x="6881275" y="3482607"/>
              <a:ext cx="571768" cy="850679"/>
            </a:xfrm>
            <a:custGeom>
              <a:avLst/>
              <a:gdLst>
                <a:gd name="connsiteX0" fmla="*/ 534673 w 571767"/>
                <a:gd name="connsiteY0" fmla="*/ 455741 h 850678"/>
                <a:gd name="connsiteX1" fmla="*/ 584598 w 571767"/>
                <a:gd name="connsiteY1" fmla="*/ 292299 h 850678"/>
                <a:gd name="connsiteX2" fmla="*/ 292299 w 571767"/>
                <a:gd name="connsiteY2" fmla="*/ 0 h 850678"/>
                <a:gd name="connsiteX3" fmla="*/ 0 w 571767"/>
                <a:gd name="connsiteY3" fmla="*/ 292299 h 850678"/>
                <a:gd name="connsiteX4" fmla="*/ 49925 w 571767"/>
                <a:gd name="connsiteY4" fmla="*/ 455741 h 850678"/>
                <a:gd name="connsiteX5" fmla="*/ 292299 w 571767"/>
                <a:gd name="connsiteY5" fmla="*/ 860162 h 850678"/>
                <a:gd name="connsiteX6" fmla="*/ 534673 w 571767"/>
                <a:gd name="connsiteY6" fmla="*/ 455741 h 85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767" h="850678">
                  <a:moveTo>
                    <a:pt x="534673" y="455741"/>
                  </a:moveTo>
                  <a:cubicBezTo>
                    <a:pt x="566190" y="409023"/>
                    <a:pt x="584598" y="352822"/>
                    <a:pt x="584598" y="292299"/>
                  </a:cubicBezTo>
                  <a:cubicBezTo>
                    <a:pt x="584598" y="130809"/>
                    <a:pt x="453789" y="0"/>
                    <a:pt x="292299" y="0"/>
                  </a:cubicBezTo>
                  <a:cubicBezTo>
                    <a:pt x="130809" y="0"/>
                    <a:pt x="0" y="130809"/>
                    <a:pt x="0" y="292299"/>
                  </a:cubicBezTo>
                  <a:cubicBezTo>
                    <a:pt x="0" y="352822"/>
                    <a:pt x="18408" y="409162"/>
                    <a:pt x="49925" y="455741"/>
                  </a:cubicBezTo>
                  <a:lnTo>
                    <a:pt x="292299" y="860162"/>
                  </a:lnTo>
                  <a:lnTo>
                    <a:pt x="534673" y="455741"/>
                  </a:lnTo>
                  <a:close/>
                </a:path>
              </a:pathLst>
            </a:custGeom>
            <a:solidFill>
              <a:srgbClr val="248EA9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4B07A11-CF35-4D44-8C57-579753770868}"/>
                </a:ext>
              </a:extLst>
            </p:cNvPr>
            <p:cNvSpPr/>
            <p:nvPr/>
          </p:nvSpPr>
          <p:spPr>
            <a:xfrm>
              <a:off x="6995210" y="3596402"/>
              <a:ext cx="348639" cy="348639"/>
            </a:xfrm>
            <a:custGeom>
              <a:avLst/>
              <a:gdLst>
                <a:gd name="connsiteX0" fmla="*/ 357006 w 348638"/>
                <a:gd name="connsiteY0" fmla="*/ 178503 h 348638"/>
                <a:gd name="connsiteX1" fmla="*/ 178503 w 348638"/>
                <a:gd name="connsiteY1" fmla="*/ 357006 h 348638"/>
                <a:gd name="connsiteX2" fmla="*/ 0 w 348638"/>
                <a:gd name="connsiteY2" fmla="*/ 178503 h 348638"/>
                <a:gd name="connsiteX3" fmla="*/ 178503 w 348638"/>
                <a:gd name="connsiteY3" fmla="*/ 0 h 348638"/>
                <a:gd name="connsiteX4" fmla="*/ 357006 w 348638"/>
                <a:gd name="connsiteY4" fmla="*/ 178503 h 34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38" h="348638">
                  <a:moveTo>
                    <a:pt x="357006" y="178503"/>
                  </a:moveTo>
                  <a:cubicBezTo>
                    <a:pt x="357006" y="277088"/>
                    <a:pt x="277088" y="357006"/>
                    <a:pt x="178503" y="357006"/>
                  </a:cubicBezTo>
                  <a:cubicBezTo>
                    <a:pt x="79919" y="357006"/>
                    <a:pt x="0" y="277088"/>
                    <a:pt x="0" y="178503"/>
                  </a:cubicBezTo>
                  <a:cubicBezTo>
                    <a:pt x="0" y="79918"/>
                    <a:pt x="79919" y="0"/>
                    <a:pt x="178503" y="0"/>
                  </a:cubicBezTo>
                  <a:cubicBezTo>
                    <a:pt x="277088" y="0"/>
                    <a:pt x="357006" y="79918"/>
                    <a:pt x="357006" y="178503"/>
                  </a:cubicBezTo>
                  <a:close/>
                </a:path>
              </a:pathLst>
            </a:custGeom>
            <a:solidFill>
              <a:srgbClr val="FFFFF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D0DDEC40-90A7-4C66-9AEA-770FD05C8314}"/>
                </a:ext>
              </a:extLst>
            </p:cNvPr>
            <p:cNvSpPr/>
            <p:nvPr/>
          </p:nvSpPr>
          <p:spPr>
            <a:xfrm>
              <a:off x="7136895" y="1887069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8EA9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AB5740B4-692C-4812-8CA8-B316BB52A49B}"/>
                </a:ext>
              </a:extLst>
            </p:cNvPr>
            <p:cNvSpPr/>
            <p:nvPr/>
          </p:nvSpPr>
          <p:spPr>
            <a:xfrm>
              <a:off x="7156281" y="2234057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pic>
          <p:nvPicPr>
            <p:cNvPr id="179" name="Graphic 178" descr="Internet">
              <a:extLst>
                <a:ext uri="{FF2B5EF4-FFF2-40B4-BE49-F238E27FC236}">
                  <a16:creationId xmlns:a16="http://schemas.microsoft.com/office/drawing/2014/main" id="{A87739BD-985E-49D5-B86E-7513769F9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44282" y="3645399"/>
              <a:ext cx="264869" cy="26486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7CB7470-0531-4BA3-B239-95AB64F8A56B}"/>
              </a:ext>
            </a:extLst>
          </p:cNvPr>
          <p:cNvGrpSpPr/>
          <p:nvPr/>
        </p:nvGrpSpPr>
        <p:grpSpPr>
          <a:xfrm>
            <a:off x="5501781" y="2594836"/>
            <a:ext cx="1750165" cy="3349719"/>
            <a:chOff x="5501781" y="2594836"/>
            <a:chExt cx="1750165" cy="334971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CCA4E2-D341-4E00-B92B-81989A3E4F5B}"/>
                </a:ext>
              </a:extLst>
            </p:cNvPr>
            <p:cNvSpPr/>
            <p:nvPr/>
          </p:nvSpPr>
          <p:spPr>
            <a:xfrm>
              <a:off x="5793940" y="2873883"/>
              <a:ext cx="864624" cy="3054076"/>
            </a:xfrm>
            <a:custGeom>
              <a:avLst/>
              <a:gdLst>
                <a:gd name="connsiteX0" fmla="*/ 870482 w 864624"/>
                <a:gd name="connsiteY0" fmla="*/ 0 h 3054076"/>
                <a:gd name="connsiteX1" fmla="*/ 0 w 864624"/>
                <a:gd name="connsiteY1" fmla="*/ 0 h 3054076"/>
                <a:gd name="connsiteX2" fmla="*/ 0 w 864624"/>
                <a:gd name="connsiteY2" fmla="*/ 3054773 h 305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4624" h="3054076">
                  <a:moveTo>
                    <a:pt x="870482" y="0"/>
                  </a:moveTo>
                  <a:lnTo>
                    <a:pt x="0" y="0"/>
                  </a:lnTo>
                  <a:lnTo>
                    <a:pt x="0" y="3054773"/>
                  </a:lnTo>
                </a:path>
              </a:pathLst>
            </a:custGeom>
            <a:noFill/>
            <a:ln w="80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F688532-4B2E-45FA-B587-9045088881F3}"/>
                </a:ext>
              </a:extLst>
            </p:cNvPr>
            <p:cNvSpPr/>
            <p:nvPr/>
          </p:nvSpPr>
          <p:spPr>
            <a:xfrm>
              <a:off x="5776787" y="5916664"/>
              <a:ext cx="27891" cy="27891"/>
            </a:xfrm>
            <a:custGeom>
              <a:avLst/>
              <a:gdLst>
                <a:gd name="connsiteX0" fmla="*/ 33470 w 27891"/>
                <a:gd name="connsiteY0" fmla="*/ 16734 h 27891"/>
                <a:gd name="connsiteX1" fmla="*/ 16735 w 27891"/>
                <a:gd name="connsiteY1" fmla="*/ 33469 h 27891"/>
                <a:gd name="connsiteX2" fmla="*/ 0 w 27891"/>
                <a:gd name="connsiteY2" fmla="*/ 16734 h 27891"/>
                <a:gd name="connsiteX3" fmla="*/ 16735 w 27891"/>
                <a:gd name="connsiteY3" fmla="*/ 0 h 27891"/>
                <a:gd name="connsiteX4" fmla="*/ 33470 w 27891"/>
                <a:gd name="connsiteY4" fmla="*/ 16734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70" y="16734"/>
                  </a:moveTo>
                  <a:cubicBezTo>
                    <a:pt x="33470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4"/>
                  </a:cubicBezTo>
                  <a:cubicBezTo>
                    <a:pt x="0" y="7530"/>
                    <a:pt x="7531" y="0"/>
                    <a:pt x="16735" y="0"/>
                  </a:cubicBezTo>
                  <a:cubicBezTo>
                    <a:pt x="26079" y="0"/>
                    <a:pt x="33470" y="7530"/>
                    <a:pt x="33470" y="16734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57D903F-A4BE-43BD-A83F-62307C0DA90B}"/>
                </a:ext>
              </a:extLst>
            </p:cNvPr>
            <p:cNvSpPr/>
            <p:nvPr/>
          </p:nvSpPr>
          <p:spPr>
            <a:xfrm>
              <a:off x="6659401" y="2857149"/>
              <a:ext cx="27891" cy="27891"/>
            </a:xfrm>
            <a:custGeom>
              <a:avLst/>
              <a:gdLst>
                <a:gd name="connsiteX0" fmla="*/ 33469 w 27891"/>
                <a:gd name="connsiteY0" fmla="*/ 16735 h 27891"/>
                <a:gd name="connsiteX1" fmla="*/ 16734 w 27891"/>
                <a:gd name="connsiteY1" fmla="*/ 33469 h 27891"/>
                <a:gd name="connsiteX2" fmla="*/ -1 w 27891"/>
                <a:gd name="connsiteY2" fmla="*/ 16735 h 27891"/>
                <a:gd name="connsiteX3" fmla="*/ 16734 w 27891"/>
                <a:gd name="connsiteY3" fmla="*/ 0 h 27891"/>
                <a:gd name="connsiteX4" fmla="*/ 33469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5"/>
                  </a:moveTo>
                  <a:cubicBezTo>
                    <a:pt x="33469" y="25977"/>
                    <a:pt x="25977" y="33469"/>
                    <a:pt x="16734" y="33469"/>
                  </a:cubicBezTo>
                  <a:cubicBezTo>
                    <a:pt x="7492" y="33469"/>
                    <a:pt x="-1" y="25977"/>
                    <a:pt x="-1" y="16735"/>
                  </a:cubicBezTo>
                  <a:cubicBezTo>
                    <a:pt x="-1" y="7492"/>
                    <a:pt x="7492" y="0"/>
                    <a:pt x="16734" y="0"/>
                  </a:cubicBezTo>
                  <a:cubicBezTo>
                    <a:pt x="25977" y="0"/>
                    <a:pt x="33469" y="7492"/>
                    <a:pt x="33469" y="16735"/>
                  </a:cubicBezTo>
                  <a:close/>
                </a:path>
              </a:pathLst>
            </a:custGeom>
            <a:solidFill>
              <a:srgbClr val="140436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9E4F0CE-706F-47F6-B858-5753AAD7783B}"/>
                </a:ext>
              </a:extLst>
            </p:cNvPr>
            <p:cNvSpPr/>
            <p:nvPr/>
          </p:nvSpPr>
          <p:spPr>
            <a:xfrm>
              <a:off x="5501781" y="3479120"/>
              <a:ext cx="571768" cy="850679"/>
            </a:xfrm>
            <a:custGeom>
              <a:avLst/>
              <a:gdLst>
                <a:gd name="connsiteX0" fmla="*/ 534673 w 571767"/>
                <a:gd name="connsiteY0" fmla="*/ 455741 h 850678"/>
                <a:gd name="connsiteX1" fmla="*/ 584597 w 571767"/>
                <a:gd name="connsiteY1" fmla="*/ 292299 h 850678"/>
                <a:gd name="connsiteX2" fmla="*/ 292299 w 571767"/>
                <a:gd name="connsiteY2" fmla="*/ 0 h 850678"/>
                <a:gd name="connsiteX3" fmla="*/ 0 w 571767"/>
                <a:gd name="connsiteY3" fmla="*/ 292299 h 850678"/>
                <a:gd name="connsiteX4" fmla="*/ 49925 w 571767"/>
                <a:gd name="connsiteY4" fmla="*/ 455741 h 850678"/>
                <a:gd name="connsiteX5" fmla="*/ 292299 w 571767"/>
                <a:gd name="connsiteY5" fmla="*/ 860162 h 850678"/>
                <a:gd name="connsiteX6" fmla="*/ 534673 w 571767"/>
                <a:gd name="connsiteY6" fmla="*/ 455741 h 85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767" h="850678">
                  <a:moveTo>
                    <a:pt x="534673" y="455741"/>
                  </a:moveTo>
                  <a:cubicBezTo>
                    <a:pt x="566189" y="409023"/>
                    <a:pt x="584597" y="352822"/>
                    <a:pt x="584597" y="292299"/>
                  </a:cubicBezTo>
                  <a:cubicBezTo>
                    <a:pt x="584597" y="130809"/>
                    <a:pt x="453788" y="0"/>
                    <a:pt x="292299" y="0"/>
                  </a:cubicBezTo>
                  <a:cubicBezTo>
                    <a:pt x="130809" y="0"/>
                    <a:pt x="0" y="130809"/>
                    <a:pt x="0" y="292299"/>
                  </a:cubicBezTo>
                  <a:cubicBezTo>
                    <a:pt x="0" y="352822"/>
                    <a:pt x="18408" y="409162"/>
                    <a:pt x="49925" y="455741"/>
                  </a:cubicBezTo>
                  <a:lnTo>
                    <a:pt x="292299" y="860162"/>
                  </a:lnTo>
                  <a:lnTo>
                    <a:pt x="534673" y="455741"/>
                  </a:lnTo>
                  <a:close/>
                </a:path>
              </a:pathLst>
            </a:custGeom>
            <a:solidFill>
              <a:srgbClr val="056793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19D1D22-ACB0-4A11-ACDE-BE056A7CCC30}"/>
                </a:ext>
              </a:extLst>
            </p:cNvPr>
            <p:cNvSpPr/>
            <p:nvPr/>
          </p:nvSpPr>
          <p:spPr>
            <a:xfrm>
              <a:off x="5589159" y="3566365"/>
              <a:ext cx="404421" cy="404421"/>
            </a:xfrm>
            <a:custGeom>
              <a:avLst/>
              <a:gdLst>
                <a:gd name="connsiteX0" fmla="*/ 233589 w 404421"/>
                <a:gd name="connsiteY0" fmla="*/ 28703 h 404421"/>
                <a:gd name="connsiteX1" fmla="*/ 381068 w 404421"/>
                <a:gd name="connsiteY1" fmla="*/ 233589 h 404421"/>
                <a:gd name="connsiteX2" fmla="*/ 176183 w 404421"/>
                <a:gd name="connsiteY2" fmla="*/ 381068 h 404421"/>
                <a:gd name="connsiteX3" fmla="*/ 28703 w 404421"/>
                <a:gd name="connsiteY3" fmla="*/ 176182 h 404421"/>
                <a:gd name="connsiteX4" fmla="*/ 233589 w 404421"/>
                <a:gd name="connsiteY4" fmla="*/ 28703 h 404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421" h="404421">
                  <a:moveTo>
                    <a:pt x="233589" y="28703"/>
                  </a:moveTo>
                  <a:cubicBezTo>
                    <a:pt x="330892" y="44556"/>
                    <a:pt x="396921" y="136286"/>
                    <a:pt x="381068" y="233589"/>
                  </a:cubicBezTo>
                  <a:cubicBezTo>
                    <a:pt x="365216" y="330892"/>
                    <a:pt x="273485" y="396921"/>
                    <a:pt x="176183" y="381068"/>
                  </a:cubicBezTo>
                  <a:cubicBezTo>
                    <a:pt x="78880" y="365216"/>
                    <a:pt x="12851" y="273485"/>
                    <a:pt x="28703" y="176182"/>
                  </a:cubicBezTo>
                  <a:cubicBezTo>
                    <a:pt x="44556" y="78880"/>
                    <a:pt x="136286" y="12851"/>
                    <a:pt x="233589" y="28703"/>
                  </a:cubicBezTo>
                  <a:close/>
                </a:path>
              </a:pathLst>
            </a:custGeom>
            <a:solidFill>
              <a:srgbClr val="FFFFF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10907E49-CA9D-4653-86F0-CB1C018B1D3C}"/>
                </a:ext>
              </a:extLst>
            </p:cNvPr>
            <p:cNvSpPr/>
            <p:nvPr/>
          </p:nvSpPr>
          <p:spPr>
            <a:xfrm>
              <a:off x="5779921" y="2594836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56793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D37852A-1BB4-470B-A606-F5261196633A}"/>
                </a:ext>
              </a:extLst>
            </p:cNvPr>
            <p:cNvSpPr/>
            <p:nvPr/>
          </p:nvSpPr>
          <p:spPr>
            <a:xfrm>
              <a:off x="5778879" y="2923347"/>
              <a:ext cx="147306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</a:t>
              </a:r>
            </a:p>
          </p:txBody>
        </p:sp>
        <p:pic>
          <p:nvPicPr>
            <p:cNvPr id="180" name="Graphic 179" descr="Tools">
              <a:extLst>
                <a:ext uri="{FF2B5EF4-FFF2-40B4-BE49-F238E27FC236}">
                  <a16:creationId xmlns:a16="http://schemas.microsoft.com/office/drawing/2014/main" id="{6D5DF887-2E95-4ED1-904F-A62F03CB6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95556" y="3659752"/>
              <a:ext cx="199000" cy="1990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3A314F-53D0-4B41-814E-8D08E92C5627}"/>
              </a:ext>
            </a:extLst>
          </p:cNvPr>
          <p:cNvGrpSpPr/>
          <p:nvPr/>
        </p:nvGrpSpPr>
        <p:grpSpPr>
          <a:xfrm>
            <a:off x="8251286" y="2594836"/>
            <a:ext cx="1755157" cy="3345395"/>
            <a:chOff x="8251286" y="2594836"/>
            <a:chExt cx="1755157" cy="334539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28CCC07-ECF8-41BB-B4EF-5BEE9D413755}"/>
                </a:ext>
              </a:extLst>
            </p:cNvPr>
            <p:cNvSpPr/>
            <p:nvPr/>
          </p:nvSpPr>
          <p:spPr>
            <a:xfrm>
              <a:off x="8543306" y="2869560"/>
              <a:ext cx="864624" cy="3054076"/>
            </a:xfrm>
            <a:custGeom>
              <a:avLst/>
              <a:gdLst>
                <a:gd name="connsiteX0" fmla="*/ 870343 w 864624"/>
                <a:gd name="connsiteY0" fmla="*/ 0 h 3054076"/>
                <a:gd name="connsiteX1" fmla="*/ 0 w 864624"/>
                <a:gd name="connsiteY1" fmla="*/ 0 h 3054076"/>
                <a:gd name="connsiteX2" fmla="*/ 0 w 864624"/>
                <a:gd name="connsiteY2" fmla="*/ 3054634 h 305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4624" h="3054076">
                  <a:moveTo>
                    <a:pt x="870343" y="0"/>
                  </a:moveTo>
                  <a:lnTo>
                    <a:pt x="0" y="0"/>
                  </a:lnTo>
                  <a:lnTo>
                    <a:pt x="0" y="3054634"/>
                  </a:lnTo>
                </a:path>
              </a:pathLst>
            </a:custGeom>
            <a:noFill/>
            <a:ln w="80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AF22FC-56DE-48B9-BF2C-D8BBE58FEAEB}"/>
                </a:ext>
              </a:extLst>
            </p:cNvPr>
            <p:cNvSpPr/>
            <p:nvPr/>
          </p:nvSpPr>
          <p:spPr>
            <a:xfrm>
              <a:off x="8526153" y="5912340"/>
              <a:ext cx="27891" cy="27891"/>
            </a:xfrm>
            <a:custGeom>
              <a:avLst/>
              <a:gdLst>
                <a:gd name="connsiteX0" fmla="*/ 33469 w 27891"/>
                <a:gd name="connsiteY0" fmla="*/ 16734 h 27891"/>
                <a:gd name="connsiteX1" fmla="*/ 16735 w 27891"/>
                <a:gd name="connsiteY1" fmla="*/ 33469 h 27891"/>
                <a:gd name="connsiteX2" fmla="*/ 0 w 27891"/>
                <a:gd name="connsiteY2" fmla="*/ 16734 h 27891"/>
                <a:gd name="connsiteX3" fmla="*/ 16735 w 27891"/>
                <a:gd name="connsiteY3" fmla="*/ 0 h 27891"/>
                <a:gd name="connsiteX4" fmla="*/ 33469 w 27891"/>
                <a:gd name="connsiteY4" fmla="*/ 16734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4"/>
                  </a:moveTo>
                  <a:cubicBezTo>
                    <a:pt x="33469" y="25939"/>
                    <a:pt x="25939" y="33469"/>
                    <a:pt x="16735" y="33469"/>
                  </a:cubicBezTo>
                  <a:cubicBezTo>
                    <a:pt x="7530" y="33469"/>
                    <a:pt x="0" y="25939"/>
                    <a:pt x="0" y="16734"/>
                  </a:cubicBezTo>
                  <a:cubicBezTo>
                    <a:pt x="0" y="7530"/>
                    <a:pt x="7530" y="0"/>
                    <a:pt x="16735" y="0"/>
                  </a:cubicBezTo>
                  <a:cubicBezTo>
                    <a:pt x="25939" y="0"/>
                    <a:pt x="33469" y="7530"/>
                    <a:pt x="33469" y="16734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0DA4A2-0243-4AE7-84FC-5A720D92DAB4}"/>
                </a:ext>
              </a:extLst>
            </p:cNvPr>
            <p:cNvSpPr/>
            <p:nvPr/>
          </p:nvSpPr>
          <p:spPr>
            <a:xfrm>
              <a:off x="9408767" y="2852825"/>
              <a:ext cx="27891" cy="27891"/>
            </a:xfrm>
            <a:custGeom>
              <a:avLst/>
              <a:gdLst>
                <a:gd name="connsiteX0" fmla="*/ 33470 w 27891"/>
                <a:gd name="connsiteY0" fmla="*/ 16735 h 27891"/>
                <a:gd name="connsiteX1" fmla="*/ 16735 w 27891"/>
                <a:gd name="connsiteY1" fmla="*/ 33469 h 27891"/>
                <a:gd name="connsiteX2" fmla="*/ 0 w 27891"/>
                <a:gd name="connsiteY2" fmla="*/ 16735 h 27891"/>
                <a:gd name="connsiteX3" fmla="*/ 16735 w 27891"/>
                <a:gd name="connsiteY3" fmla="*/ 0 h 27891"/>
                <a:gd name="connsiteX4" fmla="*/ 33470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70" y="16735"/>
                  </a:moveTo>
                  <a:cubicBezTo>
                    <a:pt x="33470" y="25977"/>
                    <a:pt x="25978" y="33469"/>
                    <a:pt x="16735" y="33469"/>
                  </a:cubicBezTo>
                  <a:cubicBezTo>
                    <a:pt x="7493" y="33469"/>
                    <a:pt x="0" y="25977"/>
                    <a:pt x="0" y="16735"/>
                  </a:cubicBezTo>
                  <a:cubicBezTo>
                    <a:pt x="0" y="7492"/>
                    <a:pt x="7492" y="0"/>
                    <a:pt x="16735" y="0"/>
                  </a:cubicBezTo>
                  <a:cubicBezTo>
                    <a:pt x="25977" y="0"/>
                    <a:pt x="33470" y="7492"/>
                    <a:pt x="33470" y="16735"/>
                  </a:cubicBezTo>
                  <a:close/>
                </a:path>
              </a:pathLst>
            </a:custGeom>
            <a:solidFill>
              <a:srgbClr val="140436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DE18BA9-68C0-484B-97E9-7833ED818AD7}"/>
                </a:ext>
              </a:extLst>
            </p:cNvPr>
            <p:cNvSpPr/>
            <p:nvPr/>
          </p:nvSpPr>
          <p:spPr>
            <a:xfrm>
              <a:off x="8251286" y="3483583"/>
              <a:ext cx="571768" cy="850679"/>
            </a:xfrm>
            <a:custGeom>
              <a:avLst/>
              <a:gdLst>
                <a:gd name="connsiteX0" fmla="*/ 534673 w 571767"/>
                <a:gd name="connsiteY0" fmla="*/ 455741 h 850678"/>
                <a:gd name="connsiteX1" fmla="*/ 584597 w 571767"/>
                <a:gd name="connsiteY1" fmla="*/ 292299 h 850678"/>
                <a:gd name="connsiteX2" fmla="*/ 292299 w 571767"/>
                <a:gd name="connsiteY2" fmla="*/ 0 h 850678"/>
                <a:gd name="connsiteX3" fmla="*/ 0 w 571767"/>
                <a:gd name="connsiteY3" fmla="*/ 292299 h 850678"/>
                <a:gd name="connsiteX4" fmla="*/ 49925 w 571767"/>
                <a:gd name="connsiteY4" fmla="*/ 455741 h 850678"/>
                <a:gd name="connsiteX5" fmla="*/ 292299 w 571767"/>
                <a:gd name="connsiteY5" fmla="*/ 860162 h 850678"/>
                <a:gd name="connsiteX6" fmla="*/ 534673 w 571767"/>
                <a:gd name="connsiteY6" fmla="*/ 455741 h 85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767" h="850678">
                  <a:moveTo>
                    <a:pt x="534673" y="455741"/>
                  </a:moveTo>
                  <a:cubicBezTo>
                    <a:pt x="566190" y="409023"/>
                    <a:pt x="584597" y="352822"/>
                    <a:pt x="584597" y="292299"/>
                  </a:cubicBezTo>
                  <a:cubicBezTo>
                    <a:pt x="584597" y="130809"/>
                    <a:pt x="453789" y="0"/>
                    <a:pt x="292299" y="0"/>
                  </a:cubicBezTo>
                  <a:cubicBezTo>
                    <a:pt x="130809" y="0"/>
                    <a:pt x="0" y="130809"/>
                    <a:pt x="0" y="292299"/>
                  </a:cubicBezTo>
                  <a:cubicBezTo>
                    <a:pt x="0" y="352822"/>
                    <a:pt x="18408" y="409162"/>
                    <a:pt x="49925" y="455741"/>
                  </a:cubicBezTo>
                  <a:lnTo>
                    <a:pt x="292299" y="860162"/>
                  </a:lnTo>
                  <a:lnTo>
                    <a:pt x="534673" y="455741"/>
                  </a:lnTo>
                  <a:close/>
                </a:path>
              </a:pathLst>
            </a:custGeom>
            <a:solidFill>
              <a:srgbClr val="39BDC8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AB5ADF2-E650-48D3-96C3-53D27E348DEB}"/>
                </a:ext>
              </a:extLst>
            </p:cNvPr>
            <p:cNvSpPr/>
            <p:nvPr/>
          </p:nvSpPr>
          <p:spPr>
            <a:xfrm>
              <a:off x="8328914" y="3561577"/>
              <a:ext cx="418367" cy="418367"/>
            </a:xfrm>
            <a:custGeom>
              <a:avLst/>
              <a:gdLst>
                <a:gd name="connsiteX0" fmla="*/ 255349 w 418366"/>
                <a:gd name="connsiteY0" fmla="*/ 40788 h 418366"/>
                <a:gd name="connsiteX1" fmla="*/ 388333 w 418366"/>
                <a:gd name="connsiteY1" fmla="*/ 255349 h 418366"/>
                <a:gd name="connsiteX2" fmla="*/ 173773 w 418366"/>
                <a:gd name="connsiteY2" fmla="*/ 388333 h 418366"/>
                <a:gd name="connsiteX3" fmla="*/ 40788 w 418366"/>
                <a:gd name="connsiteY3" fmla="*/ 173773 h 418366"/>
                <a:gd name="connsiteX4" fmla="*/ 255349 w 418366"/>
                <a:gd name="connsiteY4" fmla="*/ 40788 h 418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366" h="418366">
                  <a:moveTo>
                    <a:pt x="255349" y="40788"/>
                  </a:moveTo>
                  <a:cubicBezTo>
                    <a:pt x="351321" y="63315"/>
                    <a:pt x="410860" y="159377"/>
                    <a:pt x="388333" y="255349"/>
                  </a:cubicBezTo>
                  <a:cubicBezTo>
                    <a:pt x="365807" y="351321"/>
                    <a:pt x="269745" y="410860"/>
                    <a:pt x="173773" y="388333"/>
                  </a:cubicBezTo>
                  <a:cubicBezTo>
                    <a:pt x="77801" y="365807"/>
                    <a:pt x="18261" y="269745"/>
                    <a:pt x="40788" y="173773"/>
                  </a:cubicBezTo>
                  <a:cubicBezTo>
                    <a:pt x="63315" y="77800"/>
                    <a:pt x="159377" y="18261"/>
                    <a:pt x="255349" y="40788"/>
                  </a:cubicBezTo>
                  <a:close/>
                </a:path>
              </a:pathLst>
            </a:custGeom>
            <a:solidFill>
              <a:srgbClr val="FFFFF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AD30419-1D5E-4016-9303-899A68008623}"/>
                </a:ext>
              </a:extLst>
            </p:cNvPr>
            <p:cNvSpPr/>
            <p:nvPr/>
          </p:nvSpPr>
          <p:spPr>
            <a:xfrm>
              <a:off x="8534418" y="2594836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8EA9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5D0B4CD-0C06-401D-99BD-9C0A7EAD85EA}"/>
                </a:ext>
              </a:extLst>
            </p:cNvPr>
            <p:cNvSpPr/>
            <p:nvPr/>
          </p:nvSpPr>
          <p:spPr>
            <a:xfrm>
              <a:off x="8533376" y="2923347"/>
              <a:ext cx="147306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</a:t>
              </a:r>
            </a:p>
          </p:txBody>
        </p:sp>
        <p:pic>
          <p:nvPicPr>
            <p:cNvPr id="181" name="Graphic 180" descr="Bullseye">
              <a:extLst>
                <a:ext uri="{FF2B5EF4-FFF2-40B4-BE49-F238E27FC236}">
                  <a16:creationId xmlns:a16="http://schemas.microsoft.com/office/drawing/2014/main" id="{0C92A63F-F097-49E1-BC5A-F9259CB28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410813" y="3636140"/>
              <a:ext cx="264869" cy="264869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8BC880D-4D51-4410-8DC6-F098BC223FEA}"/>
              </a:ext>
            </a:extLst>
          </p:cNvPr>
          <p:cNvGrpSpPr/>
          <p:nvPr/>
        </p:nvGrpSpPr>
        <p:grpSpPr>
          <a:xfrm>
            <a:off x="9635522" y="1887069"/>
            <a:ext cx="1755185" cy="4061111"/>
            <a:chOff x="9635522" y="1887069"/>
            <a:chExt cx="1755185" cy="4061111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845C15-0811-495C-9CDA-B0E9C5660EEC}"/>
                </a:ext>
              </a:extLst>
            </p:cNvPr>
            <p:cNvSpPr/>
            <p:nvPr/>
          </p:nvSpPr>
          <p:spPr>
            <a:xfrm>
              <a:off x="9917640" y="2171864"/>
              <a:ext cx="864624" cy="3751354"/>
            </a:xfrm>
            <a:custGeom>
              <a:avLst/>
              <a:gdLst>
                <a:gd name="connsiteX0" fmla="*/ 870482 w 864624"/>
                <a:gd name="connsiteY0" fmla="*/ 0 h 3751353"/>
                <a:gd name="connsiteX1" fmla="*/ 0 w 864624"/>
                <a:gd name="connsiteY1" fmla="*/ 0 h 3751353"/>
                <a:gd name="connsiteX2" fmla="*/ 0 w 864624"/>
                <a:gd name="connsiteY2" fmla="*/ 3760279 h 375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4624" h="3751353">
                  <a:moveTo>
                    <a:pt x="870482" y="0"/>
                  </a:moveTo>
                  <a:lnTo>
                    <a:pt x="0" y="0"/>
                  </a:lnTo>
                  <a:lnTo>
                    <a:pt x="0" y="3760279"/>
                  </a:lnTo>
                </a:path>
              </a:pathLst>
            </a:custGeom>
            <a:noFill/>
            <a:ln w="80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2F1D63B-C9C3-4977-96A5-15693274DE1F}"/>
                </a:ext>
              </a:extLst>
            </p:cNvPr>
            <p:cNvSpPr/>
            <p:nvPr/>
          </p:nvSpPr>
          <p:spPr>
            <a:xfrm>
              <a:off x="9900627" y="5920289"/>
              <a:ext cx="27891" cy="27891"/>
            </a:xfrm>
            <a:custGeom>
              <a:avLst/>
              <a:gdLst>
                <a:gd name="connsiteX0" fmla="*/ 33469 w 27891"/>
                <a:gd name="connsiteY0" fmla="*/ 16735 h 27891"/>
                <a:gd name="connsiteX1" fmla="*/ 16735 w 27891"/>
                <a:gd name="connsiteY1" fmla="*/ 33470 h 27891"/>
                <a:gd name="connsiteX2" fmla="*/ 0 w 27891"/>
                <a:gd name="connsiteY2" fmla="*/ 16735 h 27891"/>
                <a:gd name="connsiteX3" fmla="*/ 16735 w 27891"/>
                <a:gd name="connsiteY3" fmla="*/ 0 h 27891"/>
                <a:gd name="connsiteX4" fmla="*/ 33469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5"/>
                  </a:moveTo>
                  <a:cubicBezTo>
                    <a:pt x="33469" y="25939"/>
                    <a:pt x="25939" y="33470"/>
                    <a:pt x="16735" y="33470"/>
                  </a:cubicBezTo>
                  <a:cubicBezTo>
                    <a:pt x="7530" y="33470"/>
                    <a:pt x="0" y="25939"/>
                    <a:pt x="0" y="16735"/>
                  </a:cubicBezTo>
                  <a:cubicBezTo>
                    <a:pt x="0" y="7531"/>
                    <a:pt x="7530" y="0"/>
                    <a:pt x="16735" y="0"/>
                  </a:cubicBezTo>
                  <a:cubicBezTo>
                    <a:pt x="25939" y="0"/>
                    <a:pt x="33469" y="7391"/>
                    <a:pt x="33469" y="16735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EC737CF-55B7-4CF4-AD21-E7B48208446A}"/>
                </a:ext>
              </a:extLst>
            </p:cNvPr>
            <p:cNvSpPr/>
            <p:nvPr/>
          </p:nvSpPr>
          <p:spPr>
            <a:xfrm>
              <a:off x="10783101" y="2155129"/>
              <a:ext cx="27891" cy="27891"/>
            </a:xfrm>
            <a:custGeom>
              <a:avLst/>
              <a:gdLst>
                <a:gd name="connsiteX0" fmla="*/ 33470 w 27891"/>
                <a:gd name="connsiteY0" fmla="*/ 16735 h 27891"/>
                <a:gd name="connsiteX1" fmla="*/ 16735 w 27891"/>
                <a:gd name="connsiteY1" fmla="*/ 33469 h 27891"/>
                <a:gd name="connsiteX2" fmla="*/ 0 w 27891"/>
                <a:gd name="connsiteY2" fmla="*/ 16735 h 27891"/>
                <a:gd name="connsiteX3" fmla="*/ 16735 w 27891"/>
                <a:gd name="connsiteY3" fmla="*/ 0 h 27891"/>
                <a:gd name="connsiteX4" fmla="*/ 33470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70" y="16735"/>
                  </a:moveTo>
                  <a:cubicBezTo>
                    <a:pt x="33470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5"/>
                  </a:cubicBezTo>
                  <a:cubicBezTo>
                    <a:pt x="0" y="7531"/>
                    <a:pt x="7531" y="0"/>
                    <a:pt x="16735" y="0"/>
                  </a:cubicBezTo>
                  <a:cubicBezTo>
                    <a:pt x="25939" y="0"/>
                    <a:pt x="33470" y="7531"/>
                    <a:pt x="33470" y="16735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F6BB900-0D7E-41ED-8004-71A91982FE89}"/>
                </a:ext>
              </a:extLst>
            </p:cNvPr>
            <p:cNvSpPr/>
            <p:nvPr/>
          </p:nvSpPr>
          <p:spPr>
            <a:xfrm>
              <a:off x="9635522" y="3482607"/>
              <a:ext cx="571768" cy="850679"/>
            </a:xfrm>
            <a:custGeom>
              <a:avLst/>
              <a:gdLst>
                <a:gd name="connsiteX0" fmla="*/ 534673 w 571767"/>
                <a:gd name="connsiteY0" fmla="*/ 455741 h 850678"/>
                <a:gd name="connsiteX1" fmla="*/ 584597 w 571767"/>
                <a:gd name="connsiteY1" fmla="*/ 292299 h 850678"/>
                <a:gd name="connsiteX2" fmla="*/ 292299 w 571767"/>
                <a:gd name="connsiteY2" fmla="*/ 0 h 850678"/>
                <a:gd name="connsiteX3" fmla="*/ 0 w 571767"/>
                <a:gd name="connsiteY3" fmla="*/ 292299 h 850678"/>
                <a:gd name="connsiteX4" fmla="*/ 49925 w 571767"/>
                <a:gd name="connsiteY4" fmla="*/ 455741 h 850678"/>
                <a:gd name="connsiteX5" fmla="*/ 292299 w 571767"/>
                <a:gd name="connsiteY5" fmla="*/ 860162 h 850678"/>
                <a:gd name="connsiteX6" fmla="*/ 534673 w 571767"/>
                <a:gd name="connsiteY6" fmla="*/ 455741 h 85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767" h="850678">
                  <a:moveTo>
                    <a:pt x="534673" y="455741"/>
                  </a:moveTo>
                  <a:cubicBezTo>
                    <a:pt x="566189" y="409023"/>
                    <a:pt x="584597" y="352822"/>
                    <a:pt x="584597" y="292299"/>
                  </a:cubicBezTo>
                  <a:cubicBezTo>
                    <a:pt x="584597" y="130809"/>
                    <a:pt x="453788" y="0"/>
                    <a:pt x="292299" y="0"/>
                  </a:cubicBezTo>
                  <a:cubicBezTo>
                    <a:pt x="130809" y="0"/>
                    <a:pt x="0" y="130809"/>
                    <a:pt x="0" y="292299"/>
                  </a:cubicBezTo>
                  <a:cubicBezTo>
                    <a:pt x="0" y="352822"/>
                    <a:pt x="18408" y="409162"/>
                    <a:pt x="49925" y="455741"/>
                  </a:cubicBezTo>
                  <a:lnTo>
                    <a:pt x="292299" y="860162"/>
                  </a:lnTo>
                  <a:lnTo>
                    <a:pt x="534673" y="455741"/>
                  </a:lnTo>
                  <a:close/>
                </a:path>
              </a:pathLst>
            </a:custGeom>
            <a:solidFill>
              <a:srgbClr val="808F94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FE0793D-47AE-44BB-AF22-A63A667D9A18}"/>
                </a:ext>
              </a:extLst>
            </p:cNvPr>
            <p:cNvSpPr/>
            <p:nvPr/>
          </p:nvSpPr>
          <p:spPr>
            <a:xfrm>
              <a:off x="9749318" y="3596402"/>
              <a:ext cx="348639" cy="348639"/>
            </a:xfrm>
            <a:custGeom>
              <a:avLst/>
              <a:gdLst>
                <a:gd name="connsiteX0" fmla="*/ 357006 w 348638"/>
                <a:gd name="connsiteY0" fmla="*/ 178503 h 348638"/>
                <a:gd name="connsiteX1" fmla="*/ 178503 w 348638"/>
                <a:gd name="connsiteY1" fmla="*/ 357006 h 348638"/>
                <a:gd name="connsiteX2" fmla="*/ 0 w 348638"/>
                <a:gd name="connsiteY2" fmla="*/ 178503 h 348638"/>
                <a:gd name="connsiteX3" fmla="*/ 178503 w 348638"/>
                <a:gd name="connsiteY3" fmla="*/ 0 h 348638"/>
                <a:gd name="connsiteX4" fmla="*/ 357006 w 348638"/>
                <a:gd name="connsiteY4" fmla="*/ 178503 h 34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38" h="348638">
                  <a:moveTo>
                    <a:pt x="357006" y="178503"/>
                  </a:moveTo>
                  <a:cubicBezTo>
                    <a:pt x="357006" y="277088"/>
                    <a:pt x="277088" y="357006"/>
                    <a:pt x="178503" y="357006"/>
                  </a:cubicBezTo>
                  <a:cubicBezTo>
                    <a:pt x="79918" y="357006"/>
                    <a:pt x="0" y="277088"/>
                    <a:pt x="0" y="178503"/>
                  </a:cubicBezTo>
                  <a:cubicBezTo>
                    <a:pt x="0" y="79918"/>
                    <a:pt x="79919" y="0"/>
                    <a:pt x="178503" y="0"/>
                  </a:cubicBezTo>
                  <a:cubicBezTo>
                    <a:pt x="277088" y="0"/>
                    <a:pt x="357006" y="79918"/>
                    <a:pt x="357006" y="178503"/>
                  </a:cubicBezTo>
                  <a:close/>
                </a:path>
              </a:pathLst>
            </a:custGeom>
            <a:solidFill>
              <a:srgbClr val="FFFFF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1987722-ECAC-44F3-8AA6-9FB70F39A892}"/>
                </a:ext>
              </a:extLst>
            </p:cNvPr>
            <p:cNvSpPr/>
            <p:nvPr/>
          </p:nvSpPr>
          <p:spPr>
            <a:xfrm>
              <a:off x="9898254" y="1887069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808F94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F379DE4-F108-43AB-A958-3CB7694361DA}"/>
                </a:ext>
              </a:extLst>
            </p:cNvPr>
            <p:cNvSpPr/>
            <p:nvPr/>
          </p:nvSpPr>
          <p:spPr>
            <a:xfrm>
              <a:off x="9917640" y="2234057"/>
              <a:ext cx="147306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 printing and typesetting</a:t>
              </a:r>
            </a:p>
          </p:txBody>
        </p:sp>
        <p:pic>
          <p:nvPicPr>
            <p:cNvPr id="182" name="Graphic 181" descr="List">
              <a:extLst>
                <a:ext uri="{FF2B5EF4-FFF2-40B4-BE49-F238E27FC236}">
                  <a16:creationId xmlns:a16="http://schemas.microsoft.com/office/drawing/2014/main" id="{6C116754-5161-47B8-818B-775311241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96083" y="3636140"/>
              <a:ext cx="264869" cy="26486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C3F4DE-D228-4A82-97DD-7EF5E1E0D4B8}"/>
              </a:ext>
            </a:extLst>
          </p:cNvPr>
          <p:cNvGrpSpPr/>
          <p:nvPr/>
        </p:nvGrpSpPr>
        <p:grpSpPr>
          <a:xfrm>
            <a:off x="2759666" y="2594836"/>
            <a:ext cx="1748213" cy="3349719"/>
            <a:chOff x="2759666" y="2594836"/>
            <a:chExt cx="1748213" cy="3349719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2EFD50-1773-47A3-88D5-B9D80DC01815}"/>
                </a:ext>
              </a:extLst>
            </p:cNvPr>
            <p:cNvSpPr/>
            <p:nvPr/>
          </p:nvSpPr>
          <p:spPr>
            <a:xfrm>
              <a:off x="3051965" y="2873883"/>
              <a:ext cx="864624" cy="3054076"/>
            </a:xfrm>
            <a:custGeom>
              <a:avLst/>
              <a:gdLst>
                <a:gd name="connsiteX0" fmla="*/ 870482 w 864624"/>
                <a:gd name="connsiteY0" fmla="*/ 0 h 3054076"/>
                <a:gd name="connsiteX1" fmla="*/ 0 w 864624"/>
                <a:gd name="connsiteY1" fmla="*/ 0 h 3054076"/>
                <a:gd name="connsiteX2" fmla="*/ 0 w 864624"/>
                <a:gd name="connsiteY2" fmla="*/ 3054773 h 305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4624" h="3054076">
                  <a:moveTo>
                    <a:pt x="870482" y="0"/>
                  </a:moveTo>
                  <a:lnTo>
                    <a:pt x="0" y="0"/>
                  </a:lnTo>
                  <a:lnTo>
                    <a:pt x="0" y="3054773"/>
                  </a:lnTo>
                </a:path>
              </a:pathLst>
            </a:custGeom>
            <a:noFill/>
            <a:ln w="800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86F37B-2A83-41A2-B7E7-0CB350E7C073}"/>
                </a:ext>
              </a:extLst>
            </p:cNvPr>
            <p:cNvSpPr/>
            <p:nvPr/>
          </p:nvSpPr>
          <p:spPr>
            <a:xfrm>
              <a:off x="3034812" y="5916664"/>
              <a:ext cx="27891" cy="27891"/>
            </a:xfrm>
            <a:custGeom>
              <a:avLst/>
              <a:gdLst>
                <a:gd name="connsiteX0" fmla="*/ 33469 w 27891"/>
                <a:gd name="connsiteY0" fmla="*/ 16734 h 27891"/>
                <a:gd name="connsiteX1" fmla="*/ 16735 w 27891"/>
                <a:gd name="connsiteY1" fmla="*/ 33469 h 27891"/>
                <a:gd name="connsiteX2" fmla="*/ 0 w 27891"/>
                <a:gd name="connsiteY2" fmla="*/ 16734 h 27891"/>
                <a:gd name="connsiteX3" fmla="*/ 16735 w 27891"/>
                <a:gd name="connsiteY3" fmla="*/ 0 h 27891"/>
                <a:gd name="connsiteX4" fmla="*/ 33469 w 27891"/>
                <a:gd name="connsiteY4" fmla="*/ 16734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4"/>
                  </a:moveTo>
                  <a:cubicBezTo>
                    <a:pt x="33469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4"/>
                  </a:cubicBezTo>
                  <a:cubicBezTo>
                    <a:pt x="0" y="7530"/>
                    <a:pt x="7531" y="0"/>
                    <a:pt x="16735" y="0"/>
                  </a:cubicBezTo>
                  <a:cubicBezTo>
                    <a:pt x="25939" y="0"/>
                    <a:pt x="33469" y="7530"/>
                    <a:pt x="33469" y="16734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A1BC33-A1F9-4C1A-A401-A52B202A6197}"/>
                </a:ext>
              </a:extLst>
            </p:cNvPr>
            <p:cNvSpPr/>
            <p:nvPr/>
          </p:nvSpPr>
          <p:spPr>
            <a:xfrm>
              <a:off x="3917426" y="2857149"/>
              <a:ext cx="27891" cy="27891"/>
            </a:xfrm>
            <a:custGeom>
              <a:avLst/>
              <a:gdLst>
                <a:gd name="connsiteX0" fmla="*/ 33469 w 27891"/>
                <a:gd name="connsiteY0" fmla="*/ 16735 h 27891"/>
                <a:gd name="connsiteX1" fmla="*/ 16735 w 27891"/>
                <a:gd name="connsiteY1" fmla="*/ 33469 h 27891"/>
                <a:gd name="connsiteX2" fmla="*/ 0 w 27891"/>
                <a:gd name="connsiteY2" fmla="*/ 16735 h 27891"/>
                <a:gd name="connsiteX3" fmla="*/ 16735 w 27891"/>
                <a:gd name="connsiteY3" fmla="*/ 0 h 27891"/>
                <a:gd name="connsiteX4" fmla="*/ 33469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5"/>
                  </a:moveTo>
                  <a:cubicBezTo>
                    <a:pt x="33469" y="25977"/>
                    <a:pt x="25977" y="33469"/>
                    <a:pt x="16735" y="33469"/>
                  </a:cubicBezTo>
                  <a:cubicBezTo>
                    <a:pt x="7492" y="33469"/>
                    <a:pt x="0" y="25977"/>
                    <a:pt x="0" y="16735"/>
                  </a:cubicBezTo>
                  <a:cubicBezTo>
                    <a:pt x="0" y="7492"/>
                    <a:pt x="7492" y="0"/>
                    <a:pt x="16735" y="0"/>
                  </a:cubicBezTo>
                  <a:cubicBezTo>
                    <a:pt x="25977" y="0"/>
                    <a:pt x="33469" y="7492"/>
                    <a:pt x="33469" y="16735"/>
                  </a:cubicBezTo>
                  <a:close/>
                </a:path>
              </a:pathLst>
            </a:custGeom>
            <a:solidFill>
              <a:srgbClr val="140436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270A150-C128-443D-A7B0-2C5B8CDBAE52}"/>
                </a:ext>
              </a:extLst>
            </p:cNvPr>
            <p:cNvSpPr/>
            <p:nvPr/>
          </p:nvSpPr>
          <p:spPr>
            <a:xfrm>
              <a:off x="2759666" y="3479120"/>
              <a:ext cx="571768" cy="850679"/>
            </a:xfrm>
            <a:custGeom>
              <a:avLst/>
              <a:gdLst>
                <a:gd name="connsiteX0" fmla="*/ 534673 w 571767"/>
                <a:gd name="connsiteY0" fmla="*/ 455741 h 850678"/>
                <a:gd name="connsiteX1" fmla="*/ 584598 w 571767"/>
                <a:gd name="connsiteY1" fmla="*/ 292299 h 850678"/>
                <a:gd name="connsiteX2" fmla="*/ 292299 w 571767"/>
                <a:gd name="connsiteY2" fmla="*/ 0 h 850678"/>
                <a:gd name="connsiteX3" fmla="*/ 0 w 571767"/>
                <a:gd name="connsiteY3" fmla="*/ 292299 h 850678"/>
                <a:gd name="connsiteX4" fmla="*/ 49925 w 571767"/>
                <a:gd name="connsiteY4" fmla="*/ 455741 h 850678"/>
                <a:gd name="connsiteX5" fmla="*/ 292299 w 571767"/>
                <a:gd name="connsiteY5" fmla="*/ 860162 h 850678"/>
                <a:gd name="connsiteX6" fmla="*/ 534673 w 571767"/>
                <a:gd name="connsiteY6" fmla="*/ 455741 h 85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767" h="850678">
                  <a:moveTo>
                    <a:pt x="534673" y="455741"/>
                  </a:moveTo>
                  <a:cubicBezTo>
                    <a:pt x="566190" y="409023"/>
                    <a:pt x="584598" y="352822"/>
                    <a:pt x="584598" y="292299"/>
                  </a:cubicBezTo>
                  <a:cubicBezTo>
                    <a:pt x="584598" y="130809"/>
                    <a:pt x="453788" y="0"/>
                    <a:pt x="292299" y="0"/>
                  </a:cubicBezTo>
                  <a:cubicBezTo>
                    <a:pt x="130809" y="0"/>
                    <a:pt x="0" y="130809"/>
                    <a:pt x="0" y="292299"/>
                  </a:cubicBezTo>
                  <a:cubicBezTo>
                    <a:pt x="0" y="352822"/>
                    <a:pt x="18408" y="409162"/>
                    <a:pt x="49925" y="455741"/>
                  </a:cubicBezTo>
                  <a:lnTo>
                    <a:pt x="292299" y="860162"/>
                  </a:lnTo>
                  <a:lnTo>
                    <a:pt x="534673" y="455741"/>
                  </a:lnTo>
                  <a:close/>
                </a:path>
              </a:pathLst>
            </a:custGeom>
            <a:solidFill>
              <a:srgbClr val="F15A24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272B5E7-7771-4B7B-935F-78BC2CC20AC0}"/>
                </a:ext>
              </a:extLst>
            </p:cNvPr>
            <p:cNvSpPr/>
            <p:nvPr/>
          </p:nvSpPr>
          <p:spPr>
            <a:xfrm>
              <a:off x="2799666" y="3518939"/>
              <a:ext cx="502040" cy="502040"/>
            </a:xfrm>
            <a:custGeom>
              <a:avLst/>
              <a:gdLst>
                <a:gd name="connsiteX0" fmla="*/ 378659 w 502039"/>
                <a:gd name="connsiteY0" fmla="*/ 126220 h 502039"/>
                <a:gd name="connsiteX1" fmla="*/ 378659 w 502039"/>
                <a:gd name="connsiteY1" fmla="*/ 378659 h 502039"/>
                <a:gd name="connsiteX2" fmla="*/ 126219 w 502039"/>
                <a:gd name="connsiteY2" fmla="*/ 378659 h 502039"/>
                <a:gd name="connsiteX3" fmla="*/ 126219 w 502039"/>
                <a:gd name="connsiteY3" fmla="*/ 126219 h 502039"/>
                <a:gd name="connsiteX4" fmla="*/ 378659 w 502039"/>
                <a:gd name="connsiteY4" fmla="*/ 126220 h 50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2039" h="502039">
                  <a:moveTo>
                    <a:pt x="378659" y="126220"/>
                  </a:moveTo>
                  <a:cubicBezTo>
                    <a:pt x="448368" y="195929"/>
                    <a:pt x="448368" y="308949"/>
                    <a:pt x="378659" y="378659"/>
                  </a:cubicBezTo>
                  <a:cubicBezTo>
                    <a:pt x="308949" y="448368"/>
                    <a:pt x="195929" y="448368"/>
                    <a:pt x="126219" y="378659"/>
                  </a:cubicBezTo>
                  <a:cubicBezTo>
                    <a:pt x="56510" y="308949"/>
                    <a:pt x="56510" y="195929"/>
                    <a:pt x="126219" y="126219"/>
                  </a:cubicBezTo>
                  <a:cubicBezTo>
                    <a:pt x="195929" y="56510"/>
                    <a:pt x="308949" y="56510"/>
                    <a:pt x="378659" y="126220"/>
                  </a:cubicBezTo>
                  <a:close/>
                </a:path>
              </a:pathLst>
            </a:custGeom>
            <a:solidFill>
              <a:srgbClr val="FFFFF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61FAF89-7A5D-4FA6-B0E9-845D3CCC05C3}"/>
                </a:ext>
              </a:extLst>
            </p:cNvPr>
            <p:cNvSpPr/>
            <p:nvPr/>
          </p:nvSpPr>
          <p:spPr>
            <a:xfrm>
              <a:off x="3035854" y="2594836"/>
              <a:ext cx="10951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15A24"/>
                  </a:solidFill>
                  <a:latin typeface="Roboto" pitchFamily="2" charset="0"/>
                  <a:ea typeface="Roboto" pitchFamily="2" charset="0"/>
                </a:rPr>
                <a:t>Lorem Ipsum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48AC54C-8802-4E2C-ABA7-868C65A90ADD}"/>
                </a:ext>
              </a:extLst>
            </p:cNvPr>
            <p:cNvSpPr/>
            <p:nvPr/>
          </p:nvSpPr>
          <p:spPr>
            <a:xfrm>
              <a:off x="3034812" y="2923347"/>
              <a:ext cx="147306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 is simply dummy text of the</a:t>
              </a:r>
            </a:p>
          </p:txBody>
        </p:sp>
        <p:pic>
          <p:nvPicPr>
            <p:cNvPr id="176" name="Graphic 175" descr="Circles with arrows">
              <a:extLst>
                <a:ext uri="{FF2B5EF4-FFF2-40B4-BE49-F238E27FC236}">
                  <a16:creationId xmlns:a16="http://schemas.microsoft.com/office/drawing/2014/main" id="{5ED18D37-B384-4F8E-8F07-502CCD622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890882" y="3622784"/>
              <a:ext cx="320492" cy="32049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796D21-54A9-4B3C-8B0F-753CD2C7DC70}"/>
              </a:ext>
            </a:extLst>
          </p:cNvPr>
          <p:cNvGrpSpPr/>
          <p:nvPr/>
        </p:nvGrpSpPr>
        <p:grpSpPr>
          <a:xfrm>
            <a:off x="1381705" y="1887069"/>
            <a:ext cx="1754896" cy="4057486"/>
            <a:chOff x="1381705" y="1887069"/>
            <a:chExt cx="1754896" cy="405748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B72F1A-170A-4DE4-A15E-D16A05931942}"/>
                </a:ext>
              </a:extLst>
            </p:cNvPr>
            <p:cNvSpPr/>
            <p:nvPr/>
          </p:nvSpPr>
          <p:spPr>
            <a:xfrm>
              <a:off x="1657549" y="5916664"/>
              <a:ext cx="27891" cy="27891"/>
            </a:xfrm>
            <a:custGeom>
              <a:avLst/>
              <a:gdLst>
                <a:gd name="connsiteX0" fmla="*/ 33469 w 27891"/>
                <a:gd name="connsiteY0" fmla="*/ 16734 h 27891"/>
                <a:gd name="connsiteX1" fmla="*/ 16735 w 27891"/>
                <a:gd name="connsiteY1" fmla="*/ 33469 h 27891"/>
                <a:gd name="connsiteX2" fmla="*/ 0 w 27891"/>
                <a:gd name="connsiteY2" fmla="*/ 16734 h 27891"/>
                <a:gd name="connsiteX3" fmla="*/ 16735 w 27891"/>
                <a:gd name="connsiteY3" fmla="*/ 0 h 27891"/>
                <a:gd name="connsiteX4" fmla="*/ 33469 w 27891"/>
                <a:gd name="connsiteY4" fmla="*/ 16734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4"/>
                  </a:moveTo>
                  <a:cubicBezTo>
                    <a:pt x="33469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4"/>
                  </a:cubicBezTo>
                  <a:cubicBezTo>
                    <a:pt x="0" y="7530"/>
                    <a:pt x="7531" y="0"/>
                    <a:pt x="16735" y="0"/>
                  </a:cubicBezTo>
                  <a:cubicBezTo>
                    <a:pt x="25939" y="0"/>
                    <a:pt x="33469" y="7530"/>
                    <a:pt x="33469" y="16734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703D74-E578-4995-9A61-2BC4D537CF28}"/>
                </a:ext>
              </a:extLst>
            </p:cNvPr>
            <p:cNvSpPr/>
            <p:nvPr/>
          </p:nvSpPr>
          <p:spPr>
            <a:xfrm>
              <a:off x="2540023" y="2151643"/>
              <a:ext cx="27891" cy="27891"/>
            </a:xfrm>
            <a:custGeom>
              <a:avLst/>
              <a:gdLst>
                <a:gd name="connsiteX0" fmla="*/ 33469 w 27891"/>
                <a:gd name="connsiteY0" fmla="*/ 16735 h 27891"/>
                <a:gd name="connsiteX1" fmla="*/ 16735 w 27891"/>
                <a:gd name="connsiteY1" fmla="*/ 33469 h 27891"/>
                <a:gd name="connsiteX2" fmla="*/ 0 w 27891"/>
                <a:gd name="connsiteY2" fmla="*/ 16735 h 27891"/>
                <a:gd name="connsiteX3" fmla="*/ 16735 w 27891"/>
                <a:gd name="connsiteY3" fmla="*/ 0 h 27891"/>
                <a:gd name="connsiteX4" fmla="*/ 33469 w 27891"/>
                <a:gd name="connsiteY4" fmla="*/ 16735 h 2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1" h="27891">
                  <a:moveTo>
                    <a:pt x="33469" y="16735"/>
                  </a:moveTo>
                  <a:cubicBezTo>
                    <a:pt x="33469" y="25939"/>
                    <a:pt x="25939" y="33469"/>
                    <a:pt x="16735" y="33469"/>
                  </a:cubicBezTo>
                  <a:cubicBezTo>
                    <a:pt x="7531" y="33469"/>
                    <a:pt x="0" y="25939"/>
                    <a:pt x="0" y="16735"/>
                  </a:cubicBezTo>
                  <a:cubicBezTo>
                    <a:pt x="0" y="7531"/>
                    <a:pt x="7531" y="0"/>
                    <a:pt x="16735" y="0"/>
                  </a:cubicBezTo>
                  <a:cubicBezTo>
                    <a:pt x="25939" y="0"/>
                    <a:pt x="33469" y="7531"/>
                    <a:pt x="33469" y="16735"/>
                  </a:cubicBezTo>
                  <a:close/>
                </a:path>
              </a:pathLst>
            </a:custGeom>
            <a:solidFill>
              <a:schemeClr val="bg1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9AEE5A5-7A4D-46AD-B87E-B5E384CF51F0}"/>
                </a:ext>
              </a:extLst>
            </p:cNvPr>
            <p:cNvGrpSpPr/>
            <p:nvPr/>
          </p:nvGrpSpPr>
          <p:grpSpPr>
            <a:xfrm>
              <a:off x="1381705" y="1887069"/>
              <a:ext cx="1754896" cy="4032663"/>
              <a:chOff x="1381705" y="1887069"/>
              <a:chExt cx="1754896" cy="4032663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4A7B68A-F100-47DC-BE76-71E93EE647E8}"/>
                  </a:ext>
                </a:extLst>
              </p:cNvPr>
              <p:cNvSpPr/>
              <p:nvPr/>
            </p:nvSpPr>
            <p:spPr>
              <a:xfrm>
                <a:off x="1644148" y="1887069"/>
                <a:ext cx="109517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BB03B"/>
                    </a:solidFill>
                    <a:latin typeface="Roboto" pitchFamily="2" charset="0"/>
                    <a:ea typeface="Roboto" pitchFamily="2" charset="0"/>
                  </a:rPr>
                  <a:t>Lorem Ipsum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C58B7122-B4C6-4DAB-8481-588C4A1ACFEE}"/>
                  </a:ext>
                </a:extLst>
              </p:cNvPr>
              <p:cNvSpPr/>
              <p:nvPr/>
            </p:nvSpPr>
            <p:spPr>
              <a:xfrm>
                <a:off x="1663534" y="2234057"/>
                <a:ext cx="1473067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9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Lorem Ipsum is simply dummy text of the printing and typesetting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8C19690-7A6A-44E1-B11D-D23044DCAFF5}"/>
                  </a:ext>
                </a:extLst>
              </p:cNvPr>
              <p:cNvGrpSpPr/>
              <p:nvPr/>
            </p:nvGrpSpPr>
            <p:grpSpPr>
              <a:xfrm>
                <a:off x="1381705" y="2168378"/>
                <a:ext cx="1157481" cy="3751354"/>
                <a:chOff x="1381705" y="2168378"/>
                <a:chExt cx="1157481" cy="3751354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9D6B5A18-1DED-4F2A-9829-B34417AB6C20}"/>
                    </a:ext>
                  </a:extLst>
                </p:cNvPr>
                <p:cNvSpPr/>
                <p:nvPr/>
              </p:nvSpPr>
              <p:spPr>
                <a:xfrm>
                  <a:off x="1674562" y="2168378"/>
                  <a:ext cx="864624" cy="3751354"/>
                </a:xfrm>
                <a:custGeom>
                  <a:avLst/>
                  <a:gdLst>
                    <a:gd name="connsiteX0" fmla="*/ 870482 w 864624"/>
                    <a:gd name="connsiteY0" fmla="*/ 0 h 3751353"/>
                    <a:gd name="connsiteX1" fmla="*/ 0 w 864624"/>
                    <a:gd name="connsiteY1" fmla="*/ 0 h 3751353"/>
                    <a:gd name="connsiteX2" fmla="*/ 0 w 864624"/>
                    <a:gd name="connsiteY2" fmla="*/ 3760279 h 3751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64624" h="3751353">
                      <a:moveTo>
                        <a:pt x="870482" y="0"/>
                      </a:moveTo>
                      <a:lnTo>
                        <a:pt x="0" y="0"/>
                      </a:lnTo>
                      <a:lnTo>
                        <a:pt x="0" y="3760279"/>
                      </a:lnTo>
                    </a:path>
                  </a:pathLst>
                </a:custGeom>
                <a:noFill/>
                <a:ln w="8006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F3B12EB6-BE29-4461-B5C1-F72D42D22EF2}"/>
                    </a:ext>
                  </a:extLst>
                </p:cNvPr>
                <p:cNvSpPr/>
                <p:nvPr/>
              </p:nvSpPr>
              <p:spPr>
                <a:xfrm>
                  <a:off x="1381705" y="3498365"/>
                  <a:ext cx="571768" cy="850679"/>
                </a:xfrm>
                <a:custGeom>
                  <a:avLst/>
                  <a:gdLst>
                    <a:gd name="connsiteX0" fmla="*/ 534673 w 571767"/>
                    <a:gd name="connsiteY0" fmla="*/ 455741 h 850678"/>
                    <a:gd name="connsiteX1" fmla="*/ 584598 w 571767"/>
                    <a:gd name="connsiteY1" fmla="*/ 292299 h 850678"/>
                    <a:gd name="connsiteX2" fmla="*/ 292299 w 571767"/>
                    <a:gd name="connsiteY2" fmla="*/ 0 h 850678"/>
                    <a:gd name="connsiteX3" fmla="*/ 0 w 571767"/>
                    <a:gd name="connsiteY3" fmla="*/ 292299 h 850678"/>
                    <a:gd name="connsiteX4" fmla="*/ 49925 w 571767"/>
                    <a:gd name="connsiteY4" fmla="*/ 455741 h 850678"/>
                    <a:gd name="connsiteX5" fmla="*/ 292299 w 571767"/>
                    <a:gd name="connsiteY5" fmla="*/ 860162 h 850678"/>
                    <a:gd name="connsiteX6" fmla="*/ 534673 w 571767"/>
                    <a:gd name="connsiteY6" fmla="*/ 455741 h 850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71767" h="850678">
                      <a:moveTo>
                        <a:pt x="534673" y="455741"/>
                      </a:moveTo>
                      <a:cubicBezTo>
                        <a:pt x="566190" y="409023"/>
                        <a:pt x="584598" y="352823"/>
                        <a:pt x="584598" y="292299"/>
                      </a:cubicBezTo>
                      <a:cubicBezTo>
                        <a:pt x="584598" y="130809"/>
                        <a:pt x="453788" y="0"/>
                        <a:pt x="292299" y="0"/>
                      </a:cubicBezTo>
                      <a:cubicBezTo>
                        <a:pt x="130809" y="0"/>
                        <a:pt x="0" y="130809"/>
                        <a:pt x="0" y="292299"/>
                      </a:cubicBezTo>
                      <a:cubicBezTo>
                        <a:pt x="0" y="352823"/>
                        <a:pt x="18408" y="409163"/>
                        <a:pt x="49925" y="455741"/>
                      </a:cubicBezTo>
                      <a:lnTo>
                        <a:pt x="292299" y="860162"/>
                      </a:lnTo>
                      <a:lnTo>
                        <a:pt x="534673" y="455741"/>
                      </a:lnTo>
                      <a:close/>
                    </a:path>
                  </a:pathLst>
                </a:custGeom>
                <a:solidFill>
                  <a:srgbClr val="FBB03B"/>
                </a:solidFill>
                <a:ln w="139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0AFA3EC5-6FD1-4602-A2AD-403D93466209}"/>
                    </a:ext>
                  </a:extLst>
                </p:cNvPr>
                <p:cNvSpPr/>
                <p:nvPr/>
              </p:nvSpPr>
              <p:spPr>
                <a:xfrm>
                  <a:off x="1440795" y="3557322"/>
                  <a:ext cx="460203" cy="460203"/>
                </a:xfrm>
                <a:custGeom>
                  <a:avLst/>
                  <a:gdLst>
                    <a:gd name="connsiteX0" fmla="*/ 398151 w 460203"/>
                    <a:gd name="connsiteY0" fmla="*/ 164919 h 460203"/>
                    <a:gd name="connsiteX1" fmla="*/ 301545 w 460203"/>
                    <a:gd name="connsiteY1" fmla="*/ 398151 h 460203"/>
                    <a:gd name="connsiteX2" fmla="*/ 68313 w 460203"/>
                    <a:gd name="connsiteY2" fmla="*/ 301545 h 460203"/>
                    <a:gd name="connsiteX3" fmla="*/ 164919 w 460203"/>
                    <a:gd name="connsiteY3" fmla="*/ 68313 h 460203"/>
                    <a:gd name="connsiteX4" fmla="*/ 398151 w 460203"/>
                    <a:gd name="connsiteY4" fmla="*/ 164919 h 46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0203" h="460203">
                      <a:moveTo>
                        <a:pt x="398151" y="164919"/>
                      </a:moveTo>
                      <a:cubicBezTo>
                        <a:pt x="435879" y="256001"/>
                        <a:pt x="392628" y="360423"/>
                        <a:pt x="301545" y="398151"/>
                      </a:cubicBezTo>
                      <a:cubicBezTo>
                        <a:pt x="210463" y="435879"/>
                        <a:pt x="106041" y="392627"/>
                        <a:pt x="68313" y="301545"/>
                      </a:cubicBezTo>
                      <a:cubicBezTo>
                        <a:pt x="30585" y="210463"/>
                        <a:pt x="73837" y="106041"/>
                        <a:pt x="164919" y="68313"/>
                      </a:cubicBezTo>
                      <a:cubicBezTo>
                        <a:pt x="256001" y="30585"/>
                        <a:pt x="360423" y="73837"/>
                        <a:pt x="398151" y="1649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9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177" name="Graphic 176" descr="Lock">
                  <a:extLst>
                    <a:ext uri="{FF2B5EF4-FFF2-40B4-BE49-F238E27FC236}">
                      <a16:creationId xmlns:a16="http://schemas.microsoft.com/office/drawing/2014/main" id="{15FF5E53-9902-4250-BFF2-7F9D28189D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30951" y="3641745"/>
                  <a:ext cx="291356" cy="291356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" name="Title 4">
            <a:extLst>
              <a:ext uri="{FF2B5EF4-FFF2-40B4-BE49-F238E27FC236}">
                <a16:creationId xmlns:a16="http://schemas.microsoft.com/office/drawing/2014/main" id="{38559EAC-CAC4-4851-8843-0A37D4A18DEC}"/>
              </a:ext>
            </a:extLst>
          </p:cNvPr>
          <p:cNvSpPr txBox="1">
            <a:spLocks/>
          </p:cNvSpPr>
          <p:nvPr/>
        </p:nvSpPr>
        <p:spPr bwMode="auto">
          <a:xfrm>
            <a:off x="628744" y="421971"/>
            <a:ext cx="10934510" cy="70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460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605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en-US" sz="4400" dirty="0">
                <a:solidFill>
                  <a:schemeClr val="bg1"/>
                </a:solidFill>
                <a:latin typeface="Montserrat SemiBold" panose="00000700000000000000" pitchFamily="50" charset="0"/>
              </a:rPr>
              <a:t>Timeline Infographic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915CDE-0DBE-4B3F-ADFA-7F8C0F371537}"/>
              </a:ext>
            </a:extLst>
          </p:cNvPr>
          <p:cNvSpPr txBox="1">
            <a:spLocks/>
          </p:cNvSpPr>
          <p:nvPr/>
        </p:nvSpPr>
        <p:spPr>
          <a:xfrm>
            <a:off x="2904727" y="1128057"/>
            <a:ext cx="6382543" cy="317500"/>
          </a:xfrm>
          <a:prstGeom prst="rect">
            <a:avLst/>
          </a:prstGeom>
        </p:spPr>
        <p:txBody>
          <a:bodyPr/>
          <a:lstStyle>
            <a:lvl1pPr marL="365189" indent="-365189" algn="l" defTabSz="1460754" rtl="0" eaLnBrk="1" latinLnBrk="0" hangingPunct="1">
              <a:lnSpc>
                <a:spcPct val="90000"/>
              </a:lnSpc>
              <a:spcBef>
                <a:spcPts val="1598"/>
              </a:spcBef>
              <a:buFont typeface="Arial" panose="020B0604020202020204" pitchFamily="34" charset="0"/>
              <a:buChar char="•"/>
              <a:defRPr sz="4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95566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8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5943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31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56320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86697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17074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47451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7828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08205" indent="-365189" algn="l" defTabSz="1460754" rtl="0" eaLnBrk="1" latinLnBrk="0" hangingPunct="1">
              <a:lnSpc>
                <a:spcPct val="90000"/>
              </a:lnSpc>
              <a:spcBef>
                <a:spcPts val="799"/>
              </a:spcBef>
              <a:buFont typeface="Arial" panose="020B0604020202020204" pitchFamily="34" charset="0"/>
              <a:buChar char="•"/>
              <a:defRPr sz="287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spc="300" dirty="0">
                <a:solidFill>
                  <a:schemeClr val="bg1"/>
                </a:solidFill>
                <a:latin typeface="Montserrat" panose="00000500000000000000" pitchFamily="2" charset="0"/>
              </a:rPr>
              <a:t>Sub title here</a:t>
            </a: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spc="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3E04B8-2B1C-48FC-AB4D-CC16F092D0EB}"/>
              </a:ext>
            </a:extLst>
          </p:cNvPr>
          <p:cNvGrpSpPr/>
          <p:nvPr/>
        </p:nvGrpSpPr>
        <p:grpSpPr>
          <a:xfrm>
            <a:off x="1480719" y="4677322"/>
            <a:ext cx="8628673" cy="390475"/>
            <a:chOff x="1480719" y="4677322"/>
            <a:chExt cx="8628673" cy="390475"/>
          </a:xfrm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AF9F120-BA81-4C33-AC28-D1D82F6E8F02}"/>
                </a:ext>
              </a:extLst>
            </p:cNvPr>
            <p:cNvSpPr/>
            <p:nvPr/>
          </p:nvSpPr>
          <p:spPr>
            <a:xfrm>
              <a:off x="8533963" y="4797254"/>
              <a:ext cx="1366664" cy="181292"/>
            </a:xfrm>
            <a:custGeom>
              <a:avLst/>
              <a:gdLst>
                <a:gd name="connsiteX0" fmla="*/ 0 w 1366664"/>
                <a:gd name="connsiteY0" fmla="*/ 0 h 181292"/>
                <a:gd name="connsiteX1" fmla="*/ 1367780 w 1366664"/>
                <a:gd name="connsiteY1" fmla="*/ 0 h 181292"/>
                <a:gd name="connsiteX2" fmla="*/ 1367780 w 1366664"/>
                <a:gd name="connsiteY2" fmla="*/ 185058 h 181292"/>
                <a:gd name="connsiteX3" fmla="*/ 0 w 1366664"/>
                <a:gd name="connsiteY3" fmla="*/ 185058 h 18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664" h="181292">
                  <a:moveTo>
                    <a:pt x="0" y="0"/>
                  </a:moveTo>
                  <a:lnTo>
                    <a:pt x="1367780" y="0"/>
                  </a:lnTo>
                  <a:lnTo>
                    <a:pt x="1367780" y="185058"/>
                  </a:lnTo>
                  <a:lnTo>
                    <a:pt x="0" y="185058"/>
                  </a:lnTo>
                  <a:close/>
                </a:path>
              </a:pathLst>
            </a:custGeom>
            <a:solidFill>
              <a:srgbClr val="248EA9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67DF22D-D660-43F4-AA43-90B71EFE3D64}"/>
                </a:ext>
              </a:extLst>
            </p:cNvPr>
            <p:cNvSpPr/>
            <p:nvPr/>
          </p:nvSpPr>
          <p:spPr>
            <a:xfrm>
              <a:off x="5802339" y="4797254"/>
              <a:ext cx="1366664" cy="181292"/>
            </a:xfrm>
            <a:custGeom>
              <a:avLst/>
              <a:gdLst>
                <a:gd name="connsiteX0" fmla="*/ 0 w 1366664"/>
                <a:gd name="connsiteY0" fmla="*/ 0 h 181292"/>
                <a:gd name="connsiteX1" fmla="*/ 1367780 w 1366664"/>
                <a:gd name="connsiteY1" fmla="*/ 0 h 181292"/>
                <a:gd name="connsiteX2" fmla="*/ 1367780 w 1366664"/>
                <a:gd name="connsiteY2" fmla="*/ 185058 h 181292"/>
                <a:gd name="connsiteX3" fmla="*/ 0 w 1366664"/>
                <a:gd name="connsiteY3" fmla="*/ 185058 h 18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664" h="181292">
                  <a:moveTo>
                    <a:pt x="0" y="0"/>
                  </a:moveTo>
                  <a:lnTo>
                    <a:pt x="1367780" y="0"/>
                  </a:lnTo>
                  <a:lnTo>
                    <a:pt x="1367780" y="185058"/>
                  </a:lnTo>
                  <a:lnTo>
                    <a:pt x="0" y="185058"/>
                  </a:lnTo>
                  <a:close/>
                </a:path>
              </a:pathLst>
            </a:custGeom>
            <a:solidFill>
              <a:srgbClr val="056793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74D5D86-A439-44B2-BC2E-FA3E117572CB}"/>
                </a:ext>
              </a:extLst>
            </p:cNvPr>
            <p:cNvSpPr/>
            <p:nvPr/>
          </p:nvSpPr>
          <p:spPr>
            <a:xfrm>
              <a:off x="3159612" y="4797254"/>
              <a:ext cx="1366664" cy="181292"/>
            </a:xfrm>
            <a:custGeom>
              <a:avLst/>
              <a:gdLst>
                <a:gd name="connsiteX0" fmla="*/ 0 w 1366664"/>
                <a:gd name="connsiteY0" fmla="*/ 0 h 181292"/>
                <a:gd name="connsiteX1" fmla="*/ 1367780 w 1366664"/>
                <a:gd name="connsiteY1" fmla="*/ 0 h 181292"/>
                <a:gd name="connsiteX2" fmla="*/ 1367780 w 1366664"/>
                <a:gd name="connsiteY2" fmla="*/ 185058 h 181292"/>
                <a:gd name="connsiteX3" fmla="*/ 0 w 1366664"/>
                <a:gd name="connsiteY3" fmla="*/ 185058 h 18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664" h="181292">
                  <a:moveTo>
                    <a:pt x="0" y="0"/>
                  </a:moveTo>
                  <a:lnTo>
                    <a:pt x="1367780" y="0"/>
                  </a:lnTo>
                  <a:lnTo>
                    <a:pt x="1367780" y="185058"/>
                  </a:lnTo>
                  <a:lnTo>
                    <a:pt x="0" y="185058"/>
                  </a:lnTo>
                  <a:close/>
                </a:path>
              </a:pathLst>
            </a:custGeom>
            <a:solidFill>
              <a:srgbClr val="F15A24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D8B8CD8-EECF-4E88-B78A-CD28A0D6AA64}"/>
                </a:ext>
              </a:extLst>
            </p:cNvPr>
            <p:cNvSpPr/>
            <p:nvPr/>
          </p:nvSpPr>
          <p:spPr>
            <a:xfrm>
              <a:off x="1670657" y="4797254"/>
              <a:ext cx="1366664" cy="181292"/>
            </a:xfrm>
            <a:custGeom>
              <a:avLst/>
              <a:gdLst>
                <a:gd name="connsiteX0" fmla="*/ 0 w 1366664"/>
                <a:gd name="connsiteY0" fmla="*/ 0 h 181292"/>
                <a:gd name="connsiteX1" fmla="*/ 1367780 w 1366664"/>
                <a:gd name="connsiteY1" fmla="*/ 0 h 181292"/>
                <a:gd name="connsiteX2" fmla="*/ 1367780 w 1366664"/>
                <a:gd name="connsiteY2" fmla="*/ 185058 h 181292"/>
                <a:gd name="connsiteX3" fmla="*/ 0 w 1366664"/>
                <a:gd name="connsiteY3" fmla="*/ 185058 h 18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664" h="181292">
                  <a:moveTo>
                    <a:pt x="0" y="0"/>
                  </a:moveTo>
                  <a:lnTo>
                    <a:pt x="1367780" y="0"/>
                  </a:lnTo>
                  <a:lnTo>
                    <a:pt x="1367780" y="185058"/>
                  </a:lnTo>
                  <a:lnTo>
                    <a:pt x="0" y="185058"/>
                  </a:lnTo>
                  <a:close/>
                </a:path>
              </a:pathLst>
            </a:custGeom>
            <a:solidFill>
              <a:srgbClr val="FBB03B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E2347AA-E53A-4083-B168-E542866A0654}"/>
                </a:ext>
              </a:extLst>
            </p:cNvPr>
            <p:cNvSpPr/>
            <p:nvPr/>
          </p:nvSpPr>
          <p:spPr>
            <a:xfrm>
              <a:off x="4472877" y="4797254"/>
              <a:ext cx="1366664" cy="181292"/>
            </a:xfrm>
            <a:custGeom>
              <a:avLst/>
              <a:gdLst>
                <a:gd name="connsiteX0" fmla="*/ 0 w 1366664"/>
                <a:gd name="connsiteY0" fmla="*/ 0 h 181292"/>
                <a:gd name="connsiteX1" fmla="*/ 1367780 w 1366664"/>
                <a:gd name="connsiteY1" fmla="*/ 0 h 181292"/>
                <a:gd name="connsiteX2" fmla="*/ 1367780 w 1366664"/>
                <a:gd name="connsiteY2" fmla="*/ 185058 h 181292"/>
                <a:gd name="connsiteX3" fmla="*/ 0 w 1366664"/>
                <a:gd name="connsiteY3" fmla="*/ 185058 h 18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664" h="181292">
                  <a:moveTo>
                    <a:pt x="0" y="0"/>
                  </a:moveTo>
                  <a:lnTo>
                    <a:pt x="1367780" y="0"/>
                  </a:lnTo>
                  <a:lnTo>
                    <a:pt x="1367780" y="185058"/>
                  </a:lnTo>
                  <a:lnTo>
                    <a:pt x="0" y="185058"/>
                  </a:lnTo>
                  <a:close/>
                </a:path>
              </a:pathLst>
            </a:custGeom>
            <a:solidFill>
              <a:srgbClr val="484C7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837F228-5C49-488C-8E2F-313814089D77}"/>
                </a:ext>
              </a:extLst>
            </p:cNvPr>
            <p:cNvSpPr/>
            <p:nvPr/>
          </p:nvSpPr>
          <p:spPr>
            <a:xfrm>
              <a:off x="7141778" y="4797254"/>
              <a:ext cx="1366664" cy="181292"/>
            </a:xfrm>
            <a:custGeom>
              <a:avLst/>
              <a:gdLst>
                <a:gd name="connsiteX0" fmla="*/ 0 w 1366664"/>
                <a:gd name="connsiteY0" fmla="*/ 0 h 181292"/>
                <a:gd name="connsiteX1" fmla="*/ 1367780 w 1366664"/>
                <a:gd name="connsiteY1" fmla="*/ 0 h 181292"/>
                <a:gd name="connsiteX2" fmla="*/ 1367780 w 1366664"/>
                <a:gd name="connsiteY2" fmla="*/ 185058 h 181292"/>
                <a:gd name="connsiteX3" fmla="*/ 0 w 1366664"/>
                <a:gd name="connsiteY3" fmla="*/ 185058 h 18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664" h="181292">
                  <a:moveTo>
                    <a:pt x="0" y="0"/>
                  </a:moveTo>
                  <a:lnTo>
                    <a:pt x="1367780" y="0"/>
                  </a:lnTo>
                  <a:lnTo>
                    <a:pt x="1367780" y="185058"/>
                  </a:lnTo>
                  <a:lnTo>
                    <a:pt x="0" y="185058"/>
                  </a:lnTo>
                  <a:close/>
                </a:path>
              </a:pathLst>
            </a:custGeom>
            <a:solidFill>
              <a:srgbClr val="248EA9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36A3D58-6EB0-42BB-8260-C073526E1CFC}"/>
                </a:ext>
              </a:extLst>
            </p:cNvPr>
            <p:cNvSpPr/>
            <p:nvPr/>
          </p:nvSpPr>
          <p:spPr>
            <a:xfrm>
              <a:off x="1480719" y="4677322"/>
              <a:ext cx="390476" cy="390475"/>
            </a:xfrm>
            <a:custGeom>
              <a:avLst/>
              <a:gdLst>
                <a:gd name="connsiteX0" fmla="*/ 393544 w 390475"/>
                <a:gd name="connsiteY0" fmla="*/ 196772 h 390475"/>
                <a:gd name="connsiteX1" fmla="*/ 196772 w 390475"/>
                <a:gd name="connsiteY1" fmla="*/ 393544 h 390475"/>
                <a:gd name="connsiteX2" fmla="*/ 0 w 390475"/>
                <a:gd name="connsiteY2" fmla="*/ 196772 h 390475"/>
                <a:gd name="connsiteX3" fmla="*/ 196772 w 390475"/>
                <a:gd name="connsiteY3" fmla="*/ 0 h 390475"/>
                <a:gd name="connsiteX4" fmla="*/ 393544 w 390475"/>
                <a:gd name="connsiteY4" fmla="*/ 196772 h 39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475" h="390475">
                  <a:moveTo>
                    <a:pt x="393544" y="196772"/>
                  </a:moveTo>
                  <a:cubicBezTo>
                    <a:pt x="393544" y="305446"/>
                    <a:pt x="305446" y="393544"/>
                    <a:pt x="196772" y="393544"/>
                  </a:cubicBezTo>
                  <a:cubicBezTo>
                    <a:pt x="88098" y="393544"/>
                    <a:pt x="0" y="305446"/>
                    <a:pt x="0" y="196772"/>
                  </a:cubicBezTo>
                  <a:cubicBezTo>
                    <a:pt x="0" y="88098"/>
                    <a:pt x="88098" y="0"/>
                    <a:pt x="196772" y="0"/>
                  </a:cubicBezTo>
                  <a:cubicBezTo>
                    <a:pt x="305446" y="0"/>
                    <a:pt x="393544" y="88098"/>
                    <a:pt x="393544" y="196772"/>
                  </a:cubicBezTo>
                  <a:close/>
                </a:path>
              </a:pathLst>
            </a:custGeom>
            <a:solidFill>
              <a:srgbClr val="E2EBF5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EE9DDAD-2D0A-4EB7-B72F-B9C9C28A42C1}"/>
                </a:ext>
              </a:extLst>
            </p:cNvPr>
            <p:cNvSpPr/>
            <p:nvPr/>
          </p:nvSpPr>
          <p:spPr>
            <a:xfrm>
              <a:off x="1516260" y="4712907"/>
              <a:ext cx="320748" cy="320748"/>
            </a:xfrm>
            <a:custGeom>
              <a:avLst/>
              <a:gdLst>
                <a:gd name="connsiteX0" fmla="*/ 275284 w 320747"/>
                <a:gd name="connsiteY0" fmla="*/ 114026 h 320747"/>
                <a:gd name="connsiteX1" fmla="*/ 208490 w 320747"/>
                <a:gd name="connsiteY1" fmla="*/ 275284 h 320747"/>
                <a:gd name="connsiteX2" fmla="*/ 47232 w 320747"/>
                <a:gd name="connsiteY2" fmla="*/ 208490 h 320747"/>
                <a:gd name="connsiteX3" fmla="*/ 114026 w 320747"/>
                <a:gd name="connsiteY3" fmla="*/ 47232 h 320747"/>
                <a:gd name="connsiteX4" fmla="*/ 275284 w 320747"/>
                <a:gd name="connsiteY4" fmla="*/ 114026 h 32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747" h="320747">
                  <a:moveTo>
                    <a:pt x="275284" y="114026"/>
                  </a:moveTo>
                  <a:cubicBezTo>
                    <a:pt x="301370" y="177001"/>
                    <a:pt x="271465" y="249199"/>
                    <a:pt x="208490" y="275284"/>
                  </a:cubicBezTo>
                  <a:cubicBezTo>
                    <a:pt x="145516" y="301370"/>
                    <a:pt x="73318" y="271465"/>
                    <a:pt x="47232" y="208490"/>
                  </a:cubicBezTo>
                  <a:cubicBezTo>
                    <a:pt x="21147" y="145515"/>
                    <a:pt x="51051" y="73318"/>
                    <a:pt x="114026" y="47232"/>
                  </a:cubicBezTo>
                  <a:cubicBezTo>
                    <a:pt x="177001" y="21146"/>
                    <a:pt x="249199" y="51051"/>
                    <a:pt x="275284" y="114026"/>
                  </a:cubicBezTo>
                  <a:close/>
                </a:path>
              </a:pathLst>
            </a:custGeom>
            <a:solidFill>
              <a:srgbClr val="FBB03B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FADC63B-DF7C-4E0C-A6B8-097A3A36F1AF}"/>
                </a:ext>
              </a:extLst>
            </p:cNvPr>
            <p:cNvSpPr/>
            <p:nvPr/>
          </p:nvSpPr>
          <p:spPr>
            <a:xfrm>
              <a:off x="2853798" y="4677322"/>
              <a:ext cx="390476" cy="390475"/>
            </a:xfrm>
            <a:custGeom>
              <a:avLst/>
              <a:gdLst>
                <a:gd name="connsiteX0" fmla="*/ 393544 w 390475"/>
                <a:gd name="connsiteY0" fmla="*/ 196772 h 390475"/>
                <a:gd name="connsiteX1" fmla="*/ 196772 w 390475"/>
                <a:gd name="connsiteY1" fmla="*/ 393544 h 390475"/>
                <a:gd name="connsiteX2" fmla="*/ 0 w 390475"/>
                <a:gd name="connsiteY2" fmla="*/ 196772 h 390475"/>
                <a:gd name="connsiteX3" fmla="*/ 196772 w 390475"/>
                <a:gd name="connsiteY3" fmla="*/ 0 h 390475"/>
                <a:gd name="connsiteX4" fmla="*/ 393544 w 390475"/>
                <a:gd name="connsiteY4" fmla="*/ 196772 h 39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475" h="390475">
                  <a:moveTo>
                    <a:pt x="393544" y="196772"/>
                  </a:moveTo>
                  <a:cubicBezTo>
                    <a:pt x="393544" y="305446"/>
                    <a:pt x="305446" y="393544"/>
                    <a:pt x="196772" y="393544"/>
                  </a:cubicBezTo>
                  <a:cubicBezTo>
                    <a:pt x="88098" y="393544"/>
                    <a:pt x="0" y="305446"/>
                    <a:pt x="0" y="196772"/>
                  </a:cubicBezTo>
                  <a:cubicBezTo>
                    <a:pt x="0" y="88098"/>
                    <a:pt x="88098" y="0"/>
                    <a:pt x="196772" y="0"/>
                  </a:cubicBezTo>
                  <a:cubicBezTo>
                    <a:pt x="305446" y="0"/>
                    <a:pt x="393544" y="88098"/>
                    <a:pt x="393544" y="196772"/>
                  </a:cubicBezTo>
                  <a:close/>
                </a:path>
              </a:pathLst>
            </a:custGeom>
            <a:solidFill>
              <a:srgbClr val="E2EBF5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659BDEB-91CF-40C7-89E5-DAF88C894F21}"/>
                </a:ext>
              </a:extLst>
            </p:cNvPr>
            <p:cNvSpPr/>
            <p:nvPr/>
          </p:nvSpPr>
          <p:spPr>
            <a:xfrm>
              <a:off x="2889325" y="4712965"/>
              <a:ext cx="320748" cy="320748"/>
            </a:xfrm>
            <a:custGeom>
              <a:avLst/>
              <a:gdLst>
                <a:gd name="connsiteX0" fmla="*/ 275223 w 320747"/>
                <a:gd name="connsiteY0" fmla="*/ 114125 h 320747"/>
                <a:gd name="connsiteX1" fmla="*/ 208071 w 320747"/>
                <a:gd name="connsiteY1" fmla="*/ 275223 h 320747"/>
                <a:gd name="connsiteX2" fmla="*/ 46973 w 320747"/>
                <a:gd name="connsiteY2" fmla="*/ 208071 h 320747"/>
                <a:gd name="connsiteX3" fmla="*/ 114125 w 320747"/>
                <a:gd name="connsiteY3" fmla="*/ 46973 h 320747"/>
                <a:gd name="connsiteX4" fmla="*/ 275223 w 320747"/>
                <a:gd name="connsiteY4" fmla="*/ 114125 h 32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747" h="320747">
                  <a:moveTo>
                    <a:pt x="275223" y="114125"/>
                  </a:moveTo>
                  <a:cubicBezTo>
                    <a:pt x="301165" y="177154"/>
                    <a:pt x="271100" y="249280"/>
                    <a:pt x="208071" y="275223"/>
                  </a:cubicBezTo>
                  <a:cubicBezTo>
                    <a:pt x="145041" y="301165"/>
                    <a:pt x="72915" y="271100"/>
                    <a:pt x="46973" y="208071"/>
                  </a:cubicBezTo>
                  <a:cubicBezTo>
                    <a:pt x="21031" y="145041"/>
                    <a:pt x="51095" y="72915"/>
                    <a:pt x="114125" y="46973"/>
                  </a:cubicBezTo>
                  <a:cubicBezTo>
                    <a:pt x="177154" y="21030"/>
                    <a:pt x="249280" y="51095"/>
                    <a:pt x="275223" y="114125"/>
                  </a:cubicBezTo>
                  <a:close/>
                </a:path>
              </a:pathLst>
            </a:custGeom>
            <a:solidFill>
              <a:srgbClr val="F15A24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CC1750A-4100-441B-97BA-73297C029067}"/>
                </a:ext>
              </a:extLst>
            </p:cNvPr>
            <p:cNvSpPr/>
            <p:nvPr/>
          </p:nvSpPr>
          <p:spPr>
            <a:xfrm>
              <a:off x="4226878" y="4677322"/>
              <a:ext cx="390476" cy="390475"/>
            </a:xfrm>
            <a:custGeom>
              <a:avLst/>
              <a:gdLst>
                <a:gd name="connsiteX0" fmla="*/ 393544 w 390475"/>
                <a:gd name="connsiteY0" fmla="*/ 196772 h 390475"/>
                <a:gd name="connsiteX1" fmla="*/ 196772 w 390475"/>
                <a:gd name="connsiteY1" fmla="*/ 393544 h 390475"/>
                <a:gd name="connsiteX2" fmla="*/ 0 w 390475"/>
                <a:gd name="connsiteY2" fmla="*/ 196772 h 390475"/>
                <a:gd name="connsiteX3" fmla="*/ 196772 w 390475"/>
                <a:gd name="connsiteY3" fmla="*/ 0 h 390475"/>
                <a:gd name="connsiteX4" fmla="*/ 393544 w 390475"/>
                <a:gd name="connsiteY4" fmla="*/ 196772 h 39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475" h="390475">
                  <a:moveTo>
                    <a:pt x="393544" y="196772"/>
                  </a:moveTo>
                  <a:cubicBezTo>
                    <a:pt x="393544" y="305446"/>
                    <a:pt x="305446" y="393544"/>
                    <a:pt x="196772" y="393544"/>
                  </a:cubicBezTo>
                  <a:cubicBezTo>
                    <a:pt x="88098" y="393544"/>
                    <a:pt x="0" y="305446"/>
                    <a:pt x="0" y="196772"/>
                  </a:cubicBezTo>
                  <a:cubicBezTo>
                    <a:pt x="0" y="88098"/>
                    <a:pt x="88098" y="0"/>
                    <a:pt x="196772" y="0"/>
                  </a:cubicBezTo>
                  <a:cubicBezTo>
                    <a:pt x="305446" y="0"/>
                    <a:pt x="393544" y="88098"/>
                    <a:pt x="393544" y="196772"/>
                  </a:cubicBezTo>
                  <a:close/>
                </a:path>
              </a:pathLst>
            </a:custGeom>
            <a:solidFill>
              <a:srgbClr val="E2EBF5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8AA7DA6-0D97-4627-B03E-86A472762D23}"/>
                </a:ext>
              </a:extLst>
            </p:cNvPr>
            <p:cNvSpPr/>
            <p:nvPr/>
          </p:nvSpPr>
          <p:spPr>
            <a:xfrm>
              <a:off x="4249007" y="4699530"/>
              <a:ext cx="348639" cy="348639"/>
            </a:xfrm>
            <a:custGeom>
              <a:avLst/>
              <a:gdLst>
                <a:gd name="connsiteX0" fmla="*/ 261807 w 348638"/>
                <a:gd name="connsiteY0" fmla="*/ 87269 h 348638"/>
                <a:gd name="connsiteX1" fmla="*/ 261807 w 348638"/>
                <a:gd name="connsiteY1" fmla="*/ 261807 h 348638"/>
                <a:gd name="connsiteX2" fmla="*/ 87269 w 348638"/>
                <a:gd name="connsiteY2" fmla="*/ 261807 h 348638"/>
                <a:gd name="connsiteX3" fmla="*/ 87269 w 348638"/>
                <a:gd name="connsiteY3" fmla="*/ 87269 h 348638"/>
                <a:gd name="connsiteX4" fmla="*/ 261807 w 348638"/>
                <a:gd name="connsiteY4" fmla="*/ 87269 h 34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38" h="348638">
                  <a:moveTo>
                    <a:pt x="261807" y="87269"/>
                  </a:moveTo>
                  <a:cubicBezTo>
                    <a:pt x="310004" y="135466"/>
                    <a:pt x="310004" y="213610"/>
                    <a:pt x="261807" y="261807"/>
                  </a:cubicBezTo>
                  <a:cubicBezTo>
                    <a:pt x="213610" y="310005"/>
                    <a:pt x="135466" y="310005"/>
                    <a:pt x="87269" y="261807"/>
                  </a:cubicBezTo>
                  <a:cubicBezTo>
                    <a:pt x="39071" y="213610"/>
                    <a:pt x="39071" y="135466"/>
                    <a:pt x="87269" y="87269"/>
                  </a:cubicBezTo>
                  <a:cubicBezTo>
                    <a:pt x="135466" y="39072"/>
                    <a:pt x="213610" y="39072"/>
                    <a:pt x="261807" y="87269"/>
                  </a:cubicBezTo>
                  <a:close/>
                </a:path>
              </a:pathLst>
            </a:custGeom>
            <a:solidFill>
              <a:srgbClr val="484C7F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C165CFB-2C17-48C5-923A-1783ACD303B8}"/>
                </a:ext>
              </a:extLst>
            </p:cNvPr>
            <p:cNvSpPr/>
            <p:nvPr/>
          </p:nvSpPr>
          <p:spPr>
            <a:xfrm>
              <a:off x="5599818" y="4677322"/>
              <a:ext cx="390476" cy="390475"/>
            </a:xfrm>
            <a:custGeom>
              <a:avLst/>
              <a:gdLst>
                <a:gd name="connsiteX0" fmla="*/ 393544 w 390475"/>
                <a:gd name="connsiteY0" fmla="*/ 196772 h 390475"/>
                <a:gd name="connsiteX1" fmla="*/ 196772 w 390475"/>
                <a:gd name="connsiteY1" fmla="*/ 393544 h 390475"/>
                <a:gd name="connsiteX2" fmla="*/ 1 w 390475"/>
                <a:gd name="connsiteY2" fmla="*/ 196772 h 390475"/>
                <a:gd name="connsiteX3" fmla="*/ 196772 w 390475"/>
                <a:gd name="connsiteY3" fmla="*/ 0 h 390475"/>
                <a:gd name="connsiteX4" fmla="*/ 393544 w 390475"/>
                <a:gd name="connsiteY4" fmla="*/ 196772 h 39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475" h="390475">
                  <a:moveTo>
                    <a:pt x="393544" y="196772"/>
                  </a:moveTo>
                  <a:cubicBezTo>
                    <a:pt x="393544" y="305446"/>
                    <a:pt x="305446" y="393544"/>
                    <a:pt x="196772" y="393544"/>
                  </a:cubicBezTo>
                  <a:cubicBezTo>
                    <a:pt x="88098" y="393544"/>
                    <a:pt x="1" y="305446"/>
                    <a:pt x="1" y="196772"/>
                  </a:cubicBezTo>
                  <a:cubicBezTo>
                    <a:pt x="1" y="88098"/>
                    <a:pt x="88098" y="0"/>
                    <a:pt x="196772" y="0"/>
                  </a:cubicBezTo>
                  <a:cubicBezTo>
                    <a:pt x="305446" y="0"/>
                    <a:pt x="393544" y="88098"/>
                    <a:pt x="393544" y="196772"/>
                  </a:cubicBezTo>
                  <a:close/>
                </a:path>
              </a:pathLst>
            </a:custGeom>
            <a:solidFill>
              <a:srgbClr val="E2EBF5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7D5E0C6-4140-45D0-8814-9472551CD325}"/>
                </a:ext>
              </a:extLst>
            </p:cNvPr>
            <p:cNvSpPr/>
            <p:nvPr/>
          </p:nvSpPr>
          <p:spPr>
            <a:xfrm>
              <a:off x="5635268" y="4713056"/>
              <a:ext cx="320748" cy="320748"/>
            </a:xfrm>
            <a:custGeom>
              <a:avLst/>
              <a:gdLst>
                <a:gd name="connsiteX0" fmla="*/ 275223 w 320747"/>
                <a:gd name="connsiteY0" fmla="*/ 114125 h 320747"/>
                <a:gd name="connsiteX1" fmla="*/ 208071 w 320747"/>
                <a:gd name="connsiteY1" fmla="*/ 275223 h 320747"/>
                <a:gd name="connsiteX2" fmla="*/ 46973 w 320747"/>
                <a:gd name="connsiteY2" fmla="*/ 208071 h 320747"/>
                <a:gd name="connsiteX3" fmla="*/ 114125 w 320747"/>
                <a:gd name="connsiteY3" fmla="*/ 46973 h 320747"/>
                <a:gd name="connsiteX4" fmla="*/ 275223 w 320747"/>
                <a:gd name="connsiteY4" fmla="*/ 114125 h 32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747" h="320747">
                  <a:moveTo>
                    <a:pt x="275223" y="114125"/>
                  </a:moveTo>
                  <a:cubicBezTo>
                    <a:pt x="301165" y="177154"/>
                    <a:pt x="271100" y="249280"/>
                    <a:pt x="208071" y="275223"/>
                  </a:cubicBezTo>
                  <a:cubicBezTo>
                    <a:pt x="145041" y="301165"/>
                    <a:pt x="72915" y="271100"/>
                    <a:pt x="46973" y="208071"/>
                  </a:cubicBezTo>
                  <a:cubicBezTo>
                    <a:pt x="21030" y="145041"/>
                    <a:pt x="51095" y="72915"/>
                    <a:pt x="114125" y="46973"/>
                  </a:cubicBezTo>
                  <a:cubicBezTo>
                    <a:pt x="177154" y="21030"/>
                    <a:pt x="249280" y="51095"/>
                    <a:pt x="275223" y="114125"/>
                  </a:cubicBezTo>
                  <a:close/>
                </a:path>
              </a:pathLst>
            </a:custGeom>
            <a:solidFill>
              <a:srgbClr val="056793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5F45DF3-F5C1-4702-8DA3-0E56974394C5}"/>
                </a:ext>
              </a:extLst>
            </p:cNvPr>
            <p:cNvSpPr/>
            <p:nvPr/>
          </p:nvSpPr>
          <p:spPr>
            <a:xfrm>
              <a:off x="6972897" y="4677322"/>
              <a:ext cx="390476" cy="390475"/>
            </a:xfrm>
            <a:custGeom>
              <a:avLst/>
              <a:gdLst>
                <a:gd name="connsiteX0" fmla="*/ 393544 w 390475"/>
                <a:gd name="connsiteY0" fmla="*/ 196772 h 390475"/>
                <a:gd name="connsiteX1" fmla="*/ 196772 w 390475"/>
                <a:gd name="connsiteY1" fmla="*/ 393544 h 390475"/>
                <a:gd name="connsiteX2" fmla="*/ 0 w 390475"/>
                <a:gd name="connsiteY2" fmla="*/ 196772 h 390475"/>
                <a:gd name="connsiteX3" fmla="*/ 196772 w 390475"/>
                <a:gd name="connsiteY3" fmla="*/ 0 h 390475"/>
                <a:gd name="connsiteX4" fmla="*/ 393544 w 390475"/>
                <a:gd name="connsiteY4" fmla="*/ 196772 h 39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475" h="390475">
                  <a:moveTo>
                    <a:pt x="393544" y="196772"/>
                  </a:moveTo>
                  <a:cubicBezTo>
                    <a:pt x="393544" y="305446"/>
                    <a:pt x="305446" y="393544"/>
                    <a:pt x="196772" y="393544"/>
                  </a:cubicBezTo>
                  <a:cubicBezTo>
                    <a:pt x="88098" y="393544"/>
                    <a:pt x="0" y="305446"/>
                    <a:pt x="0" y="196772"/>
                  </a:cubicBezTo>
                  <a:cubicBezTo>
                    <a:pt x="0" y="88098"/>
                    <a:pt x="88098" y="0"/>
                    <a:pt x="196772" y="0"/>
                  </a:cubicBezTo>
                  <a:cubicBezTo>
                    <a:pt x="305446" y="0"/>
                    <a:pt x="393544" y="88098"/>
                    <a:pt x="393544" y="196772"/>
                  </a:cubicBezTo>
                  <a:close/>
                </a:path>
              </a:pathLst>
            </a:custGeom>
            <a:solidFill>
              <a:srgbClr val="E2EBF5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B799C7E-AD7B-4AC3-9668-ADDB779DCB2A}"/>
                </a:ext>
              </a:extLst>
            </p:cNvPr>
            <p:cNvSpPr/>
            <p:nvPr/>
          </p:nvSpPr>
          <p:spPr>
            <a:xfrm>
              <a:off x="6995017" y="4699571"/>
              <a:ext cx="348639" cy="348639"/>
            </a:xfrm>
            <a:custGeom>
              <a:avLst/>
              <a:gdLst>
                <a:gd name="connsiteX0" fmla="*/ 261807 w 348638"/>
                <a:gd name="connsiteY0" fmla="*/ 87269 h 348638"/>
                <a:gd name="connsiteX1" fmla="*/ 261807 w 348638"/>
                <a:gd name="connsiteY1" fmla="*/ 261807 h 348638"/>
                <a:gd name="connsiteX2" fmla="*/ 87269 w 348638"/>
                <a:gd name="connsiteY2" fmla="*/ 261807 h 348638"/>
                <a:gd name="connsiteX3" fmla="*/ 87269 w 348638"/>
                <a:gd name="connsiteY3" fmla="*/ 87269 h 348638"/>
                <a:gd name="connsiteX4" fmla="*/ 261807 w 348638"/>
                <a:gd name="connsiteY4" fmla="*/ 87269 h 34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8638" h="348638">
                  <a:moveTo>
                    <a:pt x="261807" y="87269"/>
                  </a:moveTo>
                  <a:cubicBezTo>
                    <a:pt x="310004" y="135466"/>
                    <a:pt x="310004" y="213610"/>
                    <a:pt x="261807" y="261807"/>
                  </a:cubicBezTo>
                  <a:cubicBezTo>
                    <a:pt x="213610" y="310004"/>
                    <a:pt x="135466" y="310004"/>
                    <a:pt x="87269" y="261807"/>
                  </a:cubicBezTo>
                  <a:cubicBezTo>
                    <a:pt x="39071" y="213610"/>
                    <a:pt x="39071" y="135466"/>
                    <a:pt x="87269" y="87269"/>
                  </a:cubicBezTo>
                  <a:cubicBezTo>
                    <a:pt x="135466" y="39072"/>
                    <a:pt x="213610" y="39072"/>
                    <a:pt x="261807" y="87269"/>
                  </a:cubicBezTo>
                  <a:close/>
                </a:path>
              </a:pathLst>
            </a:custGeom>
            <a:solidFill>
              <a:srgbClr val="248EA9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D5278C9-10C6-47D1-A489-31DC1C81FE6C}"/>
                </a:ext>
              </a:extLst>
            </p:cNvPr>
            <p:cNvSpPr/>
            <p:nvPr/>
          </p:nvSpPr>
          <p:spPr>
            <a:xfrm>
              <a:off x="8345837" y="4677322"/>
              <a:ext cx="390476" cy="390475"/>
            </a:xfrm>
            <a:custGeom>
              <a:avLst/>
              <a:gdLst>
                <a:gd name="connsiteX0" fmla="*/ 393543 w 390475"/>
                <a:gd name="connsiteY0" fmla="*/ 196772 h 390475"/>
                <a:gd name="connsiteX1" fmla="*/ 196772 w 390475"/>
                <a:gd name="connsiteY1" fmla="*/ 393544 h 390475"/>
                <a:gd name="connsiteX2" fmla="*/ 0 w 390475"/>
                <a:gd name="connsiteY2" fmla="*/ 196772 h 390475"/>
                <a:gd name="connsiteX3" fmla="*/ 196772 w 390475"/>
                <a:gd name="connsiteY3" fmla="*/ 0 h 390475"/>
                <a:gd name="connsiteX4" fmla="*/ 393543 w 390475"/>
                <a:gd name="connsiteY4" fmla="*/ 196772 h 39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475" h="390475">
                  <a:moveTo>
                    <a:pt x="393543" y="196772"/>
                  </a:moveTo>
                  <a:cubicBezTo>
                    <a:pt x="393543" y="305446"/>
                    <a:pt x="305446" y="393544"/>
                    <a:pt x="196772" y="393544"/>
                  </a:cubicBezTo>
                  <a:cubicBezTo>
                    <a:pt x="88098" y="393544"/>
                    <a:pt x="0" y="305446"/>
                    <a:pt x="0" y="196772"/>
                  </a:cubicBezTo>
                  <a:cubicBezTo>
                    <a:pt x="0" y="88098"/>
                    <a:pt x="88098" y="0"/>
                    <a:pt x="196772" y="0"/>
                  </a:cubicBezTo>
                  <a:cubicBezTo>
                    <a:pt x="305446" y="0"/>
                    <a:pt x="393543" y="88098"/>
                    <a:pt x="393543" y="196772"/>
                  </a:cubicBezTo>
                  <a:close/>
                </a:path>
              </a:pathLst>
            </a:custGeom>
            <a:solidFill>
              <a:srgbClr val="E2EBF5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38BBB91-BE9E-46E4-8B21-50B7004A68D1}"/>
                </a:ext>
              </a:extLst>
            </p:cNvPr>
            <p:cNvSpPr/>
            <p:nvPr/>
          </p:nvSpPr>
          <p:spPr>
            <a:xfrm>
              <a:off x="8381212" y="4713141"/>
              <a:ext cx="320748" cy="320748"/>
            </a:xfrm>
            <a:custGeom>
              <a:avLst/>
              <a:gdLst>
                <a:gd name="connsiteX0" fmla="*/ 275222 w 320747"/>
                <a:gd name="connsiteY0" fmla="*/ 114125 h 320747"/>
                <a:gd name="connsiteX1" fmla="*/ 208071 w 320747"/>
                <a:gd name="connsiteY1" fmla="*/ 275223 h 320747"/>
                <a:gd name="connsiteX2" fmla="*/ 46973 w 320747"/>
                <a:gd name="connsiteY2" fmla="*/ 208071 h 320747"/>
                <a:gd name="connsiteX3" fmla="*/ 114125 w 320747"/>
                <a:gd name="connsiteY3" fmla="*/ 46973 h 320747"/>
                <a:gd name="connsiteX4" fmla="*/ 275222 w 320747"/>
                <a:gd name="connsiteY4" fmla="*/ 114125 h 32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747" h="320747">
                  <a:moveTo>
                    <a:pt x="275222" y="114125"/>
                  </a:moveTo>
                  <a:cubicBezTo>
                    <a:pt x="301165" y="177154"/>
                    <a:pt x="271100" y="249280"/>
                    <a:pt x="208071" y="275223"/>
                  </a:cubicBezTo>
                  <a:cubicBezTo>
                    <a:pt x="145041" y="301165"/>
                    <a:pt x="72915" y="271100"/>
                    <a:pt x="46973" y="208071"/>
                  </a:cubicBezTo>
                  <a:cubicBezTo>
                    <a:pt x="21030" y="145041"/>
                    <a:pt x="51095" y="72915"/>
                    <a:pt x="114125" y="46973"/>
                  </a:cubicBezTo>
                  <a:cubicBezTo>
                    <a:pt x="177154" y="21031"/>
                    <a:pt x="249280" y="51095"/>
                    <a:pt x="275222" y="114125"/>
                  </a:cubicBezTo>
                  <a:close/>
                </a:path>
              </a:pathLst>
            </a:custGeom>
            <a:solidFill>
              <a:srgbClr val="39BDC8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7C2254A-1F32-4E8C-91C7-85BC28C84880}"/>
                </a:ext>
              </a:extLst>
            </p:cNvPr>
            <p:cNvSpPr/>
            <p:nvPr/>
          </p:nvSpPr>
          <p:spPr>
            <a:xfrm>
              <a:off x="9718916" y="4677322"/>
              <a:ext cx="390476" cy="390475"/>
            </a:xfrm>
            <a:custGeom>
              <a:avLst/>
              <a:gdLst>
                <a:gd name="connsiteX0" fmla="*/ 393544 w 390475"/>
                <a:gd name="connsiteY0" fmla="*/ 196772 h 390475"/>
                <a:gd name="connsiteX1" fmla="*/ 196772 w 390475"/>
                <a:gd name="connsiteY1" fmla="*/ 393544 h 390475"/>
                <a:gd name="connsiteX2" fmla="*/ 1 w 390475"/>
                <a:gd name="connsiteY2" fmla="*/ 196772 h 390475"/>
                <a:gd name="connsiteX3" fmla="*/ 196772 w 390475"/>
                <a:gd name="connsiteY3" fmla="*/ 0 h 390475"/>
                <a:gd name="connsiteX4" fmla="*/ 393544 w 390475"/>
                <a:gd name="connsiteY4" fmla="*/ 196772 h 39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475" h="390475">
                  <a:moveTo>
                    <a:pt x="393544" y="196772"/>
                  </a:moveTo>
                  <a:cubicBezTo>
                    <a:pt x="393544" y="305446"/>
                    <a:pt x="305446" y="393544"/>
                    <a:pt x="196772" y="393544"/>
                  </a:cubicBezTo>
                  <a:cubicBezTo>
                    <a:pt x="88098" y="393544"/>
                    <a:pt x="1" y="305446"/>
                    <a:pt x="1" y="196772"/>
                  </a:cubicBezTo>
                  <a:cubicBezTo>
                    <a:pt x="1" y="88098"/>
                    <a:pt x="88098" y="0"/>
                    <a:pt x="196772" y="0"/>
                  </a:cubicBezTo>
                  <a:cubicBezTo>
                    <a:pt x="305446" y="0"/>
                    <a:pt x="393544" y="88098"/>
                    <a:pt x="393544" y="196772"/>
                  </a:cubicBezTo>
                  <a:close/>
                </a:path>
              </a:pathLst>
            </a:custGeom>
            <a:solidFill>
              <a:srgbClr val="E2EBF5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AE6F299-1BEA-463E-A437-0F52B36AAA0C}"/>
                </a:ext>
              </a:extLst>
            </p:cNvPr>
            <p:cNvSpPr/>
            <p:nvPr/>
          </p:nvSpPr>
          <p:spPr>
            <a:xfrm>
              <a:off x="9766731" y="4725890"/>
              <a:ext cx="292857" cy="292857"/>
            </a:xfrm>
            <a:custGeom>
              <a:avLst/>
              <a:gdLst>
                <a:gd name="connsiteX0" fmla="*/ 177006 w 292856"/>
                <a:gd name="connsiteY0" fmla="*/ 28460 h 292856"/>
                <a:gd name="connsiteX1" fmla="*/ 268632 w 292856"/>
                <a:gd name="connsiteY1" fmla="*/ 177006 h 292856"/>
                <a:gd name="connsiteX2" fmla="*/ 120086 w 292856"/>
                <a:gd name="connsiteY2" fmla="*/ 268631 h 292856"/>
                <a:gd name="connsiteX3" fmla="*/ 28460 w 292856"/>
                <a:gd name="connsiteY3" fmla="*/ 120086 h 292856"/>
                <a:gd name="connsiteX4" fmla="*/ 177006 w 292856"/>
                <a:gd name="connsiteY4" fmla="*/ 28460 h 292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856" h="292856">
                  <a:moveTo>
                    <a:pt x="177006" y="28460"/>
                  </a:moveTo>
                  <a:cubicBezTo>
                    <a:pt x="243328" y="44178"/>
                    <a:pt x="284350" y="110685"/>
                    <a:pt x="268632" y="177006"/>
                  </a:cubicBezTo>
                  <a:cubicBezTo>
                    <a:pt x="252914" y="243327"/>
                    <a:pt x="186408" y="284349"/>
                    <a:pt x="120086" y="268631"/>
                  </a:cubicBezTo>
                  <a:cubicBezTo>
                    <a:pt x="53764" y="252913"/>
                    <a:pt x="12742" y="186407"/>
                    <a:pt x="28460" y="120086"/>
                  </a:cubicBezTo>
                  <a:cubicBezTo>
                    <a:pt x="44178" y="53764"/>
                    <a:pt x="110685" y="12742"/>
                    <a:pt x="177006" y="28460"/>
                  </a:cubicBezTo>
                  <a:close/>
                </a:path>
              </a:pathLst>
            </a:custGeom>
            <a:solidFill>
              <a:srgbClr val="808F94"/>
            </a:solidFill>
            <a:ln w="139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2D819BCE-492B-4A05-B1DC-65CD9B9EC3F5}"/>
              </a:ext>
            </a:extLst>
          </p:cNvPr>
          <p:cNvSpPr/>
          <p:nvPr/>
        </p:nvSpPr>
        <p:spPr>
          <a:xfrm>
            <a:off x="1379195" y="5036838"/>
            <a:ext cx="8827537" cy="209183"/>
          </a:xfrm>
          <a:custGeom>
            <a:avLst/>
            <a:gdLst>
              <a:gd name="connsiteX0" fmla="*/ 0 w 8827536"/>
              <a:gd name="connsiteY0" fmla="*/ 837 h 209183"/>
              <a:gd name="connsiteX1" fmla="*/ 74330 w 8827536"/>
              <a:gd name="connsiteY1" fmla="*/ 117701 h 209183"/>
              <a:gd name="connsiteX2" fmla="*/ 523516 w 8827536"/>
              <a:gd name="connsiteY2" fmla="*/ 117701 h 209183"/>
              <a:gd name="connsiteX3" fmla="*/ 596730 w 8827536"/>
              <a:gd name="connsiteY3" fmla="*/ 3626 h 209183"/>
              <a:gd name="connsiteX4" fmla="*/ 1372382 w 8827536"/>
              <a:gd name="connsiteY4" fmla="*/ 697 h 209183"/>
              <a:gd name="connsiteX5" fmla="*/ 1446712 w 8827536"/>
              <a:gd name="connsiteY5" fmla="*/ 117561 h 209183"/>
              <a:gd name="connsiteX6" fmla="*/ 1895898 w 8827536"/>
              <a:gd name="connsiteY6" fmla="*/ 117561 h 209183"/>
              <a:gd name="connsiteX7" fmla="*/ 1969113 w 8827536"/>
              <a:gd name="connsiteY7" fmla="*/ 3486 h 209183"/>
              <a:gd name="connsiteX8" fmla="*/ 2745741 w 8827536"/>
              <a:gd name="connsiteY8" fmla="*/ 558 h 209183"/>
              <a:gd name="connsiteX9" fmla="*/ 2820070 w 8827536"/>
              <a:gd name="connsiteY9" fmla="*/ 117422 h 209183"/>
              <a:gd name="connsiteX10" fmla="*/ 3269257 w 8827536"/>
              <a:gd name="connsiteY10" fmla="*/ 117422 h 209183"/>
              <a:gd name="connsiteX11" fmla="*/ 3342471 w 8827536"/>
              <a:gd name="connsiteY11" fmla="*/ 3347 h 209183"/>
              <a:gd name="connsiteX12" fmla="*/ 4118541 w 8827536"/>
              <a:gd name="connsiteY12" fmla="*/ 418 h 209183"/>
              <a:gd name="connsiteX13" fmla="*/ 4192871 w 8827536"/>
              <a:gd name="connsiteY13" fmla="*/ 117282 h 209183"/>
              <a:gd name="connsiteX14" fmla="*/ 4642057 w 8827536"/>
              <a:gd name="connsiteY14" fmla="*/ 117282 h 209183"/>
              <a:gd name="connsiteX15" fmla="*/ 4715272 w 8827536"/>
              <a:gd name="connsiteY15" fmla="*/ 3207 h 209183"/>
              <a:gd name="connsiteX16" fmla="*/ 5491342 w 8827536"/>
              <a:gd name="connsiteY16" fmla="*/ 279 h 209183"/>
              <a:gd name="connsiteX17" fmla="*/ 5565671 w 8827536"/>
              <a:gd name="connsiteY17" fmla="*/ 117143 h 209183"/>
              <a:gd name="connsiteX18" fmla="*/ 6014858 w 8827536"/>
              <a:gd name="connsiteY18" fmla="*/ 117143 h 209183"/>
              <a:gd name="connsiteX19" fmla="*/ 6088072 w 8827536"/>
              <a:gd name="connsiteY19" fmla="*/ 3068 h 209183"/>
              <a:gd name="connsiteX20" fmla="*/ 6864142 w 8827536"/>
              <a:gd name="connsiteY20" fmla="*/ 139 h 209183"/>
              <a:gd name="connsiteX21" fmla="*/ 6938472 w 8827536"/>
              <a:gd name="connsiteY21" fmla="*/ 117003 h 209183"/>
              <a:gd name="connsiteX22" fmla="*/ 7387658 w 8827536"/>
              <a:gd name="connsiteY22" fmla="*/ 117003 h 209183"/>
              <a:gd name="connsiteX23" fmla="*/ 7460873 w 8827536"/>
              <a:gd name="connsiteY23" fmla="*/ 2929 h 209183"/>
              <a:gd name="connsiteX24" fmla="*/ 8236942 w 8827536"/>
              <a:gd name="connsiteY24" fmla="*/ 0 h 209183"/>
              <a:gd name="connsiteX25" fmla="*/ 8311272 w 8827536"/>
              <a:gd name="connsiteY25" fmla="*/ 116864 h 209183"/>
              <a:gd name="connsiteX26" fmla="*/ 8760459 w 8827536"/>
              <a:gd name="connsiteY26" fmla="*/ 116864 h 209183"/>
              <a:gd name="connsiteX27" fmla="*/ 8833673 w 8827536"/>
              <a:gd name="connsiteY27" fmla="*/ 2789 h 209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827536" h="209183">
                <a:moveTo>
                  <a:pt x="0" y="837"/>
                </a:moveTo>
                <a:cubicBezTo>
                  <a:pt x="15340" y="43510"/>
                  <a:pt x="40163" y="83534"/>
                  <a:pt x="74330" y="117701"/>
                </a:cubicBezTo>
                <a:cubicBezTo>
                  <a:pt x="198306" y="241676"/>
                  <a:pt x="399401" y="241676"/>
                  <a:pt x="523516" y="117701"/>
                </a:cubicBezTo>
                <a:cubicBezTo>
                  <a:pt x="556986" y="84231"/>
                  <a:pt x="581390" y="45323"/>
                  <a:pt x="596730" y="3626"/>
                </a:cubicBezTo>
                <a:lnTo>
                  <a:pt x="1372382" y="697"/>
                </a:lnTo>
                <a:cubicBezTo>
                  <a:pt x="1387722" y="43371"/>
                  <a:pt x="1412545" y="83394"/>
                  <a:pt x="1446712" y="117561"/>
                </a:cubicBezTo>
                <a:cubicBezTo>
                  <a:pt x="1570688" y="241537"/>
                  <a:pt x="1771783" y="241537"/>
                  <a:pt x="1895898" y="117561"/>
                </a:cubicBezTo>
                <a:cubicBezTo>
                  <a:pt x="1929368" y="84092"/>
                  <a:pt x="1953772" y="45184"/>
                  <a:pt x="1969113" y="3486"/>
                </a:cubicBezTo>
                <a:lnTo>
                  <a:pt x="2745741" y="558"/>
                </a:lnTo>
                <a:cubicBezTo>
                  <a:pt x="2761081" y="43231"/>
                  <a:pt x="2785904" y="83255"/>
                  <a:pt x="2820070" y="117422"/>
                </a:cubicBezTo>
                <a:cubicBezTo>
                  <a:pt x="2944046" y="241397"/>
                  <a:pt x="3145141" y="241397"/>
                  <a:pt x="3269257" y="117422"/>
                </a:cubicBezTo>
                <a:cubicBezTo>
                  <a:pt x="3302726" y="83952"/>
                  <a:pt x="3327131" y="45044"/>
                  <a:pt x="3342471" y="3347"/>
                </a:cubicBezTo>
                <a:lnTo>
                  <a:pt x="4118541" y="418"/>
                </a:lnTo>
                <a:cubicBezTo>
                  <a:pt x="4133881" y="43092"/>
                  <a:pt x="4158704" y="83116"/>
                  <a:pt x="4192871" y="117282"/>
                </a:cubicBezTo>
                <a:cubicBezTo>
                  <a:pt x="4316847" y="241258"/>
                  <a:pt x="4517942" y="241258"/>
                  <a:pt x="4642057" y="117282"/>
                </a:cubicBezTo>
                <a:cubicBezTo>
                  <a:pt x="4675527" y="83813"/>
                  <a:pt x="4699931" y="44905"/>
                  <a:pt x="4715272" y="3207"/>
                </a:cubicBezTo>
                <a:lnTo>
                  <a:pt x="5491342" y="279"/>
                </a:lnTo>
                <a:cubicBezTo>
                  <a:pt x="5506682" y="42952"/>
                  <a:pt x="5531505" y="82976"/>
                  <a:pt x="5565671" y="117143"/>
                </a:cubicBezTo>
                <a:cubicBezTo>
                  <a:pt x="5689648" y="241119"/>
                  <a:pt x="5890742" y="241119"/>
                  <a:pt x="6014858" y="117143"/>
                </a:cubicBezTo>
                <a:cubicBezTo>
                  <a:pt x="6048327" y="83673"/>
                  <a:pt x="6072732" y="44765"/>
                  <a:pt x="6088072" y="3068"/>
                </a:cubicBezTo>
                <a:lnTo>
                  <a:pt x="6864142" y="139"/>
                </a:lnTo>
                <a:cubicBezTo>
                  <a:pt x="6879482" y="42813"/>
                  <a:pt x="6904305" y="82837"/>
                  <a:pt x="6938472" y="117003"/>
                </a:cubicBezTo>
                <a:cubicBezTo>
                  <a:pt x="7062448" y="240979"/>
                  <a:pt x="7263543" y="240979"/>
                  <a:pt x="7387658" y="117003"/>
                </a:cubicBezTo>
                <a:cubicBezTo>
                  <a:pt x="7421127" y="83534"/>
                  <a:pt x="7445532" y="44626"/>
                  <a:pt x="7460873" y="2929"/>
                </a:cubicBezTo>
                <a:lnTo>
                  <a:pt x="8236942" y="0"/>
                </a:lnTo>
                <a:cubicBezTo>
                  <a:pt x="8252283" y="42673"/>
                  <a:pt x="8277106" y="82697"/>
                  <a:pt x="8311272" y="116864"/>
                </a:cubicBezTo>
                <a:cubicBezTo>
                  <a:pt x="8435248" y="240840"/>
                  <a:pt x="8636343" y="240840"/>
                  <a:pt x="8760459" y="116864"/>
                </a:cubicBezTo>
                <a:cubicBezTo>
                  <a:pt x="8793928" y="83394"/>
                  <a:pt x="8818332" y="44486"/>
                  <a:pt x="8833673" y="2789"/>
                </a:cubicBezTo>
              </a:path>
            </a:pathLst>
          </a:custGeom>
          <a:noFill/>
          <a:ln w="8006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99B6D46-1E95-4952-829E-8AFDEFD89EEB}"/>
              </a:ext>
            </a:extLst>
          </p:cNvPr>
          <p:cNvSpPr/>
          <p:nvPr/>
        </p:nvSpPr>
        <p:spPr>
          <a:xfrm>
            <a:off x="1378916" y="4533020"/>
            <a:ext cx="8827537" cy="209183"/>
          </a:xfrm>
          <a:custGeom>
            <a:avLst/>
            <a:gdLst>
              <a:gd name="connsiteX0" fmla="*/ 8833673 w 8827536"/>
              <a:gd name="connsiteY0" fmla="*/ 209846 h 209183"/>
              <a:gd name="connsiteX1" fmla="*/ 8759343 w 8827536"/>
              <a:gd name="connsiteY1" fmla="*/ 92982 h 209183"/>
              <a:gd name="connsiteX2" fmla="*/ 8310157 w 8827536"/>
              <a:gd name="connsiteY2" fmla="*/ 92982 h 209183"/>
              <a:gd name="connsiteX3" fmla="*/ 8236943 w 8827536"/>
              <a:gd name="connsiteY3" fmla="*/ 207057 h 209183"/>
              <a:gd name="connsiteX4" fmla="*/ 7461291 w 8827536"/>
              <a:gd name="connsiteY4" fmla="*/ 209985 h 209183"/>
              <a:gd name="connsiteX5" fmla="*/ 7386961 w 8827536"/>
              <a:gd name="connsiteY5" fmla="*/ 93122 h 209183"/>
              <a:gd name="connsiteX6" fmla="*/ 6937774 w 8827536"/>
              <a:gd name="connsiteY6" fmla="*/ 93122 h 209183"/>
              <a:gd name="connsiteX7" fmla="*/ 6864560 w 8827536"/>
              <a:gd name="connsiteY7" fmla="*/ 207196 h 209183"/>
              <a:gd name="connsiteX8" fmla="*/ 6087932 w 8827536"/>
              <a:gd name="connsiteY8" fmla="*/ 210125 h 209183"/>
              <a:gd name="connsiteX9" fmla="*/ 6013603 w 8827536"/>
              <a:gd name="connsiteY9" fmla="*/ 93261 h 209183"/>
              <a:gd name="connsiteX10" fmla="*/ 5564416 w 8827536"/>
              <a:gd name="connsiteY10" fmla="*/ 93261 h 209183"/>
              <a:gd name="connsiteX11" fmla="*/ 5491202 w 8827536"/>
              <a:gd name="connsiteY11" fmla="*/ 207336 h 209183"/>
              <a:gd name="connsiteX12" fmla="*/ 4715132 w 8827536"/>
              <a:gd name="connsiteY12" fmla="*/ 210264 h 209183"/>
              <a:gd name="connsiteX13" fmla="*/ 4640802 w 8827536"/>
              <a:gd name="connsiteY13" fmla="*/ 93401 h 209183"/>
              <a:gd name="connsiteX14" fmla="*/ 4191616 w 8827536"/>
              <a:gd name="connsiteY14" fmla="*/ 93401 h 209183"/>
              <a:gd name="connsiteX15" fmla="*/ 4118402 w 8827536"/>
              <a:gd name="connsiteY15" fmla="*/ 207475 h 209183"/>
              <a:gd name="connsiteX16" fmla="*/ 3342331 w 8827536"/>
              <a:gd name="connsiteY16" fmla="*/ 210404 h 209183"/>
              <a:gd name="connsiteX17" fmla="*/ 3268002 w 8827536"/>
              <a:gd name="connsiteY17" fmla="*/ 93540 h 209183"/>
              <a:gd name="connsiteX18" fmla="*/ 2818815 w 8827536"/>
              <a:gd name="connsiteY18" fmla="*/ 93540 h 209183"/>
              <a:gd name="connsiteX19" fmla="*/ 2745601 w 8827536"/>
              <a:gd name="connsiteY19" fmla="*/ 207614 h 209183"/>
              <a:gd name="connsiteX20" fmla="*/ 1969531 w 8827536"/>
              <a:gd name="connsiteY20" fmla="*/ 210543 h 209183"/>
              <a:gd name="connsiteX21" fmla="*/ 1895201 w 8827536"/>
              <a:gd name="connsiteY21" fmla="*/ 93679 h 209183"/>
              <a:gd name="connsiteX22" fmla="*/ 1446015 w 8827536"/>
              <a:gd name="connsiteY22" fmla="*/ 93679 h 209183"/>
              <a:gd name="connsiteX23" fmla="*/ 1372801 w 8827536"/>
              <a:gd name="connsiteY23" fmla="*/ 207754 h 209183"/>
              <a:gd name="connsiteX24" fmla="*/ 596730 w 8827536"/>
              <a:gd name="connsiteY24" fmla="*/ 210682 h 209183"/>
              <a:gd name="connsiteX25" fmla="*/ 522401 w 8827536"/>
              <a:gd name="connsiteY25" fmla="*/ 93819 h 209183"/>
              <a:gd name="connsiteX26" fmla="*/ 73214 w 8827536"/>
              <a:gd name="connsiteY26" fmla="*/ 93819 h 209183"/>
              <a:gd name="connsiteX27" fmla="*/ 0 w 8827536"/>
              <a:gd name="connsiteY27" fmla="*/ 207893 h 209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827536" h="209183">
                <a:moveTo>
                  <a:pt x="8833673" y="209846"/>
                </a:moveTo>
                <a:cubicBezTo>
                  <a:pt x="8818333" y="167172"/>
                  <a:pt x="8793509" y="127149"/>
                  <a:pt x="8759343" y="92982"/>
                </a:cubicBezTo>
                <a:cubicBezTo>
                  <a:pt x="8635366" y="-30994"/>
                  <a:pt x="8434272" y="-30994"/>
                  <a:pt x="8310157" y="92982"/>
                </a:cubicBezTo>
                <a:cubicBezTo>
                  <a:pt x="8276687" y="126451"/>
                  <a:pt x="8252283" y="165359"/>
                  <a:pt x="8236943" y="207057"/>
                </a:cubicBezTo>
                <a:lnTo>
                  <a:pt x="7461291" y="209985"/>
                </a:lnTo>
                <a:cubicBezTo>
                  <a:pt x="7445951" y="167312"/>
                  <a:pt x="7421128" y="127288"/>
                  <a:pt x="7386961" y="93122"/>
                </a:cubicBezTo>
                <a:cubicBezTo>
                  <a:pt x="7262985" y="-30854"/>
                  <a:pt x="7061890" y="-30854"/>
                  <a:pt x="6937774" y="93122"/>
                </a:cubicBezTo>
                <a:cubicBezTo>
                  <a:pt x="6904305" y="126591"/>
                  <a:pt x="6879900" y="165499"/>
                  <a:pt x="6864560" y="207196"/>
                </a:cubicBezTo>
                <a:lnTo>
                  <a:pt x="6087932" y="210125"/>
                </a:lnTo>
                <a:cubicBezTo>
                  <a:pt x="6072593" y="167451"/>
                  <a:pt x="6047769" y="127428"/>
                  <a:pt x="6013603" y="93261"/>
                </a:cubicBezTo>
                <a:cubicBezTo>
                  <a:pt x="5889626" y="-30715"/>
                  <a:pt x="5688532" y="-30715"/>
                  <a:pt x="5564416" y="93261"/>
                </a:cubicBezTo>
                <a:cubicBezTo>
                  <a:pt x="5530947" y="126730"/>
                  <a:pt x="5506542" y="165638"/>
                  <a:pt x="5491202" y="207336"/>
                </a:cubicBezTo>
                <a:lnTo>
                  <a:pt x="4715132" y="210264"/>
                </a:lnTo>
                <a:cubicBezTo>
                  <a:pt x="4699792" y="167591"/>
                  <a:pt x="4674969" y="127567"/>
                  <a:pt x="4640802" y="93401"/>
                </a:cubicBezTo>
                <a:cubicBezTo>
                  <a:pt x="4516826" y="-30575"/>
                  <a:pt x="4315731" y="-30575"/>
                  <a:pt x="4191616" y="93401"/>
                </a:cubicBezTo>
                <a:cubicBezTo>
                  <a:pt x="4158147" y="126870"/>
                  <a:pt x="4133742" y="165778"/>
                  <a:pt x="4118402" y="207475"/>
                </a:cubicBezTo>
                <a:lnTo>
                  <a:pt x="3342331" y="210404"/>
                </a:lnTo>
                <a:cubicBezTo>
                  <a:pt x="3326991" y="167730"/>
                  <a:pt x="3302168" y="127706"/>
                  <a:pt x="3268002" y="93540"/>
                </a:cubicBezTo>
                <a:cubicBezTo>
                  <a:pt x="3144026" y="-30436"/>
                  <a:pt x="2942931" y="-30436"/>
                  <a:pt x="2818815" y="93540"/>
                </a:cubicBezTo>
                <a:cubicBezTo>
                  <a:pt x="2785346" y="127009"/>
                  <a:pt x="2760941" y="165917"/>
                  <a:pt x="2745601" y="207614"/>
                </a:cubicBezTo>
                <a:lnTo>
                  <a:pt x="1969531" y="210543"/>
                </a:lnTo>
                <a:cubicBezTo>
                  <a:pt x="1954191" y="167870"/>
                  <a:pt x="1929368" y="127846"/>
                  <a:pt x="1895201" y="93679"/>
                </a:cubicBezTo>
                <a:cubicBezTo>
                  <a:pt x="1771225" y="-30297"/>
                  <a:pt x="1570130" y="-30297"/>
                  <a:pt x="1446015" y="93679"/>
                </a:cubicBezTo>
                <a:cubicBezTo>
                  <a:pt x="1412545" y="127149"/>
                  <a:pt x="1388141" y="166057"/>
                  <a:pt x="1372801" y="207754"/>
                </a:cubicBezTo>
                <a:lnTo>
                  <a:pt x="596730" y="210682"/>
                </a:lnTo>
                <a:cubicBezTo>
                  <a:pt x="581390" y="168009"/>
                  <a:pt x="556567" y="127985"/>
                  <a:pt x="522401" y="93819"/>
                </a:cubicBezTo>
                <a:cubicBezTo>
                  <a:pt x="398425" y="-30157"/>
                  <a:pt x="197330" y="-30157"/>
                  <a:pt x="73214" y="93819"/>
                </a:cubicBezTo>
                <a:cubicBezTo>
                  <a:pt x="39745" y="127288"/>
                  <a:pt x="15340" y="166196"/>
                  <a:pt x="0" y="207893"/>
                </a:cubicBezTo>
              </a:path>
            </a:pathLst>
          </a:custGeom>
          <a:noFill/>
          <a:ln w="8006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09E5F65-8DB4-4153-8B9A-3477CF78821B}"/>
              </a:ext>
            </a:extLst>
          </p:cNvPr>
          <p:cNvSpPr/>
          <p:nvPr/>
        </p:nvSpPr>
        <p:spPr>
          <a:xfrm>
            <a:off x="1240446" y="5983534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BB03B"/>
                </a:solidFill>
                <a:latin typeface="Roboto" pitchFamily="2" charset="0"/>
                <a:ea typeface="Roboto" pitchFamily="2" charset="0"/>
              </a:rPr>
              <a:t>2020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F26B5AF-AC2E-4D54-90BB-3129A0806A5C}"/>
              </a:ext>
            </a:extLst>
          </p:cNvPr>
          <p:cNvSpPr/>
          <p:nvPr/>
        </p:nvSpPr>
        <p:spPr>
          <a:xfrm>
            <a:off x="2607236" y="5983534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15A24"/>
                </a:solidFill>
                <a:latin typeface="Roboto" pitchFamily="2" charset="0"/>
                <a:ea typeface="Roboto" pitchFamily="2" charset="0"/>
              </a:rPr>
              <a:t>2021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46C1643-C92A-42EB-8593-B1FC0BC8C6E4}"/>
              </a:ext>
            </a:extLst>
          </p:cNvPr>
          <p:cNvSpPr/>
          <p:nvPr/>
        </p:nvSpPr>
        <p:spPr>
          <a:xfrm>
            <a:off x="3976334" y="5983534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484C7F"/>
                </a:solidFill>
                <a:latin typeface="Roboto" pitchFamily="2" charset="0"/>
                <a:ea typeface="Roboto" pitchFamily="2" charset="0"/>
              </a:rPr>
              <a:t>2022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51595ED-0A51-429D-A923-B474E9DEF55B}"/>
              </a:ext>
            </a:extLst>
          </p:cNvPr>
          <p:cNvSpPr/>
          <p:nvPr/>
        </p:nvSpPr>
        <p:spPr>
          <a:xfrm>
            <a:off x="5342671" y="5983534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56793"/>
                </a:solidFill>
                <a:latin typeface="Roboto" pitchFamily="2" charset="0"/>
                <a:ea typeface="Roboto" pitchFamily="2" charset="0"/>
              </a:rPr>
              <a:t>2023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E464EEB-A91F-4373-A4A8-A0959239A31C}"/>
              </a:ext>
            </a:extLst>
          </p:cNvPr>
          <p:cNvSpPr/>
          <p:nvPr/>
        </p:nvSpPr>
        <p:spPr>
          <a:xfrm>
            <a:off x="6717886" y="5983534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48EA9"/>
                </a:solidFill>
                <a:latin typeface="Roboto" pitchFamily="2" charset="0"/>
                <a:ea typeface="Roboto" pitchFamily="2" charset="0"/>
              </a:rPr>
              <a:t>2024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88E40B8-1287-4DBE-9BE2-91BC9E713523}"/>
              </a:ext>
            </a:extLst>
          </p:cNvPr>
          <p:cNvSpPr/>
          <p:nvPr/>
        </p:nvSpPr>
        <p:spPr>
          <a:xfrm>
            <a:off x="8087454" y="5983534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39BDC8"/>
                </a:solidFill>
                <a:latin typeface="Roboto" pitchFamily="2" charset="0"/>
                <a:ea typeface="Roboto" pitchFamily="2" charset="0"/>
              </a:rPr>
              <a:t>2025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EF19B4F-0AD8-428A-B9A2-98A125540A7A}"/>
              </a:ext>
            </a:extLst>
          </p:cNvPr>
          <p:cNvSpPr/>
          <p:nvPr/>
        </p:nvSpPr>
        <p:spPr>
          <a:xfrm>
            <a:off x="9467534" y="5983534"/>
            <a:ext cx="88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808F94"/>
                </a:solidFill>
                <a:latin typeface="Roboto" pitchFamily="2" charset="0"/>
                <a:ea typeface="Roboto" pitchFamily="2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90119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25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25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5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25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25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25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169" grpId="0"/>
      <p:bldP spid="170" grpId="0"/>
      <p:bldP spid="171" grpId="0"/>
      <p:bldP spid="172" grpId="0"/>
      <p:bldP spid="173" grpId="0"/>
      <p:bldP spid="174" grpId="0"/>
      <p:bldP spid="17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8426</TotalTime>
  <Words>2152</Words>
  <Application>Microsoft Office PowerPoint</Application>
  <PresentationFormat>Widescreen</PresentationFormat>
  <Paragraphs>457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Gill Sans</vt:lpstr>
      <vt:lpstr>Montserrat</vt:lpstr>
      <vt:lpstr>Montserrat SemiBold</vt:lpstr>
      <vt:lpstr>Roboto</vt:lpstr>
      <vt:lpstr>Roboto Condensed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 Musuku</dc:creator>
  <cp:lastModifiedBy>Ganesh  Musuku</cp:lastModifiedBy>
  <cp:revision>281</cp:revision>
  <dcterms:created xsi:type="dcterms:W3CDTF">2020-03-12T08:04:38Z</dcterms:created>
  <dcterms:modified xsi:type="dcterms:W3CDTF">2020-06-17T06:35:26Z</dcterms:modified>
</cp:coreProperties>
</file>