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468C"/>
    <a:srgbClr val="F7C317"/>
    <a:srgbClr val="CE3B94"/>
    <a:srgbClr val="8157A3"/>
    <a:srgbClr val="22BCB2"/>
    <a:srgbClr val="EB9E03"/>
    <a:srgbClr val="9B2972"/>
    <a:srgbClr val="5D3D7B"/>
    <a:srgbClr val="029491"/>
    <a:srgbClr val="02B1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2" autoAdjust="0"/>
    <p:restoredTop sz="94660"/>
  </p:normalViewPr>
  <p:slideViewPr>
    <p:cSldViewPr snapToGrid="0">
      <p:cViewPr varScale="1">
        <p:scale>
          <a:sx n="72" d="100"/>
          <a:sy n="72" d="100"/>
        </p:scale>
        <p:origin x="62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E491FD-C867-4073-A563-80154296F66F}"/>
              </a:ext>
            </a:extLst>
          </p:cNvPr>
          <p:cNvSpPr/>
          <p:nvPr userDrawn="1"/>
        </p:nvSpPr>
        <p:spPr>
          <a:xfrm>
            <a:off x="8413189" y="6675120"/>
            <a:ext cx="1896177" cy="182880"/>
          </a:xfrm>
          <a:prstGeom prst="rect">
            <a:avLst/>
          </a:prstGeom>
          <a:solidFill>
            <a:srgbClr val="CE3B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74466C-34E7-47CE-B518-15F33DDEB0DD}"/>
              </a:ext>
            </a:extLst>
          </p:cNvPr>
          <p:cNvSpPr/>
          <p:nvPr userDrawn="1"/>
        </p:nvSpPr>
        <p:spPr>
          <a:xfrm>
            <a:off x="10309366" y="6675120"/>
            <a:ext cx="1896177" cy="182880"/>
          </a:xfrm>
          <a:prstGeom prst="rect">
            <a:avLst/>
          </a:prstGeom>
          <a:solidFill>
            <a:srgbClr val="A82C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596498-767B-4454-AFEE-64CEADFBD591}"/>
              </a:ext>
            </a:extLst>
          </p:cNvPr>
          <p:cNvSpPr/>
          <p:nvPr userDrawn="1"/>
        </p:nvSpPr>
        <p:spPr>
          <a:xfrm>
            <a:off x="5279606" y="6675120"/>
            <a:ext cx="1896177" cy="182880"/>
          </a:xfrm>
          <a:prstGeom prst="rect">
            <a:avLst/>
          </a:prstGeom>
          <a:solidFill>
            <a:srgbClr val="815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AA122D-A24F-4EB0-B647-BABE86CFFB69}"/>
              </a:ext>
            </a:extLst>
          </p:cNvPr>
          <p:cNvSpPr/>
          <p:nvPr userDrawn="1"/>
        </p:nvSpPr>
        <p:spPr>
          <a:xfrm>
            <a:off x="7175783" y="6675120"/>
            <a:ext cx="1896177" cy="182880"/>
          </a:xfrm>
          <a:prstGeom prst="rect">
            <a:avLst/>
          </a:prstGeom>
          <a:solidFill>
            <a:srgbClr val="6A46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125929-FBC4-4E92-A320-9F113124F9B0}"/>
              </a:ext>
            </a:extLst>
          </p:cNvPr>
          <p:cNvSpPr/>
          <p:nvPr userDrawn="1"/>
        </p:nvSpPr>
        <p:spPr>
          <a:xfrm>
            <a:off x="3716918" y="6675120"/>
            <a:ext cx="1896177" cy="182880"/>
          </a:xfrm>
          <a:prstGeom prst="rect">
            <a:avLst/>
          </a:prstGeom>
          <a:solidFill>
            <a:srgbClr val="02B1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EDB5D5-CC50-428F-AEA5-2DBEE25D5742}"/>
              </a:ext>
            </a:extLst>
          </p:cNvPr>
          <p:cNvSpPr/>
          <p:nvPr userDrawn="1"/>
        </p:nvSpPr>
        <p:spPr>
          <a:xfrm>
            <a:off x="2210674" y="6675120"/>
            <a:ext cx="1896177" cy="182880"/>
          </a:xfrm>
          <a:prstGeom prst="rect">
            <a:avLst/>
          </a:prstGeom>
          <a:solidFill>
            <a:srgbClr val="01C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CAE6-6E5B-4B6C-A727-24381CBBC6C8}"/>
              </a:ext>
            </a:extLst>
          </p:cNvPr>
          <p:cNvSpPr/>
          <p:nvPr userDrawn="1"/>
        </p:nvSpPr>
        <p:spPr>
          <a:xfrm flipV="1">
            <a:off x="1067619" y="6675120"/>
            <a:ext cx="1896177" cy="182880"/>
          </a:xfrm>
          <a:prstGeom prst="rect">
            <a:avLst/>
          </a:prstGeom>
          <a:solidFill>
            <a:srgbClr val="FAAA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B4141D-368B-4479-A8C2-2095B26F3A42}"/>
              </a:ext>
            </a:extLst>
          </p:cNvPr>
          <p:cNvSpPr/>
          <p:nvPr userDrawn="1"/>
        </p:nvSpPr>
        <p:spPr>
          <a:xfrm flipV="1">
            <a:off x="0" y="6675120"/>
            <a:ext cx="1896177" cy="182880"/>
          </a:xfrm>
          <a:prstGeom prst="rect">
            <a:avLst/>
          </a:prstGeom>
          <a:solidFill>
            <a:srgbClr val="F7C3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7DC1F1-408F-41B1-895E-24BC99668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F7859-6020-480A-A632-DF37C9776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B9DB8-7654-47B3-8E40-E96D8CAE858B}"/>
              </a:ext>
            </a:extLst>
          </p:cNvPr>
          <p:cNvSpPr/>
          <p:nvPr userDrawn="1"/>
        </p:nvSpPr>
        <p:spPr>
          <a:xfrm>
            <a:off x="0" y="0"/>
            <a:ext cx="12192000" cy="67214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25F5C2-6A24-4F04-8C0A-009F4A86296A}"/>
              </a:ext>
            </a:extLst>
          </p:cNvPr>
          <p:cNvSpPr/>
          <p:nvPr userDrawn="1"/>
        </p:nvSpPr>
        <p:spPr>
          <a:xfrm>
            <a:off x="0" y="-3042"/>
            <a:ext cx="12192000" cy="67214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11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C28D4-AE0B-4CFF-AEEC-7D9B8E28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51335-FED5-447D-9A54-5BB7A8E7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E564-D127-416C-B085-150FC44F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21D57-7EE2-4A7A-8FB2-194F0206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20CDC-11E5-48A8-AA7A-5A2F79F0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08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7B77-7D41-4B9F-A13D-81F48E5BA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2D6A0-1867-4751-BB3E-9242C127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91694-4530-4C5B-A272-2D2BF016A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7A36F-86FC-4A0B-8EE5-A7A66C6B9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7F446-84BE-41D4-8C49-499E1D6B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64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B795A-6B8B-4192-BB66-AE0ED0770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C0FB7-74EA-45AA-8B65-114C7A308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F4AC4-B2E5-4269-AB80-02D8A6AC0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48CA1-1054-458B-8824-11F871451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B62F0-20EF-4D1E-BF5B-3BBD5593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2DD74-EDBD-41AA-9A60-A8AAD742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1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BDFF8-1FED-4ED8-A13A-5A7B9E83D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F232F-8267-4929-81A5-45BF5C70E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1CDF2-60DD-4DBD-8097-AE4AC0552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ADE01E-682B-4731-B8BD-4DECF818E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7864C-4406-427B-93E5-581F151C2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A2DA95-4AC2-404F-B8D4-9ECC6FF34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F16C2-3B5C-4F2B-8202-FF4F9325F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AF484F-FF7D-4609-8EED-3573F4BB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0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A7199-BB8A-4D8E-BEC8-7C80F16D6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B2672-B735-4FB7-86CF-88B250DC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97554F-6CBA-458F-9095-484C703A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09545-CFE8-4881-83E7-1193F4D15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3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30D9C0-6E1D-4C55-A5EC-60F583BA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173526-2AC1-4E7B-B903-09E381E61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0EE71-9AB6-4E26-947B-8A3316B7B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83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C5152-66A1-460F-A388-53EA16C4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68CF6-E4FE-4AD8-8935-22B14DBCD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C2062-90DD-4B42-BBBC-0BD0F503A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AF952-D943-4655-B079-B62DF233E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6A378-12DD-4ABF-B19F-4515C6C1E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E319-69FA-441A-BFAF-0987361B0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0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0B2E-AEDF-456B-9C29-78B7104C4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32E868-5841-47F2-8BF3-E07C7A6640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21BDC-026A-4920-A0F1-408CE3738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ADAC-6103-45DE-87C3-C74AAF10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6D768-6AC8-4B67-B4F4-FB28FC8F2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B2DB7-CDF1-4DAC-8AF6-3218D5E4A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6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62374-2DC8-4D6C-9E55-C8EBF65BB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6DEDE-5E58-425B-8BA5-C1C4C934B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6147-3684-4E52-A6C6-FCB89E0B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221B0-D806-4288-8EA7-64A0F545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FA208-24AD-4FE9-837D-358624B2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0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CE529F-49A6-4B99-A743-A99C86F61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2D3DC-0FF8-4C8F-A35F-07C86881C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BC340-19E1-468F-84EE-E80905D4F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8EE-3DBE-4305-881A-913B9A6AAECB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09F0-5983-41AE-B65B-4CCFD09B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FA00B-CA27-4B6C-9238-C4DEF0F1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9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A26F3F-9937-41CF-87A7-E3869E9CB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8ECE9-FCE5-41EC-B76D-F07047853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F3E0B-78A9-40BA-9397-E6BC0038A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058EE-3DBE-4305-881A-913B9A6AAECB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7C6F-99FF-44EB-A0A1-0E645BAB0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97B3E-18E1-4022-B2D2-E6EB9C04F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34F25-66D6-47A5-A91B-82BC2750A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699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5E7EE2-FAA6-4CC5-A7D0-33C2F0D3D6EA}"/>
              </a:ext>
            </a:extLst>
          </p:cNvPr>
          <p:cNvSpPr txBox="1"/>
          <p:nvPr/>
        </p:nvSpPr>
        <p:spPr>
          <a:xfrm>
            <a:off x="5016217" y="238214"/>
            <a:ext cx="2159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FFC000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BULB</a:t>
            </a:r>
          </a:p>
          <a:p>
            <a:pPr algn="ctr"/>
            <a:r>
              <a:rPr lang="en-US" sz="2400" dirty="0">
                <a:solidFill>
                  <a:srgbClr val="F2832A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INFOGRAPHIC</a:t>
            </a:r>
          </a:p>
        </p:txBody>
      </p: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EFC45984-FF91-4EFF-AFF7-FCCD146F9922}"/>
              </a:ext>
            </a:extLst>
          </p:cNvPr>
          <p:cNvGrpSpPr/>
          <p:nvPr/>
        </p:nvGrpSpPr>
        <p:grpSpPr>
          <a:xfrm>
            <a:off x="5031414" y="2476077"/>
            <a:ext cx="2116590" cy="3635938"/>
            <a:chOff x="5031414" y="2476077"/>
            <a:chExt cx="2116590" cy="3635938"/>
          </a:xfrm>
        </p:grpSpPr>
        <p:sp>
          <p:nvSpPr>
            <p:cNvPr id="356" name="Rectangle: Rounded Corners 355">
              <a:extLst>
                <a:ext uri="{FF2B5EF4-FFF2-40B4-BE49-F238E27FC236}">
                  <a16:creationId xmlns:a16="http://schemas.microsoft.com/office/drawing/2014/main" id="{695BC669-0E21-40C8-AE81-B744FEFEA6EC}"/>
                </a:ext>
              </a:extLst>
            </p:cNvPr>
            <p:cNvSpPr/>
            <p:nvPr/>
          </p:nvSpPr>
          <p:spPr>
            <a:xfrm>
              <a:off x="5932217" y="5902017"/>
              <a:ext cx="312896" cy="209998"/>
            </a:xfrm>
            <a:prstGeom prst="roundRect">
              <a:avLst>
                <a:gd name="adj" fmla="val 50000"/>
              </a:avLst>
            </a:prstGeom>
            <a:solidFill>
              <a:srgbClr val="6A46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6650CD08-001B-4CDA-8915-133D02390163}"/>
                </a:ext>
              </a:extLst>
            </p:cNvPr>
            <p:cNvSpPr/>
            <p:nvPr/>
          </p:nvSpPr>
          <p:spPr>
            <a:xfrm>
              <a:off x="5031414" y="2476077"/>
              <a:ext cx="2104008" cy="2633474"/>
            </a:xfrm>
            <a:custGeom>
              <a:avLst/>
              <a:gdLst/>
              <a:ahLst/>
              <a:cxnLst/>
              <a:rect l="l" t="t" r="r" b="b"/>
              <a:pathLst>
                <a:path w="2104008" h="2633474">
                  <a:moveTo>
                    <a:pt x="1052005" y="1316689"/>
                  </a:moveTo>
                  <a:lnTo>
                    <a:pt x="1052005" y="1724253"/>
                  </a:lnTo>
                  <a:lnTo>
                    <a:pt x="1052006" y="1724253"/>
                  </a:lnTo>
                  <a:lnTo>
                    <a:pt x="1052006" y="1316689"/>
                  </a:lnTo>
                  <a:close/>
                  <a:moveTo>
                    <a:pt x="1052004" y="0"/>
                  </a:moveTo>
                  <a:lnTo>
                    <a:pt x="1052005" y="0"/>
                  </a:lnTo>
                  <a:lnTo>
                    <a:pt x="1159565" y="5431"/>
                  </a:lnTo>
                  <a:cubicBezTo>
                    <a:pt x="1690045" y="59304"/>
                    <a:pt x="2104008" y="507311"/>
                    <a:pt x="2104008" y="1052004"/>
                  </a:cubicBezTo>
                  <a:cubicBezTo>
                    <a:pt x="2104008" y="1106473"/>
                    <a:pt x="2099869" y="1159976"/>
                    <a:pt x="2091887" y="1212214"/>
                  </a:cubicBezTo>
                  <a:lnTo>
                    <a:pt x="2067809" y="1316689"/>
                  </a:lnTo>
                  <a:lnTo>
                    <a:pt x="2067811" y="1316689"/>
                  </a:lnTo>
                  <a:lnTo>
                    <a:pt x="2056714" y="1364838"/>
                  </a:lnTo>
                  <a:cubicBezTo>
                    <a:pt x="2025977" y="1463662"/>
                    <a:pt x="1981061" y="1556240"/>
                    <a:pt x="1924345" y="1640190"/>
                  </a:cubicBezTo>
                  <a:lnTo>
                    <a:pt x="1920643" y="1645140"/>
                  </a:lnTo>
                  <a:lnTo>
                    <a:pt x="1413715" y="2633380"/>
                  </a:lnTo>
                  <a:lnTo>
                    <a:pt x="1052006" y="2633426"/>
                  </a:lnTo>
                  <a:lnTo>
                    <a:pt x="1052006" y="2175105"/>
                  </a:lnTo>
                  <a:lnTo>
                    <a:pt x="1052005" y="2175105"/>
                  </a:lnTo>
                  <a:lnTo>
                    <a:pt x="1052005" y="2633426"/>
                  </a:lnTo>
                  <a:lnTo>
                    <a:pt x="670364" y="2633474"/>
                  </a:lnTo>
                  <a:lnTo>
                    <a:pt x="149493" y="1590521"/>
                  </a:lnTo>
                  <a:lnTo>
                    <a:pt x="126972" y="1553452"/>
                  </a:lnTo>
                  <a:cubicBezTo>
                    <a:pt x="106728" y="1516187"/>
                    <a:pt x="88671" y="1477561"/>
                    <a:pt x="72971" y="1437748"/>
                  </a:cubicBezTo>
                  <a:lnTo>
                    <a:pt x="33696" y="1316689"/>
                  </a:lnTo>
                  <a:lnTo>
                    <a:pt x="33695" y="1316689"/>
                  </a:lnTo>
                  <a:lnTo>
                    <a:pt x="33120" y="1314916"/>
                  </a:lnTo>
                  <a:cubicBezTo>
                    <a:pt x="11499" y="1230883"/>
                    <a:pt x="0" y="1142786"/>
                    <a:pt x="0" y="1052004"/>
                  </a:cubicBezTo>
                  <a:cubicBezTo>
                    <a:pt x="0" y="507311"/>
                    <a:pt x="413964" y="59304"/>
                    <a:pt x="944444" y="5431"/>
                  </a:cubicBezTo>
                  <a:close/>
                </a:path>
              </a:pathLst>
            </a:custGeom>
            <a:solidFill>
              <a:srgbClr val="F7C317"/>
            </a:solidFill>
            <a:ln w="1270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5" name="Rectangle: Rounded Corners 354">
              <a:extLst>
                <a:ext uri="{FF2B5EF4-FFF2-40B4-BE49-F238E27FC236}">
                  <a16:creationId xmlns:a16="http://schemas.microsoft.com/office/drawing/2014/main" id="{7AA6F7A0-BD53-4914-AC1F-F18C3386C9D1}"/>
                </a:ext>
              </a:extLst>
            </p:cNvPr>
            <p:cNvSpPr/>
            <p:nvPr/>
          </p:nvSpPr>
          <p:spPr>
            <a:xfrm>
              <a:off x="5838137" y="5797018"/>
              <a:ext cx="501600" cy="209998"/>
            </a:xfrm>
            <a:prstGeom prst="roundRect">
              <a:avLst>
                <a:gd name="adj" fmla="val 50000"/>
              </a:avLst>
            </a:prstGeom>
            <a:solidFill>
              <a:srgbClr val="8157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7A8B7BEC-C6FA-449F-A304-AF83B0C8E138}"/>
                </a:ext>
              </a:extLst>
            </p:cNvPr>
            <p:cNvSpPr/>
            <p:nvPr/>
          </p:nvSpPr>
          <p:spPr>
            <a:xfrm>
              <a:off x="5077692" y="3793019"/>
              <a:ext cx="1018309" cy="1316785"/>
            </a:xfrm>
            <a:custGeom>
              <a:avLst/>
              <a:gdLst>
                <a:gd name="connsiteX0" fmla="*/ 0 w 1018309"/>
                <a:gd name="connsiteY0" fmla="*/ 0 h 1316785"/>
                <a:gd name="connsiteX1" fmla="*/ 1018309 w 1018309"/>
                <a:gd name="connsiteY1" fmla="*/ 0 h 1316785"/>
                <a:gd name="connsiteX2" fmla="*/ 1018309 w 1018309"/>
                <a:gd name="connsiteY2" fmla="*/ 1316737 h 1316785"/>
                <a:gd name="connsiteX3" fmla="*/ 636668 w 1018309"/>
                <a:gd name="connsiteY3" fmla="*/ 1316785 h 1316785"/>
                <a:gd name="connsiteX4" fmla="*/ 115797 w 1018309"/>
                <a:gd name="connsiteY4" fmla="*/ 273832 h 1316785"/>
                <a:gd name="connsiteX5" fmla="*/ 93276 w 1018309"/>
                <a:gd name="connsiteY5" fmla="*/ 236763 h 1316785"/>
                <a:gd name="connsiteX6" fmla="*/ 39275 w 1018309"/>
                <a:gd name="connsiteY6" fmla="*/ 121059 h 1316785"/>
                <a:gd name="connsiteX7" fmla="*/ 0 w 1018309"/>
                <a:gd name="connsiteY7" fmla="*/ 0 h 1316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18309" h="1316785">
                  <a:moveTo>
                    <a:pt x="0" y="0"/>
                  </a:moveTo>
                  <a:lnTo>
                    <a:pt x="1018309" y="0"/>
                  </a:lnTo>
                  <a:lnTo>
                    <a:pt x="1018309" y="1316737"/>
                  </a:lnTo>
                  <a:lnTo>
                    <a:pt x="636668" y="1316785"/>
                  </a:lnTo>
                  <a:lnTo>
                    <a:pt x="115797" y="273832"/>
                  </a:lnTo>
                  <a:lnTo>
                    <a:pt x="93276" y="236763"/>
                  </a:lnTo>
                  <a:cubicBezTo>
                    <a:pt x="73032" y="199498"/>
                    <a:pt x="54975" y="160872"/>
                    <a:pt x="39275" y="1210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7C3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DEB2AAF0-E05A-4FFE-A582-6B50238ACF43}"/>
                </a:ext>
              </a:extLst>
            </p:cNvPr>
            <p:cNvSpPr/>
            <p:nvPr/>
          </p:nvSpPr>
          <p:spPr>
            <a:xfrm>
              <a:off x="6096000" y="2476330"/>
              <a:ext cx="1052004" cy="1316689"/>
            </a:xfrm>
            <a:custGeom>
              <a:avLst/>
              <a:gdLst>
                <a:gd name="connsiteX0" fmla="*/ 0 w 1052004"/>
                <a:gd name="connsiteY0" fmla="*/ 0 h 1316689"/>
                <a:gd name="connsiteX1" fmla="*/ 1052004 w 1052004"/>
                <a:gd name="connsiteY1" fmla="*/ 1052004 h 1316689"/>
                <a:gd name="connsiteX2" fmla="*/ 1039883 w 1052004"/>
                <a:gd name="connsiteY2" fmla="*/ 1212214 h 1316689"/>
                <a:gd name="connsiteX3" fmla="*/ 1015805 w 1052004"/>
                <a:gd name="connsiteY3" fmla="*/ 1316689 h 1316689"/>
                <a:gd name="connsiteX4" fmla="*/ 0 w 1052004"/>
                <a:gd name="connsiteY4" fmla="*/ 1316689 h 1316689"/>
                <a:gd name="connsiteX5" fmla="*/ 0 w 1052004"/>
                <a:gd name="connsiteY5" fmla="*/ 0 h 131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52004" h="1316689">
                  <a:moveTo>
                    <a:pt x="0" y="0"/>
                  </a:moveTo>
                  <a:cubicBezTo>
                    <a:pt x="581006" y="0"/>
                    <a:pt x="1052004" y="470998"/>
                    <a:pt x="1052004" y="1052004"/>
                  </a:cubicBezTo>
                  <a:cubicBezTo>
                    <a:pt x="1052004" y="1106473"/>
                    <a:pt x="1047865" y="1159976"/>
                    <a:pt x="1039883" y="1212214"/>
                  </a:cubicBezTo>
                  <a:lnTo>
                    <a:pt x="1015805" y="1316689"/>
                  </a:lnTo>
                  <a:lnTo>
                    <a:pt x="0" y="13166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57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0EF219C1-59F9-496F-A869-A0D1215CC387}"/>
                </a:ext>
              </a:extLst>
            </p:cNvPr>
            <p:cNvSpPr/>
            <p:nvPr/>
          </p:nvSpPr>
          <p:spPr>
            <a:xfrm>
              <a:off x="5043996" y="2476330"/>
              <a:ext cx="1277431" cy="1542162"/>
            </a:xfrm>
            <a:custGeom>
              <a:avLst/>
              <a:gdLst>
                <a:gd name="connsiteX0" fmla="*/ 369376 w 1277431"/>
                <a:gd name="connsiteY0" fmla="*/ 1316736 h 1542162"/>
                <a:gd name="connsiteX1" fmla="*/ 820228 w 1277431"/>
                <a:gd name="connsiteY1" fmla="*/ 1316736 h 1542162"/>
                <a:gd name="connsiteX2" fmla="*/ 594802 w 1277431"/>
                <a:gd name="connsiteY2" fmla="*/ 1542162 h 1542162"/>
                <a:gd name="connsiteX3" fmla="*/ 369376 w 1277431"/>
                <a:gd name="connsiteY3" fmla="*/ 1316736 h 1542162"/>
                <a:gd name="connsiteX4" fmla="*/ 1052005 w 1277431"/>
                <a:gd name="connsiteY4" fmla="*/ 0 h 1542162"/>
                <a:gd name="connsiteX5" fmla="*/ 1052005 w 1277431"/>
                <a:gd name="connsiteY5" fmla="*/ 458320 h 1542162"/>
                <a:gd name="connsiteX6" fmla="*/ 1277431 w 1277431"/>
                <a:gd name="connsiteY6" fmla="*/ 683746 h 1542162"/>
                <a:gd name="connsiteX7" fmla="*/ 1052005 w 1277431"/>
                <a:gd name="connsiteY7" fmla="*/ 909172 h 1542162"/>
                <a:gd name="connsiteX8" fmla="*/ 1052005 w 1277431"/>
                <a:gd name="connsiteY8" fmla="*/ 1316689 h 1542162"/>
                <a:gd name="connsiteX9" fmla="*/ 33695 w 1277431"/>
                <a:gd name="connsiteY9" fmla="*/ 1316689 h 1542162"/>
                <a:gd name="connsiteX10" fmla="*/ 33120 w 1277431"/>
                <a:gd name="connsiteY10" fmla="*/ 1314916 h 1542162"/>
                <a:gd name="connsiteX11" fmla="*/ 0 w 1277431"/>
                <a:gd name="connsiteY11" fmla="*/ 1052004 h 1542162"/>
                <a:gd name="connsiteX12" fmla="*/ 1052005 w 1277431"/>
                <a:gd name="connsiteY12" fmla="*/ 0 h 154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7431" h="1542162">
                  <a:moveTo>
                    <a:pt x="369376" y="1316736"/>
                  </a:moveTo>
                  <a:lnTo>
                    <a:pt x="820228" y="1316736"/>
                  </a:lnTo>
                  <a:cubicBezTo>
                    <a:pt x="820228" y="1441235"/>
                    <a:pt x="719301" y="1542162"/>
                    <a:pt x="594802" y="1542162"/>
                  </a:cubicBezTo>
                  <a:cubicBezTo>
                    <a:pt x="470303" y="1542162"/>
                    <a:pt x="369376" y="1441235"/>
                    <a:pt x="369376" y="1316736"/>
                  </a:cubicBezTo>
                  <a:close/>
                  <a:moveTo>
                    <a:pt x="1052005" y="0"/>
                  </a:moveTo>
                  <a:lnTo>
                    <a:pt x="1052005" y="458320"/>
                  </a:lnTo>
                  <a:cubicBezTo>
                    <a:pt x="1176504" y="458320"/>
                    <a:pt x="1277431" y="559247"/>
                    <a:pt x="1277431" y="683746"/>
                  </a:cubicBezTo>
                  <a:cubicBezTo>
                    <a:pt x="1277431" y="808245"/>
                    <a:pt x="1176504" y="909172"/>
                    <a:pt x="1052005" y="909172"/>
                  </a:cubicBezTo>
                  <a:lnTo>
                    <a:pt x="1052005" y="1316689"/>
                  </a:lnTo>
                  <a:lnTo>
                    <a:pt x="33695" y="1316689"/>
                  </a:lnTo>
                  <a:lnTo>
                    <a:pt x="33120" y="1314916"/>
                  </a:lnTo>
                  <a:cubicBezTo>
                    <a:pt x="11499" y="1230883"/>
                    <a:pt x="0" y="1142786"/>
                    <a:pt x="0" y="1052004"/>
                  </a:cubicBezTo>
                  <a:cubicBezTo>
                    <a:pt x="0" y="470998"/>
                    <a:pt x="470999" y="0"/>
                    <a:pt x="1052005" y="0"/>
                  </a:cubicBezTo>
                  <a:close/>
                </a:path>
              </a:pathLst>
            </a:custGeom>
            <a:solidFill>
              <a:srgbClr val="22BC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1C7BA"/>
                </a:solidFill>
              </a:endParaRPr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007F103E-1887-41B2-A930-6DCF0273763D}"/>
                </a:ext>
              </a:extLst>
            </p:cNvPr>
            <p:cNvSpPr/>
            <p:nvPr/>
          </p:nvSpPr>
          <p:spPr>
            <a:xfrm rot="10800000">
              <a:off x="5870576" y="3569734"/>
              <a:ext cx="1241231" cy="1540022"/>
            </a:xfrm>
            <a:custGeom>
              <a:avLst/>
              <a:gdLst>
                <a:gd name="connsiteX0" fmla="*/ 489804 w 1241231"/>
                <a:gd name="connsiteY0" fmla="*/ 1540022 h 1540022"/>
                <a:gd name="connsiteX1" fmla="*/ 268958 w 1241231"/>
                <a:gd name="connsiteY1" fmla="*/ 1360027 h 1540022"/>
                <a:gd name="connsiteX2" fmla="*/ 264594 w 1241231"/>
                <a:gd name="connsiteY2" fmla="*/ 1316737 h 1540022"/>
                <a:gd name="connsiteX3" fmla="*/ 0 w 1241231"/>
                <a:gd name="connsiteY3" fmla="*/ 1316737 h 1540022"/>
                <a:gd name="connsiteX4" fmla="*/ 11097 w 1241231"/>
                <a:gd name="connsiteY4" fmla="*/ 1268588 h 1540022"/>
                <a:gd name="connsiteX5" fmla="*/ 143466 w 1241231"/>
                <a:gd name="connsiteY5" fmla="*/ 993236 h 1540022"/>
                <a:gd name="connsiteX6" fmla="*/ 147168 w 1241231"/>
                <a:gd name="connsiteY6" fmla="*/ 988286 h 1540022"/>
                <a:gd name="connsiteX7" fmla="*/ 654096 w 1241231"/>
                <a:gd name="connsiteY7" fmla="*/ 46 h 1540022"/>
                <a:gd name="connsiteX8" fmla="*/ 1015805 w 1241231"/>
                <a:gd name="connsiteY8" fmla="*/ 0 h 1540022"/>
                <a:gd name="connsiteX9" fmla="*/ 1015805 w 1241231"/>
                <a:gd name="connsiteY9" fmla="*/ 458321 h 1540022"/>
                <a:gd name="connsiteX10" fmla="*/ 1241231 w 1241231"/>
                <a:gd name="connsiteY10" fmla="*/ 683747 h 1540022"/>
                <a:gd name="connsiteX11" fmla="*/ 1015805 w 1241231"/>
                <a:gd name="connsiteY11" fmla="*/ 909173 h 1540022"/>
                <a:gd name="connsiteX12" fmla="*/ 1015805 w 1241231"/>
                <a:gd name="connsiteY12" fmla="*/ 1316737 h 1540022"/>
                <a:gd name="connsiteX13" fmla="*/ 715014 w 1241231"/>
                <a:gd name="connsiteY13" fmla="*/ 1316737 h 1540022"/>
                <a:gd name="connsiteX14" fmla="*/ 710650 w 1241231"/>
                <a:gd name="connsiteY14" fmla="*/ 1360027 h 1540022"/>
                <a:gd name="connsiteX15" fmla="*/ 489804 w 1241231"/>
                <a:gd name="connsiteY15" fmla="*/ 1540022 h 1540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41231" h="1540022">
                  <a:moveTo>
                    <a:pt x="489804" y="1540022"/>
                  </a:moveTo>
                  <a:cubicBezTo>
                    <a:pt x="380868" y="1540022"/>
                    <a:pt x="289978" y="1462750"/>
                    <a:pt x="268958" y="1360027"/>
                  </a:cubicBezTo>
                  <a:lnTo>
                    <a:pt x="264594" y="1316737"/>
                  </a:lnTo>
                  <a:lnTo>
                    <a:pt x="0" y="1316737"/>
                  </a:lnTo>
                  <a:lnTo>
                    <a:pt x="11097" y="1268588"/>
                  </a:lnTo>
                  <a:cubicBezTo>
                    <a:pt x="41834" y="1169764"/>
                    <a:pt x="86750" y="1077186"/>
                    <a:pt x="143466" y="993236"/>
                  </a:cubicBezTo>
                  <a:lnTo>
                    <a:pt x="147168" y="988286"/>
                  </a:lnTo>
                  <a:lnTo>
                    <a:pt x="654096" y="46"/>
                  </a:lnTo>
                  <a:lnTo>
                    <a:pt x="1015805" y="0"/>
                  </a:lnTo>
                  <a:lnTo>
                    <a:pt x="1015805" y="458321"/>
                  </a:lnTo>
                  <a:cubicBezTo>
                    <a:pt x="1140304" y="458321"/>
                    <a:pt x="1241231" y="559248"/>
                    <a:pt x="1241231" y="683747"/>
                  </a:cubicBezTo>
                  <a:cubicBezTo>
                    <a:pt x="1241231" y="808246"/>
                    <a:pt x="1140304" y="909173"/>
                    <a:pt x="1015805" y="909173"/>
                  </a:cubicBezTo>
                  <a:lnTo>
                    <a:pt x="1015805" y="1316737"/>
                  </a:lnTo>
                  <a:lnTo>
                    <a:pt x="715014" y="1316737"/>
                  </a:lnTo>
                  <a:lnTo>
                    <a:pt x="710650" y="1360027"/>
                  </a:lnTo>
                  <a:cubicBezTo>
                    <a:pt x="689630" y="1462750"/>
                    <a:pt x="598741" y="1540022"/>
                    <a:pt x="489804" y="1540022"/>
                  </a:cubicBezTo>
                  <a:close/>
                </a:path>
              </a:pathLst>
            </a:custGeom>
            <a:solidFill>
              <a:srgbClr val="CE3B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1C7BA"/>
                </a:solidFill>
              </a:endParaRPr>
            </a:p>
          </p:txBody>
        </p:sp>
        <p:sp>
          <p:nvSpPr>
            <p:cNvPr id="351" name="Rectangle: Rounded Corners 350">
              <a:extLst>
                <a:ext uri="{FF2B5EF4-FFF2-40B4-BE49-F238E27FC236}">
                  <a16:creationId xmlns:a16="http://schemas.microsoft.com/office/drawing/2014/main" id="{3EBCF291-854A-4F6F-9C9C-C54B1073A61A}"/>
                </a:ext>
              </a:extLst>
            </p:cNvPr>
            <p:cNvSpPr/>
            <p:nvPr/>
          </p:nvSpPr>
          <p:spPr>
            <a:xfrm>
              <a:off x="5714491" y="5187213"/>
              <a:ext cx="748893" cy="209998"/>
            </a:xfrm>
            <a:prstGeom prst="roundRect">
              <a:avLst>
                <a:gd name="adj" fmla="val 50000"/>
              </a:avLst>
            </a:prstGeom>
            <a:solidFill>
              <a:srgbClr val="F7C3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Rectangle: Rounded Corners 351">
              <a:extLst>
                <a:ext uri="{FF2B5EF4-FFF2-40B4-BE49-F238E27FC236}">
                  <a16:creationId xmlns:a16="http://schemas.microsoft.com/office/drawing/2014/main" id="{5953DEBC-692A-4D69-9B62-0A57610CFBD8}"/>
                </a:ext>
              </a:extLst>
            </p:cNvPr>
            <p:cNvSpPr/>
            <p:nvPr/>
          </p:nvSpPr>
          <p:spPr>
            <a:xfrm>
              <a:off x="5714491" y="5439616"/>
              <a:ext cx="748893" cy="209998"/>
            </a:xfrm>
            <a:prstGeom prst="roundRect">
              <a:avLst>
                <a:gd name="adj" fmla="val 50000"/>
              </a:avLst>
            </a:prstGeom>
            <a:solidFill>
              <a:srgbClr val="22BC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Rectangle: Rounded Corners 352">
              <a:extLst>
                <a:ext uri="{FF2B5EF4-FFF2-40B4-BE49-F238E27FC236}">
                  <a16:creationId xmlns:a16="http://schemas.microsoft.com/office/drawing/2014/main" id="{12251CC0-E736-46D2-88E6-95E641D01E6B}"/>
                </a:ext>
              </a:extLst>
            </p:cNvPr>
            <p:cNvSpPr/>
            <p:nvPr/>
          </p:nvSpPr>
          <p:spPr>
            <a:xfrm>
              <a:off x="5714491" y="5692019"/>
              <a:ext cx="748893" cy="209998"/>
            </a:xfrm>
            <a:prstGeom prst="roundRect">
              <a:avLst>
                <a:gd name="adj" fmla="val 50000"/>
              </a:avLst>
            </a:prstGeom>
            <a:solidFill>
              <a:srgbClr val="CE3B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EFDD2618-97F2-48B5-A2C5-21822FC90BCD}"/>
              </a:ext>
            </a:extLst>
          </p:cNvPr>
          <p:cNvGrpSpPr/>
          <p:nvPr/>
        </p:nvGrpSpPr>
        <p:grpSpPr>
          <a:xfrm>
            <a:off x="3507033" y="1460789"/>
            <a:ext cx="5163807" cy="3670557"/>
            <a:chOff x="3507033" y="1460789"/>
            <a:chExt cx="5163807" cy="3670557"/>
          </a:xfrm>
        </p:grpSpPr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0C888DBE-DAE8-49C7-ADDA-D7C690D849A6}"/>
                </a:ext>
              </a:extLst>
            </p:cNvPr>
            <p:cNvSpPr/>
            <p:nvPr/>
          </p:nvSpPr>
          <p:spPr>
            <a:xfrm rot="2873917">
              <a:off x="4371003" y="1058490"/>
              <a:ext cx="1356151" cy="3084091"/>
            </a:xfrm>
            <a:custGeom>
              <a:avLst/>
              <a:gdLst>
                <a:gd name="connsiteX0" fmla="*/ 533075 w 1356151"/>
                <a:gd name="connsiteY0" fmla="*/ 0 h 3084091"/>
                <a:gd name="connsiteX1" fmla="*/ 1038679 w 1356151"/>
                <a:gd name="connsiteY1" fmla="*/ 456871 h 3084091"/>
                <a:gd name="connsiteX2" fmla="*/ 949088 w 1356151"/>
                <a:gd name="connsiteY2" fmla="*/ 566680 h 3084091"/>
                <a:gd name="connsiteX3" fmla="*/ 1137682 w 1356151"/>
                <a:gd name="connsiteY3" fmla="*/ 2412132 h 3084091"/>
                <a:gd name="connsiteX4" fmla="*/ 1302079 w 1356151"/>
                <a:gd name="connsiteY4" fmla="*/ 2539844 h 3084091"/>
                <a:gd name="connsiteX5" fmla="*/ 1356151 w 1356151"/>
                <a:gd name="connsiteY5" fmla="*/ 2570218 h 3084091"/>
                <a:gd name="connsiteX6" fmla="*/ 891809 w 1356151"/>
                <a:gd name="connsiteY6" fmla="*/ 3084091 h 3084091"/>
                <a:gd name="connsiteX7" fmla="*/ 794990 w 1356151"/>
                <a:gd name="connsiteY7" fmla="*/ 3013770 h 3084091"/>
                <a:gd name="connsiteX8" fmla="*/ 680811 w 1356151"/>
                <a:gd name="connsiteY8" fmla="*/ 2917737 h 3084091"/>
                <a:gd name="connsiteX9" fmla="*/ 399381 w 1356151"/>
                <a:gd name="connsiteY9" fmla="*/ 163863 h 3084091"/>
                <a:gd name="connsiteX10" fmla="*/ 533075 w 1356151"/>
                <a:gd name="connsiteY10" fmla="*/ 0 h 308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56151" h="3084091">
                  <a:moveTo>
                    <a:pt x="533075" y="0"/>
                  </a:moveTo>
                  <a:lnTo>
                    <a:pt x="1038679" y="456871"/>
                  </a:lnTo>
                  <a:lnTo>
                    <a:pt x="949088" y="566680"/>
                  </a:lnTo>
                  <a:cubicBezTo>
                    <a:pt x="533671" y="1132147"/>
                    <a:pt x="605866" y="1931577"/>
                    <a:pt x="1137682" y="2412132"/>
                  </a:cubicBezTo>
                  <a:cubicBezTo>
                    <a:pt x="1190033" y="2459437"/>
                    <a:pt x="1245007" y="2501999"/>
                    <a:pt x="1302079" y="2539844"/>
                  </a:cubicBezTo>
                  <a:lnTo>
                    <a:pt x="1356151" y="2570218"/>
                  </a:lnTo>
                  <a:lnTo>
                    <a:pt x="891809" y="3084091"/>
                  </a:lnTo>
                  <a:lnTo>
                    <a:pt x="794990" y="3013770"/>
                  </a:lnTo>
                  <a:cubicBezTo>
                    <a:pt x="756099" y="2983361"/>
                    <a:pt x="718011" y="2951352"/>
                    <a:pt x="680811" y="2917737"/>
                  </a:cubicBezTo>
                  <a:cubicBezTo>
                    <a:pt x="-112790" y="2200629"/>
                    <a:pt x="-220524" y="1007680"/>
                    <a:pt x="399381" y="163863"/>
                  </a:cubicBezTo>
                  <a:lnTo>
                    <a:pt x="533075" y="0"/>
                  </a:lnTo>
                  <a:close/>
                </a:path>
              </a:pathLst>
            </a:custGeom>
            <a:solidFill>
              <a:srgbClr val="22BC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3AE1490F-1949-481B-A4A9-8597385FFF1B}"/>
                </a:ext>
              </a:extLst>
            </p:cNvPr>
            <p:cNvSpPr/>
            <p:nvPr/>
          </p:nvSpPr>
          <p:spPr>
            <a:xfrm rot="2873917">
              <a:off x="3835750" y="3889872"/>
              <a:ext cx="1587579" cy="895370"/>
            </a:xfrm>
            <a:custGeom>
              <a:avLst/>
              <a:gdLst>
                <a:gd name="connsiteX0" fmla="*/ 0 w 1587579"/>
                <a:gd name="connsiteY0" fmla="*/ 513873 h 895370"/>
                <a:gd name="connsiteX1" fmla="*/ 464342 w 1587579"/>
                <a:gd name="connsiteY1" fmla="*/ 0 h 895370"/>
                <a:gd name="connsiteX2" fmla="*/ 587249 w 1587579"/>
                <a:gd name="connsiteY2" fmla="*/ 69041 h 895370"/>
                <a:gd name="connsiteX3" fmla="*/ 966294 w 1587579"/>
                <a:gd name="connsiteY3" fmla="*/ 183615 h 895370"/>
                <a:gd name="connsiteX4" fmla="*/ 1011626 w 1587579"/>
                <a:gd name="connsiteY4" fmla="*/ 188585 h 895370"/>
                <a:gd name="connsiteX5" fmla="*/ 1235656 w 1587579"/>
                <a:gd name="connsiteY5" fmla="*/ 188585 h 895370"/>
                <a:gd name="connsiteX6" fmla="*/ 1374108 w 1587579"/>
                <a:gd name="connsiteY6" fmla="*/ 216537 h 895370"/>
                <a:gd name="connsiteX7" fmla="*/ 1419792 w 1587579"/>
                <a:gd name="connsiteY7" fmla="*/ 241333 h 895370"/>
                <a:gd name="connsiteX8" fmla="*/ 1421486 w 1587579"/>
                <a:gd name="connsiteY8" fmla="*/ 240892 h 895370"/>
                <a:gd name="connsiteX9" fmla="*/ 1430758 w 1587579"/>
                <a:gd name="connsiteY9" fmla="*/ 245925 h 895370"/>
                <a:gd name="connsiteX10" fmla="*/ 1587579 w 1587579"/>
                <a:gd name="connsiteY10" fmla="*/ 540872 h 895370"/>
                <a:gd name="connsiteX11" fmla="*/ 1303571 w 1587579"/>
                <a:gd name="connsiteY11" fmla="*/ 889339 h 895370"/>
                <a:gd name="connsiteX12" fmla="*/ 1252394 w 1587579"/>
                <a:gd name="connsiteY12" fmla="*/ 894498 h 895370"/>
                <a:gd name="connsiteX13" fmla="*/ 1052706 w 1587579"/>
                <a:gd name="connsiteY13" fmla="*/ 895370 h 895370"/>
                <a:gd name="connsiteX14" fmla="*/ 879963 w 1587579"/>
                <a:gd name="connsiteY14" fmla="*/ 875901 h 895370"/>
                <a:gd name="connsiteX15" fmla="*/ 879963 w 1587579"/>
                <a:gd name="connsiteY15" fmla="*/ 878882 h 895370"/>
                <a:gd name="connsiteX16" fmla="*/ 835385 w 1587579"/>
                <a:gd name="connsiteY16" fmla="*/ 873858 h 895370"/>
                <a:gd name="connsiteX17" fmla="*/ 405615 w 1587579"/>
                <a:gd name="connsiteY17" fmla="*/ 745873 h 895370"/>
                <a:gd name="connsiteX18" fmla="*/ 269987 w 1587579"/>
                <a:gd name="connsiteY18" fmla="*/ 680547 h 895370"/>
                <a:gd name="connsiteX19" fmla="*/ 274890 w 1587579"/>
                <a:gd name="connsiteY19" fmla="*/ 675121 h 895370"/>
                <a:gd name="connsiteX20" fmla="*/ 272589 w 1587579"/>
                <a:gd name="connsiteY20" fmla="*/ 674131 h 895370"/>
                <a:gd name="connsiteX21" fmla="*/ 22178 w 1587579"/>
                <a:gd name="connsiteY21" fmla="*/ 529981 h 895370"/>
                <a:gd name="connsiteX22" fmla="*/ 0 w 1587579"/>
                <a:gd name="connsiteY22" fmla="*/ 513873 h 89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87579" h="895370">
                  <a:moveTo>
                    <a:pt x="0" y="513873"/>
                  </a:moveTo>
                  <a:lnTo>
                    <a:pt x="464342" y="0"/>
                  </a:lnTo>
                  <a:lnTo>
                    <a:pt x="587249" y="69041"/>
                  </a:lnTo>
                  <a:cubicBezTo>
                    <a:pt x="708725" y="125920"/>
                    <a:pt x="836480" y="164040"/>
                    <a:pt x="966294" y="183615"/>
                  </a:cubicBezTo>
                  <a:lnTo>
                    <a:pt x="1011626" y="188585"/>
                  </a:lnTo>
                  <a:lnTo>
                    <a:pt x="1235656" y="188585"/>
                  </a:lnTo>
                  <a:cubicBezTo>
                    <a:pt x="1284766" y="188585"/>
                    <a:pt x="1331553" y="198538"/>
                    <a:pt x="1374108" y="216537"/>
                  </a:cubicBezTo>
                  <a:lnTo>
                    <a:pt x="1419792" y="241333"/>
                  </a:lnTo>
                  <a:lnTo>
                    <a:pt x="1421486" y="240892"/>
                  </a:lnTo>
                  <a:lnTo>
                    <a:pt x="1430758" y="245925"/>
                  </a:lnTo>
                  <a:cubicBezTo>
                    <a:pt x="1525371" y="309846"/>
                    <a:pt x="1587579" y="418096"/>
                    <a:pt x="1587579" y="540872"/>
                  </a:cubicBezTo>
                  <a:cubicBezTo>
                    <a:pt x="1587580" y="712761"/>
                    <a:pt x="1465655" y="856173"/>
                    <a:pt x="1303571" y="889339"/>
                  </a:cubicBezTo>
                  <a:lnTo>
                    <a:pt x="1252394" y="894498"/>
                  </a:lnTo>
                  <a:lnTo>
                    <a:pt x="1052706" y="895370"/>
                  </a:lnTo>
                  <a:lnTo>
                    <a:pt x="879963" y="875901"/>
                  </a:lnTo>
                  <a:lnTo>
                    <a:pt x="879963" y="878882"/>
                  </a:lnTo>
                  <a:lnTo>
                    <a:pt x="835385" y="873858"/>
                  </a:lnTo>
                  <a:cubicBezTo>
                    <a:pt x="688829" y="848591"/>
                    <a:pt x="544488" y="805984"/>
                    <a:pt x="405615" y="745873"/>
                  </a:cubicBezTo>
                  <a:lnTo>
                    <a:pt x="269987" y="680547"/>
                  </a:lnTo>
                  <a:lnTo>
                    <a:pt x="274890" y="675121"/>
                  </a:lnTo>
                  <a:lnTo>
                    <a:pt x="272589" y="674131"/>
                  </a:lnTo>
                  <a:cubicBezTo>
                    <a:pt x="186699" y="632444"/>
                    <a:pt x="103003" y="584405"/>
                    <a:pt x="22178" y="529981"/>
                  </a:cubicBezTo>
                  <a:lnTo>
                    <a:pt x="0" y="513873"/>
                  </a:lnTo>
                  <a:close/>
                </a:path>
              </a:pathLst>
            </a:custGeom>
            <a:solidFill>
              <a:srgbClr val="F7C31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6863C94C-65D2-47E3-A2EC-9F011EFB8B0F}"/>
                </a:ext>
              </a:extLst>
            </p:cNvPr>
            <p:cNvSpPr/>
            <p:nvPr/>
          </p:nvSpPr>
          <p:spPr>
            <a:xfrm rot="18726083" flipH="1">
              <a:off x="6450720" y="1058490"/>
              <a:ext cx="1356150" cy="3084091"/>
            </a:xfrm>
            <a:custGeom>
              <a:avLst/>
              <a:gdLst>
                <a:gd name="connsiteX0" fmla="*/ 533075 w 1356150"/>
                <a:gd name="connsiteY0" fmla="*/ 0 h 3084091"/>
                <a:gd name="connsiteX1" fmla="*/ 399380 w 1356150"/>
                <a:gd name="connsiteY1" fmla="*/ 163864 h 3084091"/>
                <a:gd name="connsiteX2" fmla="*/ 680811 w 1356150"/>
                <a:gd name="connsiteY2" fmla="*/ 2917737 h 3084091"/>
                <a:gd name="connsiteX3" fmla="*/ 794990 w 1356150"/>
                <a:gd name="connsiteY3" fmla="*/ 3013770 h 3084091"/>
                <a:gd name="connsiteX4" fmla="*/ 891809 w 1356150"/>
                <a:gd name="connsiteY4" fmla="*/ 3084091 h 3084091"/>
                <a:gd name="connsiteX5" fmla="*/ 1356150 w 1356150"/>
                <a:gd name="connsiteY5" fmla="*/ 2570219 h 3084091"/>
                <a:gd name="connsiteX6" fmla="*/ 1302079 w 1356150"/>
                <a:gd name="connsiteY6" fmla="*/ 2539845 h 3084091"/>
                <a:gd name="connsiteX7" fmla="*/ 1137681 w 1356150"/>
                <a:gd name="connsiteY7" fmla="*/ 2412133 h 3084091"/>
                <a:gd name="connsiteX8" fmla="*/ 949087 w 1356150"/>
                <a:gd name="connsiteY8" fmla="*/ 566681 h 3084091"/>
                <a:gd name="connsiteX9" fmla="*/ 1038679 w 1356150"/>
                <a:gd name="connsiteY9" fmla="*/ 456871 h 3084091"/>
                <a:gd name="connsiteX10" fmla="*/ 533075 w 1356150"/>
                <a:gd name="connsiteY10" fmla="*/ 0 h 308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56150" h="3084091">
                  <a:moveTo>
                    <a:pt x="533075" y="0"/>
                  </a:moveTo>
                  <a:lnTo>
                    <a:pt x="399380" y="163864"/>
                  </a:lnTo>
                  <a:cubicBezTo>
                    <a:pt x="-220524" y="1007681"/>
                    <a:pt x="-112790" y="2200629"/>
                    <a:pt x="680811" y="2917737"/>
                  </a:cubicBezTo>
                  <a:cubicBezTo>
                    <a:pt x="718011" y="2951352"/>
                    <a:pt x="756099" y="2983361"/>
                    <a:pt x="794990" y="3013770"/>
                  </a:cubicBezTo>
                  <a:lnTo>
                    <a:pt x="891809" y="3084091"/>
                  </a:lnTo>
                  <a:lnTo>
                    <a:pt x="1356150" y="2570219"/>
                  </a:lnTo>
                  <a:lnTo>
                    <a:pt x="1302079" y="2539845"/>
                  </a:lnTo>
                  <a:cubicBezTo>
                    <a:pt x="1245007" y="2502000"/>
                    <a:pt x="1190032" y="2459438"/>
                    <a:pt x="1137681" y="2412133"/>
                  </a:cubicBezTo>
                  <a:cubicBezTo>
                    <a:pt x="605866" y="1931577"/>
                    <a:pt x="533671" y="1132147"/>
                    <a:pt x="949087" y="566681"/>
                  </a:cubicBezTo>
                  <a:lnTo>
                    <a:pt x="1038679" y="456871"/>
                  </a:lnTo>
                  <a:lnTo>
                    <a:pt x="533075" y="0"/>
                  </a:lnTo>
                  <a:close/>
                </a:path>
              </a:pathLst>
            </a:custGeom>
            <a:solidFill>
              <a:srgbClr val="8157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8E2E615F-C99B-41F5-AB91-178508BDF584}"/>
                </a:ext>
              </a:extLst>
            </p:cNvPr>
            <p:cNvSpPr/>
            <p:nvPr/>
          </p:nvSpPr>
          <p:spPr>
            <a:xfrm rot="18726083" flipH="1">
              <a:off x="6754545" y="3889871"/>
              <a:ext cx="1587579" cy="895370"/>
            </a:xfrm>
            <a:custGeom>
              <a:avLst/>
              <a:gdLst>
                <a:gd name="connsiteX0" fmla="*/ 464341 w 1587579"/>
                <a:gd name="connsiteY0" fmla="*/ 0 h 895370"/>
                <a:gd name="connsiteX1" fmla="*/ 0 w 1587579"/>
                <a:gd name="connsiteY1" fmla="*/ 513872 h 895370"/>
                <a:gd name="connsiteX2" fmla="*/ 22178 w 1587579"/>
                <a:gd name="connsiteY2" fmla="*/ 529980 h 895370"/>
                <a:gd name="connsiteX3" fmla="*/ 272588 w 1587579"/>
                <a:gd name="connsiteY3" fmla="*/ 674131 h 895370"/>
                <a:gd name="connsiteX4" fmla="*/ 274890 w 1587579"/>
                <a:gd name="connsiteY4" fmla="*/ 675120 h 895370"/>
                <a:gd name="connsiteX5" fmla="*/ 269987 w 1587579"/>
                <a:gd name="connsiteY5" fmla="*/ 680546 h 895370"/>
                <a:gd name="connsiteX6" fmla="*/ 405615 w 1587579"/>
                <a:gd name="connsiteY6" fmla="*/ 745872 h 895370"/>
                <a:gd name="connsiteX7" fmla="*/ 835385 w 1587579"/>
                <a:gd name="connsiteY7" fmla="*/ 873857 h 895370"/>
                <a:gd name="connsiteX8" fmla="*/ 879963 w 1587579"/>
                <a:gd name="connsiteY8" fmla="*/ 878881 h 895370"/>
                <a:gd name="connsiteX9" fmla="*/ 879963 w 1587579"/>
                <a:gd name="connsiteY9" fmla="*/ 875900 h 895370"/>
                <a:gd name="connsiteX10" fmla="*/ 1052705 w 1587579"/>
                <a:gd name="connsiteY10" fmla="*/ 895370 h 895370"/>
                <a:gd name="connsiteX11" fmla="*/ 1252394 w 1587579"/>
                <a:gd name="connsiteY11" fmla="*/ 894497 h 895370"/>
                <a:gd name="connsiteX12" fmla="*/ 1303570 w 1587579"/>
                <a:gd name="connsiteY12" fmla="*/ 889339 h 895370"/>
                <a:gd name="connsiteX13" fmla="*/ 1587579 w 1587579"/>
                <a:gd name="connsiteY13" fmla="*/ 540871 h 895370"/>
                <a:gd name="connsiteX14" fmla="*/ 1430758 w 1587579"/>
                <a:gd name="connsiteY14" fmla="*/ 245924 h 895370"/>
                <a:gd name="connsiteX15" fmla="*/ 1421485 w 1587579"/>
                <a:gd name="connsiteY15" fmla="*/ 240891 h 895370"/>
                <a:gd name="connsiteX16" fmla="*/ 1419792 w 1587579"/>
                <a:gd name="connsiteY16" fmla="*/ 241333 h 895370"/>
                <a:gd name="connsiteX17" fmla="*/ 1374107 w 1587579"/>
                <a:gd name="connsiteY17" fmla="*/ 216536 h 895370"/>
                <a:gd name="connsiteX18" fmla="*/ 1235655 w 1587579"/>
                <a:gd name="connsiteY18" fmla="*/ 188584 h 895370"/>
                <a:gd name="connsiteX19" fmla="*/ 1011625 w 1587579"/>
                <a:gd name="connsiteY19" fmla="*/ 188585 h 895370"/>
                <a:gd name="connsiteX20" fmla="*/ 966294 w 1587579"/>
                <a:gd name="connsiteY20" fmla="*/ 183615 h 895370"/>
                <a:gd name="connsiteX21" fmla="*/ 587248 w 1587579"/>
                <a:gd name="connsiteY21" fmla="*/ 69041 h 895370"/>
                <a:gd name="connsiteX22" fmla="*/ 464341 w 1587579"/>
                <a:gd name="connsiteY22" fmla="*/ 0 h 89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87579" h="895370">
                  <a:moveTo>
                    <a:pt x="464341" y="0"/>
                  </a:moveTo>
                  <a:lnTo>
                    <a:pt x="0" y="513872"/>
                  </a:lnTo>
                  <a:lnTo>
                    <a:pt x="22178" y="529980"/>
                  </a:lnTo>
                  <a:cubicBezTo>
                    <a:pt x="103003" y="584404"/>
                    <a:pt x="186699" y="632443"/>
                    <a:pt x="272588" y="674131"/>
                  </a:cubicBezTo>
                  <a:lnTo>
                    <a:pt x="274890" y="675120"/>
                  </a:lnTo>
                  <a:lnTo>
                    <a:pt x="269987" y="680546"/>
                  </a:lnTo>
                  <a:lnTo>
                    <a:pt x="405615" y="745872"/>
                  </a:lnTo>
                  <a:cubicBezTo>
                    <a:pt x="544487" y="805983"/>
                    <a:pt x="688828" y="848591"/>
                    <a:pt x="835385" y="873857"/>
                  </a:cubicBezTo>
                  <a:lnTo>
                    <a:pt x="879963" y="878881"/>
                  </a:lnTo>
                  <a:lnTo>
                    <a:pt x="879963" y="875900"/>
                  </a:lnTo>
                  <a:lnTo>
                    <a:pt x="1052705" y="895370"/>
                  </a:lnTo>
                  <a:lnTo>
                    <a:pt x="1252394" y="894497"/>
                  </a:lnTo>
                  <a:lnTo>
                    <a:pt x="1303570" y="889339"/>
                  </a:lnTo>
                  <a:cubicBezTo>
                    <a:pt x="1465654" y="856173"/>
                    <a:pt x="1587580" y="712760"/>
                    <a:pt x="1587579" y="540871"/>
                  </a:cubicBezTo>
                  <a:cubicBezTo>
                    <a:pt x="1587579" y="418095"/>
                    <a:pt x="1525371" y="309845"/>
                    <a:pt x="1430758" y="245924"/>
                  </a:cubicBezTo>
                  <a:lnTo>
                    <a:pt x="1421485" y="240891"/>
                  </a:lnTo>
                  <a:lnTo>
                    <a:pt x="1419792" y="241333"/>
                  </a:lnTo>
                  <a:lnTo>
                    <a:pt x="1374107" y="216536"/>
                  </a:lnTo>
                  <a:cubicBezTo>
                    <a:pt x="1331553" y="198537"/>
                    <a:pt x="1284766" y="188584"/>
                    <a:pt x="1235655" y="188584"/>
                  </a:cubicBezTo>
                  <a:lnTo>
                    <a:pt x="1011625" y="188585"/>
                  </a:lnTo>
                  <a:lnTo>
                    <a:pt x="966294" y="183615"/>
                  </a:lnTo>
                  <a:cubicBezTo>
                    <a:pt x="836479" y="164040"/>
                    <a:pt x="708725" y="125919"/>
                    <a:pt x="587248" y="69041"/>
                  </a:cubicBezTo>
                  <a:lnTo>
                    <a:pt x="464341" y="0"/>
                  </a:lnTo>
                  <a:close/>
                </a:path>
              </a:pathLst>
            </a:custGeom>
            <a:solidFill>
              <a:srgbClr val="CE3B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62D09164-13DC-49F6-9345-EE41401D9FD8}"/>
                </a:ext>
              </a:extLst>
            </p:cNvPr>
            <p:cNvSpPr/>
            <p:nvPr/>
          </p:nvSpPr>
          <p:spPr>
            <a:xfrm>
              <a:off x="6083901" y="1460789"/>
              <a:ext cx="156448" cy="693912"/>
            </a:xfrm>
            <a:custGeom>
              <a:avLst/>
              <a:gdLst>
                <a:gd name="connsiteX0" fmla="*/ 0 w 177138"/>
                <a:gd name="connsiteY0" fmla="*/ 0 h 693912"/>
                <a:gd name="connsiteX1" fmla="*/ 4470 w 177138"/>
                <a:gd name="connsiteY1" fmla="*/ 226 h 693912"/>
                <a:gd name="connsiteX2" fmla="*/ 177138 w 177138"/>
                <a:gd name="connsiteY2" fmla="*/ 693912 h 693912"/>
                <a:gd name="connsiteX3" fmla="*/ 141541 w 177138"/>
                <a:gd name="connsiteY3" fmla="*/ 688593 h 693912"/>
                <a:gd name="connsiteX4" fmla="*/ 0 w 177138"/>
                <a:gd name="connsiteY4" fmla="*/ 681445 h 693912"/>
                <a:gd name="connsiteX5" fmla="*/ 0 w 177138"/>
                <a:gd name="connsiteY5" fmla="*/ 0 h 69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7138" h="693912">
                  <a:moveTo>
                    <a:pt x="0" y="0"/>
                  </a:moveTo>
                  <a:lnTo>
                    <a:pt x="4470" y="226"/>
                  </a:lnTo>
                  <a:lnTo>
                    <a:pt x="177138" y="693912"/>
                  </a:lnTo>
                  <a:lnTo>
                    <a:pt x="141541" y="688593"/>
                  </a:lnTo>
                  <a:lnTo>
                    <a:pt x="0" y="681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46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AA9AFEC6-FDB2-48CE-B428-10790C419C9D}"/>
                </a:ext>
              </a:extLst>
            </p:cNvPr>
            <p:cNvSpPr/>
            <p:nvPr/>
          </p:nvSpPr>
          <p:spPr>
            <a:xfrm rot="2873917">
              <a:off x="4187829" y="3461684"/>
              <a:ext cx="465549" cy="602358"/>
            </a:xfrm>
            <a:custGeom>
              <a:avLst/>
              <a:gdLst>
                <a:gd name="connsiteX0" fmla="*/ 330567 w 465549"/>
                <a:gd name="connsiteY0" fmla="*/ 0 h 602358"/>
                <a:gd name="connsiteX1" fmla="*/ 411477 w 465549"/>
                <a:gd name="connsiteY1" fmla="*/ 58111 h 602358"/>
                <a:gd name="connsiteX2" fmla="*/ 465549 w 465549"/>
                <a:gd name="connsiteY2" fmla="*/ 88485 h 602358"/>
                <a:gd name="connsiteX3" fmla="*/ 1207 w 465549"/>
                <a:gd name="connsiteY3" fmla="*/ 602358 h 602358"/>
                <a:gd name="connsiteX4" fmla="*/ 0 w 465549"/>
                <a:gd name="connsiteY4" fmla="*/ 601481 h 602358"/>
                <a:gd name="connsiteX5" fmla="*/ 330567 w 465549"/>
                <a:gd name="connsiteY5" fmla="*/ 0 h 602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5549" h="602358">
                  <a:moveTo>
                    <a:pt x="330567" y="0"/>
                  </a:moveTo>
                  <a:lnTo>
                    <a:pt x="411477" y="58111"/>
                  </a:lnTo>
                  <a:lnTo>
                    <a:pt x="465549" y="88485"/>
                  </a:lnTo>
                  <a:lnTo>
                    <a:pt x="1207" y="602358"/>
                  </a:lnTo>
                  <a:lnTo>
                    <a:pt x="0" y="601481"/>
                  </a:lnTo>
                  <a:lnTo>
                    <a:pt x="330567" y="0"/>
                  </a:lnTo>
                  <a:close/>
                </a:path>
              </a:pathLst>
            </a:custGeom>
            <a:solidFill>
              <a:srgbClr val="02B1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2675B65A-6F4B-4549-990A-FAED32C9EE17}"/>
                </a:ext>
              </a:extLst>
            </p:cNvPr>
            <p:cNvSpPr/>
            <p:nvPr/>
          </p:nvSpPr>
          <p:spPr>
            <a:xfrm rot="18726083" flipH="1">
              <a:off x="7478810" y="3567747"/>
              <a:ext cx="550305" cy="514962"/>
            </a:xfrm>
            <a:custGeom>
              <a:avLst/>
              <a:gdLst>
                <a:gd name="connsiteX0" fmla="*/ 464341 w 550305"/>
                <a:gd name="connsiteY0" fmla="*/ 0 h 514962"/>
                <a:gd name="connsiteX1" fmla="*/ 0 w 550305"/>
                <a:gd name="connsiteY1" fmla="*/ 513872 h 514962"/>
                <a:gd name="connsiteX2" fmla="*/ 1501 w 550305"/>
                <a:gd name="connsiteY2" fmla="*/ 514962 h 514962"/>
                <a:gd name="connsiteX3" fmla="*/ 550305 w 550305"/>
                <a:gd name="connsiteY3" fmla="*/ 48289 h 514962"/>
                <a:gd name="connsiteX4" fmla="*/ 464341 w 550305"/>
                <a:gd name="connsiteY4" fmla="*/ 0 h 514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305" h="514962">
                  <a:moveTo>
                    <a:pt x="464341" y="0"/>
                  </a:moveTo>
                  <a:lnTo>
                    <a:pt x="0" y="513872"/>
                  </a:lnTo>
                  <a:lnTo>
                    <a:pt x="1501" y="514962"/>
                  </a:lnTo>
                  <a:lnTo>
                    <a:pt x="550305" y="48289"/>
                  </a:lnTo>
                  <a:lnTo>
                    <a:pt x="464341" y="0"/>
                  </a:lnTo>
                  <a:close/>
                </a:path>
              </a:pathLst>
            </a:custGeom>
            <a:solidFill>
              <a:srgbClr val="A82C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A4D9FBBD-F8FB-4528-AA9B-6DD1DC4039DB}"/>
              </a:ext>
            </a:extLst>
          </p:cNvPr>
          <p:cNvGrpSpPr/>
          <p:nvPr/>
        </p:nvGrpSpPr>
        <p:grpSpPr>
          <a:xfrm>
            <a:off x="5196258" y="2980061"/>
            <a:ext cx="1882615" cy="1626162"/>
            <a:chOff x="5196258" y="2980061"/>
            <a:chExt cx="1882615" cy="1626162"/>
          </a:xfrm>
        </p:grpSpPr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64508782-AF4B-47F0-98BC-13534744C901}"/>
                </a:ext>
              </a:extLst>
            </p:cNvPr>
            <p:cNvSpPr/>
            <p:nvPr/>
          </p:nvSpPr>
          <p:spPr>
            <a:xfrm>
              <a:off x="5890773" y="4236891"/>
              <a:ext cx="3289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A</a:t>
              </a: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05312575-83C6-411F-B78B-E453B3109ED7}"/>
                </a:ext>
              </a:extLst>
            </p:cNvPr>
            <p:cNvSpPr/>
            <p:nvPr/>
          </p:nvSpPr>
          <p:spPr>
            <a:xfrm>
              <a:off x="5476018" y="3625444"/>
              <a:ext cx="3289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B</a:t>
              </a: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D435269B-194A-49DE-AAF1-62EE1827A68C}"/>
                </a:ext>
              </a:extLst>
            </p:cNvPr>
            <p:cNvSpPr/>
            <p:nvPr/>
          </p:nvSpPr>
          <p:spPr>
            <a:xfrm>
              <a:off x="5950192" y="2980061"/>
              <a:ext cx="33534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C</a:t>
              </a: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48A85CB9-DC87-4636-954D-D7B3C209B5CC}"/>
                </a:ext>
              </a:extLst>
            </p:cNvPr>
            <p:cNvSpPr/>
            <p:nvPr/>
          </p:nvSpPr>
          <p:spPr>
            <a:xfrm>
              <a:off x="6454219" y="3625444"/>
              <a:ext cx="33534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D</a:t>
              </a:r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0F7210D1-5294-473B-A95B-6EA14F1CBC3C}"/>
                </a:ext>
              </a:extLst>
            </p:cNvPr>
            <p:cNvSpPr/>
            <p:nvPr/>
          </p:nvSpPr>
          <p:spPr>
            <a:xfrm>
              <a:off x="5196258" y="3034214"/>
              <a:ext cx="839143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00000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</a:t>
              </a:r>
              <a:endParaRPr lang="en-US" sz="1100" b="1" i="0" dirty="0">
                <a:solidFill>
                  <a:srgbClr val="00000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02C693D0-7969-4023-B926-315C96CAE990}"/>
                </a:ext>
              </a:extLst>
            </p:cNvPr>
            <p:cNvSpPr/>
            <p:nvPr/>
          </p:nvSpPr>
          <p:spPr>
            <a:xfrm>
              <a:off x="6239730" y="3034214"/>
              <a:ext cx="839143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00000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</a:t>
              </a:r>
              <a:endParaRPr lang="en-US" sz="1100" b="1" i="0" dirty="0">
                <a:solidFill>
                  <a:srgbClr val="00000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391" name="Rectangle 390">
              <a:extLst>
                <a:ext uri="{FF2B5EF4-FFF2-40B4-BE49-F238E27FC236}">
                  <a16:creationId xmlns:a16="http://schemas.microsoft.com/office/drawing/2014/main" id="{77FE385C-2B17-49C6-B628-F0928A625D0E}"/>
                </a:ext>
              </a:extLst>
            </p:cNvPr>
            <p:cNvSpPr/>
            <p:nvPr/>
          </p:nvSpPr>
          <p:spPr>
            <a:xfrm>
              <a:off x="5204561" y="4119261"/>
              <a:ext cx="839143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00000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</a:t>
              </a:r>
              <a:endParaRPr lang="en-US" sz="1100" b="1" i="0" dirty="0">
                <a:solidFill>
                  <a:srgbClr val="00000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2931E524-5250-4EE7-9D74-C00617625E9A}"/>
                </a:ext>
              </a:extLst>
            </p:cNvPr>
            <p:cNvSpPr/>
            <p:nvPr/>
          </p:nvSpPr>
          <p:spPr>
            <a:xfrm>
              <a:off x="6055241" y="4118177"/>
              <a:ext cx="839143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000000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</a:t>
              </a:r>
              <a:endParaRPr lang="en-US" sz="1100" b="1" i="0" dirty="0">
                <a:solidFill>
                  <a:srgbClr val="000000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D1602CE7-04EB-4181-BA90-46D761F6FEEC}"/>
              </a:ext>
            </a:extLst>
          </p:cNvPr>
          <p:cNvGrpSpPr/>
          <p:nvPr/>
        </p:nvGrpSpPr>
        <p:grpSpPr>
          <a:xfrm>
            <a:off x="4358532" y="4120269"/>
            <a:ext cx="769844" cy="1239693"/>
            <a:chOff x="4358532" y="4120269"/>
            <a:chExt cx="769844" cy="1239693"/>
          </a:xfrm>
        </p:grpSpPr>
        <p:grpSp>
          <p:nvGrpSpPr>
            <p:cNvPr id="1043" name="Group 1042">
              <a:extLst>
                <a:ext uri="{FF2B5EF4-FFF2-40B4-BE49-F238E27FC236}">
                  <a16:creationId xmlns:a16="http://schemas.microsoft.com/office/drawing/2014/main" id="{D7A19B23-4BF7-4936-9256-A6698C51B413}"/>
                </a:ext>
              </a:extLst>
            </p:cNvPr>
            <p:cNvGrpSpPr/>
            <p:nvPr/>
          </p:nvGrpSpPr>
          <p:grpSpPr>
            <a:xfrm>
              <a:off x="4489715" y="4721301"/>
              <a:ext cx="638661" cy="638661"/>
              <a:chOff x="4489715" y="4721301"/>
              <a:chExt cx="638661" cy="638661"/>
            </a:xfrm>
          </p:grpSpPr>
          <p:sp>
            <p:nvSpPr>
              <p:cNvPr id="375" name="Oval 374">
                <a:extLst>
                  <a:ext uri="{FF2B5EF4-FFF2-40B4-BE49-F238E27FC236}">
                    <a16:creationId xmlns:a16="http://schemas.microsoft.com/office/drawing/2014/main" id="{6F195189-2E96-4C2B-A0D8-158C6CDE25E7}"/>
                  </a:ext>
                </a:extLst>
              </p:cNvPr>
              <p:cNvSpPr/>
              <p:nvPr/>
            </p:nvSpPr>
            <p:spPr>
              <a:xfrm>
                <a:off x="4489715" y="4721301"/>
                <a:ext cx="638661" cy="638661"/>
              </a:xfrm>
              <a:prstGeom prst="ellipse">
                <a:avLst/>
              </a:prstGeom>
              <a:solidFill>
                <a:srgbClr val="F7C317"/>
              </a:solidFill>
              <a:ln w="57150">
                <a:solidFill>
                  <a:srgbClr val="EB9E0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4B6B5CEC-6DB3-483B-84BA-647109A9FE56}"/>
                  </a:ext>
                </a:extLst>
              </p:cNvPr>
              <p:cNvSpPr/>
              <p:nvPr/>
            </p:nvSpPr>
            <p:spPr>
              <a:xfrm>
                <a:off x="4508897" y="4781106"/>
                <a:ext cx="59182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01</a:t>
                </a:r>
              </a:p>
            </p:txBody>
          </p:sp>
        </p:grpSp>
        <p:grpSp>
          <p:nvGrpSpPr>
            <p:cNvPr id="1044" name="Group 1043">
              <a:extLst>
                <a:ext uri="{FF2B5EF4-FFF2-40B4-BE49-F238E27FC236}">
                  <a16:creationId xmlns:a16="http://schemas.microsoft.com/office/drawing/2014/main" id="{5B72B7B8-0B66-4E32-966A-722BECE8C67A}"/>
                </a:ext>
              </a:extLst>
            </p:cNvPr>
            <p:cNvGrpSpPr/>
            <p:nvPr/>
          </p:nvGrpSpPr>
          <p:grpSpPr>
            <a:xfrm>
              <a:off x="4358532" y="4120269"/>
              <a:ext cx="397462" cy="397462"/>
              <a:chOff x="4358532" y="4120269"/>
              <a:chExt cx="397462" cy="397462"/>
            </a:xfrm>
          </p:grpSpPr>
          <p:sp>
            <p:nvSpPr>
              <p:cNvPr id="397" name="Oval 396">
                <a:extLst>
                  <a:ext uri="{FF2B5EF4-FFF2-40B4-BE49-F238E27FC236}">
                    <a16:creationId xmlns:a16="http://schemas.microsoft.com/office/drawing/2014/main" id="{541278B3-0190-420F-9B94-B915D14481B7}"/>
                  </a:ext>
                </a:extLst>
              </p:cNvPr>
              <p:cNvSpPr/>
              <p:nvPr/>
            </p:nvSpPr>
            <p:spPr>
              <a:xfrm>
                <a:off x="4358532" y="4120269"/>
                <a:ext cx="397462" cy="397462"/>
              </a:xfrm>
              <a:prstGeom prst="ellipse">
                <a:avLst/>
              </a:prstGeom>
              <a:solidFill>
                <a:srgbClr val="EB9E0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28" name="Graphic 1027" descr="Send">
                <a:extLst>
                  <a:ext uri="{FF2B5EF4-FFF2-40B4-BE49-F238E27FC236}">
                    <a16:creationId xmlns:a16="http://schemas.microsoft.com/office/drawing/2014/main" id="{CA4468E4-DF29-44E7-964A-66BAB20895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428442" y="4201549"/>
                <a:ext cx="234900" cy="234900"/>
              </a:xfrm>
              <a:prstGeom prst="rect">
                <a:avLst/>
              </a:prstGeom>
            </p:spPr>
          </p:pic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FEC13333-378F-4EB6-A66F-3789A2B65D40}"/>
              </a:ext>
            </a:extLst>
          </p:cNvPr>
          <p:cNvGrpSpPr/>
          <p:nvPr/>
        </p:nvGrpSpPr>
        <p:grpSpPr>
          <a:xfrm>
            <a:off x="4363558" y="1523954"/>
            <a:ext cx="764818" cy="1421196"/>
            <a:chOff x="4363558" y="1523954"/>
            <a:chExt cx="764818" cy="1421196"/>
          </a:xfrm>
        </p:grpSpPr>
        <p:grpSp>
          <p:nvGrpSpPr>
            <p:cNvPr id="1046" name="Group 1045">
              <a:extLst>
                <a:ext uri="{FF2B5EF4-FFF2-40B4-BE49-F238E27FC236}">
                  <a16:creationId xmlns:a16="http://schemas.microsoft.com/office/drawing/2014/main" id="{8AC4C0D5-ED09-4DC6-BC60-72292F7FC1ED}"/>
                </a:ext>
              </a:extLst>
            </p:cNvPr>
            <p:cNvGrpSpPr/>
            <p:nvPr/>
          </p:nvGrpSpPr>
          <p:grpSpPr>
            <a:xfrm>
              <a:off x="4489715" y="1523954"/>
              <a:ext cx="638661" cy="638661"/>
              <a:chOff x="4489715" y="1523954"/>
              <a:chExt cx="638661" cy="638661"/>
            </a:xfrm>
          </p:grpSpPr>
          <p:sp>
            <p:nvSpPr>
              <p:cNvPr id="379" name="Oval 378">
                <a:extLst>
                  <a:ext uri="{FF2B5EF4-FFF2-40B4-BE49-F238E27FC236}">
                    <a16:creationId xmlns:a16="http://schemas.microsoft.com/office/drawing/2014/main" id="{3C8460CC-678F-40B8-A483-12FF1098CDF8}"/>
                  </a:ext>
                </a:extLst>
              </p:cNvPr>
              <p:cNvSpPr/>
              <p:nvPr/>
            </p:nvSpPr>
            <p:spPr>
              <a:xfrm>
                <a:off x="4489715" y="1523954"/>
                <a:ext cx="638661" cy="638661"/>
              </a:xfrm>
              <a:prstGeom prst="ellipse">
                <a:avLst/>
              </a:prstGeom>
              <a:solidFill>
                <a:srgbClr val="22BCB2"/>
              </a:solidFill>
              <a:ln w="57150">
                <a:solidFill>
                  <a:srgbClr val="02949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47FBE9F9-C42C-4EDC-87F7-21C5F5C8A720}"/>
                  </a:ext>
                </a:extLst>
              </p:cNvPr>
              <p:cNvSpPr/>
              <p:nvPr/>
            </p:nvSpPr>
            <p:spPr>
              <a:xfrm>
                <a:off x="4513705" y="1584979"/>
                <a:ext cx="5822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02</a:t>
                </a:r>
              </a:p>
            </p:txBody>
          </p:sp>
        </p:grpSp>
        <p:grpSp>
          <p:nvGrpSpPr>
            <p:cNvPr id="1045" name="Group 1044">
              <a:extLst>
                <a:ext uri="{FF2B5EF4-FFF2-40B4-BE49-F238E27FC236}">
                  <a16:creationId xmlns:a16="http://schemas.microsoft.com/office/drawing/2014/main" id="{98D2DB31-1F64-44EC-86E2-E734E0A27B7D}"/>
                </a:ext>
              </a:extLst>
            </p:cNvPr>
            <p:cNvGrpSpPr/>
            <p:nvPr/>
          </p:nvGrpSpPr>
          <p:grpSpPr>
            <a:xfrm>
              <a:off x="4363558" y="2547688"/>
              <a:ext cx="397462" cy="397462"/>
              <a:chOff x="4363558" y="2547688"/>
              <a:chExt cx="397462" cy="397462"/>
            </a:xfrm>
          </p:grpSpPr>
          <p:sp>
            <p:nvSpPr>
              <p:cNvPr id="1025" name="Oval 1024">
                <a:extLst>
                  <a:ext uri="{FF2B5EF4-FFF2-40B4-BE49-F238E27FC236}">
                    <a16:creationId xmlns:a16="http://schemas.microsoft.com/office/drawing/2014/main" id="{15AA8038-AFB4-4850-9760-45411D6A3506}"/>
                  </a:ext>
                </a:extLst>
              </p:cNvPr>
              <p:cNvSpPr/>
              <p:nvPr/>
            </p:nvSpPr>
            <p:spPr>
              <a:xfrm>
                <a:off x="4363558" y="2547688"/>
                <a:ext cx="397462" cy="397462"/>
              </a:xfrm>
              <a:prstGeom prst="ellipse">
                <a:avLst/>
              </a:prstGeom>
              <a:solidFill>
                <a:srgbClr val="0294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30" name="Graphic 1029" descr="Statistics">
                <a:extLst>
                  <a:ext uri="{FF2B5EF4-FFF2-40B4-BE49-F238E27FC236}">
                    <a16:creationId xmlns:a16="http://schemas.microsoft.com/office/drawing/2014/main" id="{EC73CAA8-2B2E-4932-9FE8-1A19E55C52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444092" y="2627442"/>
                <a:ext cx="240790" cy="240790"/>
              </a:xfrm>
              <a:prstGeom prst="rect">
                <a:avLst/>
              </a:prstGeom>
            </p:spPr>
          </p:pic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33C5B0A-97D4-40D6-8385-92576CB4C014}"/>
              </a:ext>
            </a:extLst>
          </p:cNvPr>
          <p:cNvGrpSpPr/>
          <p:nvPr/>
        </p:nvGrpSpPr>
        <p:grpSpPr>
          <a:xfrm>
            <a:off x="7049499" y="1523954"/>
            <a:ext cx="733148" cy="1421196"/>
            <a:chOff x="7049499" y="1523954"/>
            <a:chExt cx="733148" cy="1421196"/>
          </a:xfrm>
        </p:grpSpPr>
        <p:grpSp>
          <p:nvGrpSpPr>
            <p:cNvPr id="1047" name="Group 1046">
              <a:extLst>
                <a:ext uri="{FF2B5EF4-FFF2-40B4-BE49-F238E27FC236}">
                  <a16:creationId xmlns:a16="http://schemas.microsoft.com/office/drawing/2014/main" id="{EF3DCFA5-12C2-46CE-A2BE-6E31289EC114}"/>
                </a:ext>
              </a:extLst>
            </p:cNvPr>
            <p:cNvGrpSpPr/>
            <p:nvPr/>
          </p:nvGrpSpPr>
          <p:grpSpPr>
            <a:xfrm>
              <a:off x="7049499" y="1523954"/>
              <a:ext cx="638661" cy="638661"/>
              <a:chOff x="7049499" y="1523954"/>
              <a:chExt cx="638661" cy="638661"/>
            </a:xfrm>
          </p:grpSpPr>
          <p:sp>
            <p:nvSpPr>
              <p:cNvPr id="378" name="Oval 377">
                <a:extLst>
                  <a:ext uri="{FF2B5EF4-FFF2-40B4-BE49-F238E27FC236}">
                    <a16:creationId xmlns:a16="http://schemas.microsoft.com/office/drawing/2014/main" id="{7E444F95-BAED-48C6-A510-5D7589FCAA97}"/>
                  </a:ext>
                </a:extLst>
              </p:cNvPr>
              <p:cNvSpPr/>
              <p:nvPr/>
            </p:nvSpPr>
            <p:spPr>
              <a:xfrm>
                <a:off x="7049499" y="1523954"/>
                <a:ext cx="638661" cy="638661"/>
              </a:xfrm>
              <a:prstGeom prst="ellipse">
                <a:avLst/>
              </a:prstGeom>
              <a:solidFill>
                <a:srgbClr val="8157A3"/>
              </a:solidFill>
              <a:ln w="57150">
                <a:solidFill>
                  <a:srgbClr val="5D3D7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" name="Rectangle 382">
                <a:extLst>
                  <a:ext uri="{FF2B5EF4-FFF2-40B4-BE49-F238E27FC236}">
                    <a16:creationId xmlns:a16="http://schemas.microsoft.com/office/drawing/2014/main" id="{01E37AEC-6352-4053-80BD-B90A2195CF06}"/>
                  </a:ext>
                </a:extLst>
              </p:cNvPr>
              <p:cNvSpPr/>
              <p:nvPr/>
            </p:nvSpPr>
            <p:spPr>
              <a:xfrm>
                <a:off x="7078873" y="1584979"/>
                <a:ext cx="5822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03</a:t>
                </a:r>
              </a:p>
            </p:txBody>
          </p:sp>
        </p:grpSp>
        <p:grpSp>
          <p:nvGrpSpPr>
            <p:cNvPr id="1048" name="Group 1047">
              <a:extLst>
                <a:ext uri="{FF2B5EF4-FFF2-40B4-BE49-F238E27FC236}">
                  <a16:creationId xmlns:a16="http://schemas.microsoft.com/office/drawing/2014/main" id="{6785AFFF-C9FB-429C-A05D-7B40CC9282CF}"/>
                </a:ext>
              </a:extLst>
            </p:cNvPr>
            <p:cNvGrpSpPr/>
            <p:nvPr/>
          </p:nvGrpSpPr>
          <p:grpSpPr>
            <a:xfrm>
              <a:off x="7385185" y="2547688"/>
              <a:ext cx="397462" cy="397462"/>
              <a:chOff x="7385185" y="2547688"/>
              <a:chExt cx="397462" cy="397462"/>
            </a:xfrm>
          </p:grpSpPr>
          <p:sp>
            <p:nvSpPr>
              <p:cNvPr id="395" name="Oval 394">
                <a:extLst>
                  <a:ext uri="{FF2B5EF4-FFF2-40B4-BE49-F238E27FC236}">
                    <a16:creationId xmlns:a16="http://schemas.microsoft.com/office/drawing/2014/main" id="{9ADEF7D6-862E-43A3-889C-5F1AADDE21DB}"/>
                  </a:ext>
                </a:extLst>
              </p:cNvPr>
              <p:cNvSpPr/>
              <p:nvPr/>
            </p:nvSpPr>
            <p:spPr>
              <a:xfrm>
                <a:off x="7385185" y="2547688"/>
                <a:ext cx="397462" cy="397462"/>
              </a:xfrm>
              <a:prstGeom prst="ellipse">
                <a:avLst/>
              </a:prstGeom>
              <a:solidFill>
                <a:srgbClr val="5D3D7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32" name="Graphic 1031" descr="Gears">
                <a:extLst>
                  <a:ext uri="{FF2B5EF4-FFF2-40B4-BE49-F238E27FC236}">
                    <a16:creationId xmlns:a16="http://schemas.microsoft.com/office/drawing/2014/main" id="{F749FA63-FDC0-4E6A-B4EA-8910206764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435800" y="2603067"/>
                <a:ext cx="289878" cy="289878"/>
              </a:xfrm>
              <a:prstGeom prst="rect">
                <a:avLst/>
              </a:prstGeom>
            </p:spPr>
          </p:pic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9D96775F-B8D4-4150-9389-F480C73E4851}"/>
              </a:ext>
            </a:extLst>
          </p:cNvPr>
          <p:cNvGrpSpPr/>
          <p:nvPr/>
        </p:nvGrpSpPr>
        <p:grpSpPr>
          <a:xfrm>
            <a:off x="7049499" y="4120269"/>
            <a:ext cx="747090" cy="1239693"/>
            <a:chOff x="7049499" y="4120269"/>
            <a:chExt cx="747090" cy="1239693"/>
          </a:xfrm>
        </p:grpSpPr>
        <p:grpSp>
          <p:nvGrpSpPr>
            <p:cNvPr id="1050" name="Group 1049">
              <a:extLst>
                <a:ext uri="{FF2B5EF4-FFF2-40B4-BE49-F238E27FC236}">
                  <a16:creationId xmlns:a16="http://schemas.microsoft.com/office/drawing/2014/main" id="{FA86FF2C-4C22-41E3-BAA0-19E724F738A5}"/>
                </a:ext>
              </a:extLst>
            </p:cNvPr>
            <p:cNvGrpSpPr/>
            <p:nvPr/>
          </p:nvGrpSpPr>
          <p:grpSpPr>
            <a:xfrm>
              <a:off x="7049499" y="4721301"/>
              <a:ext cx="638661" cy="638661"/>
              <a:chOff x="7049499" y="4721301"/>
              <a:chExt cx="638661" cy="638661"/>
            </a:xfrm>
          </p:grpSpPr>
          <p:sp>
            <p:nvSpPr>
              <p:cNvPr id="377" name="Oval 376">
                <a:extLst>
                  <a:ext uri="{FF2B5EF4-FFF2-40B4-BE49-F238E27FC236}">
                    <a16:creationId xmlns:a16="http://schemas.microsoft.com/office/drawing/2014/main" id="{1CD58323-4E33-4C8D-B1F8-5796E0CCD243}"/>
                  </a:ext>
                </a:extLst>
              </p:cNvPr>
              <p:cNvSpPr/>
              <p:nvPr/>
            </p:nvSpPr>
            <p:spPr>
              <a:xfrm>
                <a:off x="7049499" y="4721301"/>
                <a:ext cx="638661" cy="638661"/>
              </a:xfrm>
              <a:prstGeom prst="ellipse">
                <a:avLst/>
              </a:prstGeom>
              <a:solidFill>
                <a:srgbClr val="CE3B94"/>
              </a:solidFill>
              <a:ln w="57150">
                <a:solidFill>
                  <a:srgbClr val="9B297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Rectangle 380">
                <a:extLst>
                  <a:ext uri="{FF2B5EF4-FFF2-40B4-BE49-F238E27FC236}">
                    <a16:creationId xmlns:a16="http://schemas.microsoft.com/office/drawing/2014/main" id="{8DDA094E-BAF9-435C-883A-3966BD5AF238}"/>
                  </a:ext>
                </a:extLst>
              </p:cNvPr>
              <p:cNvSpPr/>
              <p:nvPr/>
            </p:nvSpPr>
            <p:spPr>
              <a:xfrm>
                <a:off x="7087340" y="4781106"/>
                <a:ext cx="5822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chemeClr val="bg1"/>
                    </a:solidFill>
                    <a:latin typeface="Roboto Light" panose="02000000000000000000" pitchFamily="2" charset="0"/>
                    <a:ea typeface="Roboto Light" panose="02000000000000000000" pitchFamily="2" charset="0"/>
                  </a:rPr>
                  <a:t>04</a:t>
                </a:r>
              </a:p>
            </p:txBody>
          </p:sp>
        </p:grpSp>
        <p:grpSp>
          <p:nvGrpSpPr>
            <p:cNvPr id="1049" name="Group 1048">
              <a:extLst>
                <a:ext uri="{FF2B5EF4-FFF2-40B4-BE49-F238E27FC236}">
                  <a16:creationId xmlns:a16="http://schemas.microsoft.com/office/drawing/2014/main" id="{FA009EED-ED0C-416B-9776-A0EF1F54C3F3}"/>
                </a:ext>
              </a:extLst>
            </p:cNvPr>
            <p:cNvGrpSpPr/>
            <p:nvPr/>
          </p:nvGrpSpPr>
          <p:grpSpPr>
            <a:xfrm>
              <a:off x="7399127" y="4120269"/>
              <a:ext cx="397462" cy="397462"/>
              <a:chOff x="7399127" y="4120269"/>
              <a:chExt cx="397462" cy="397462"/>
            </a:xfrm>
          </p:grpSpPr>
          <p:sp>
            <p:nvSpPr>
              <p:cNvPr id="396" name="Oval 395">
                <a:extLst>
                  <a:ext uri="{FF2B5EF4-FFF2-40B4-BE49-F238E27FC236}">
                    <a16:creationId xmlns:a16="http://schemas.microsoft.com/office/drawing/2014/main" id="{9B0018AE-B2CD-442A-B636-8C94878DDF0C}"/>
                  </a:ext>
                </a:extLst>
              </p:cNvPr>
              <p:cNvSpPr/>
              <p:nvPr/>
            </p:nvSpPr>
            <p:spPr>
              <a:xfrm>
                <a:off x="7399127" y="4120269"/>
                <a:ext cx="397462" cy="397462"/>
              </a:xfrm>
              <a:prstGeom prst="ellipse">
                <a:avLst/>
              </a:prstGeom>
              <a:solidFill>
                <a:srgbClr val="9B297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34" name="Graphic 1033" descr="Magnifying glass">
                <a:extLst>
                  <a:ext uri="{FF2B5EF4-FFF2-40B4-BE49-F238E27FC236}">
                    <a16:creationId xmlns:a16="http://schemas.microsoft.com/office/drawing/2014/main" id="{A7956C6E-74E4-4B70-B074-A11FDBE5A4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474253" y="4195581"/>
                <a:ext cx="240790" cy="240790"/>
              </a:xfrm>
              <a:prstGeom prst="rect">
                <a:avLst/>
              </a:prstGeom>
            </p:spPr>
          </p:pic>
        </p:grpSp>
      </p:grpSp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5E37B50E-C2B9-4701-A9A2-170FA45F644C}"/>
              </a:ext>
            </a:extLst>
          </p:cNvPr>
          <p:cNvCxnSpPr/>
          <p:nvPr/>
        </p:nvCxnSpPr>
        <p:spPr>
          <a:xfrm>
            <a:off x="2865510" y="1696720"/>
            <a:ext cx="1290212" cy="0"/>
          </a:xfrm>
          <a:prstGeom prst="straightConnector1">
            <a:avLst/>
          </a:prstGeom>
          <a:noFill/>
          <a:ln>
            <a:solidFill>
              <a:srgbClr val="22BCB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08E30720-1EB1-46D8-AB42-0740BEF51EEB}"/>
              </a:ext>
            </a:extLst>
          </p:cNvPr>
          <p:cNvGrpSpPr/>
          <p:nvPr/>
        </p:nvGrpSpPr>
        <p:grpSpPr>
          <a:xfrm>
            <a:off x="1346151" y="1517941"/>
            <a:ext cx="1546434" cy="2275078"/>
            <a:chOff x="1346151" y="1517941"/>
            <a:chExt cx="1546434" cy="2275078"/>
          </a:xfrm>
        </p:grpSpPr>
        <p:sp>
          <p:nvSpPr>
            <p:cNvPr id="1035" name="Rectangle: Rounded Corners 1034">
              <a:extLst>
                <a:ext uri="{FF2B5EF4-FFF2-40B4-BE49-F238E27FC236}">
                  <a16:creationId xmlns:a16="http://schemas.microsoft.com/office/drawing/2014/main" id="{2BFAFD86-6147-4627-ACE1-696E7B85E3E0}"/>
                </a:ext>
              </a:extLst>
            </p:cNvPr>
            <p:cNvSpPr/>
            <p:nvPr/>
          </p:nvSpPr>
          <p:spPr>
            <a:xfrm>
              <a:off x="1373226" y="2002402"/>
              <a:ext cx="1519359" cy="1790617"/>
            </a:xfrm>
            <a:prstGeom prst="roundRect">
              <a:avLst>
                <a:gd name="adj" fmla="val 7085"/>
              </a:avLst>
            </a:prstGeom>
            <a:noFill/>
            <a:ln>
              <a:solidFill>
                <a:srgbClr val="22BC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Rectangle: Rounded Corners 397">
              <a:extLst>
                <a:ext uri="{FF2B5EF4-FFF2-40B4-BE49-F238E27FC236}">
                  <a16:creationId xmlns:a16="http://schemas.microsoft.com/office/drawing/2014/main" id="{9015B423-DEBC-41B5-BA7E-3B1E74D1159C}"/>
                </a:ext>
              </a:extLst>
            </p:cNvPr>
            <p:cNvSpPr/>
            <p:nvPr/>
          </p:nvSpPr>
          <p:spPr>
            <a:xfrm>
              <a:off x="1346151" y="1517941"/>
              <a:ext cx="1519359" cy="392257"/>
            </a:xfrm>
            <a:prstGeom prst="roundRect">
              <a:avLst>
                <a:gd name="adj" fmla="val 45062"/>
              </a:avLst>
            </a:prstGeom>
            <a:noFill/>
            <a:ln>
              <a:solidFill>
                <a:srgbClr val="22BC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834E92A6-1A63-4E71-9225-65243E895FBC}"/>
                </a:ext>
              </a:extLst>
            </p:cNvPr>
            <p:cNvSpPr/>
            <p:nvPr/>
          </p:nvSpPr>
          <p:spPr>
            <a:xfrm>
              <a:off x="1482420" y="1584979"/>
              <a:ext cx="130096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22BCB2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</a:t>
              </a:r>
              <a:endParaRPr lang="en-US" sz="1100" b="1" i="0" dirty="0">
                <a:solidFill>
                  <a:srgbClr val="22BCB2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4F5B7CC2-BB9E-4D50-9FBC-1C11815DEEAD}"/>
                </a:ext>
              </a:extLst>
            </p:cNvPr>
            <p:cNvSpPr/>
            <p:nvPr/>
          </p:nvSpPr>
          <p:spPr>
            <a:xfrm>
              <a:off x="1410102" y="2107782"/>
              <a:ext cx="1454451" cy="16158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solidFill>
                    <a:srgbClr val="22BCB2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</a:t>
              </a:r>
              <a:r>
                <a:rPr lang="en-US" sz="1100" dirty="0">
                  <a:solidFill>
                    <a:srgbClr val="22BCB2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 is simply dummy text of the printing and typesetting industry. Lorem Ipsum has been the industry's standard dummy text ever since the 1500s,</a:t>
              </a:r>
            </a:p>
          </p:txBody>
        </p: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1B644B83-6DFE-4AC6-BF99-9E70EB4364FE}"/>
              </a:ext>
            </a:extLst>
          </p:cNvPr>
          <p:cNvGrpSpPr/>
          <p:nvPr/>
        </p:nvGrpSpPr>
        <p:grpSpPr>
          <a:xfrm>
            <a:off x="9300372" y="1517941"/>
            <a:ext cx="1546434" cy="2275078"/>
            <a:chOff x="9300372" y="1517941"/>
            <a:chExt cx="1546434" cy="2275078"/>
          </a:xfrm>
        </p:grpSpPr>
        <p:sp>
          <p:nvSpPr>
            <p:cNvPr id="410" name="Rectangle: Rounded Corners 409">
              <a:extLst>
                <a:ext uri="{FF2B5EF4-FFF2-40B4-BE49-F238E27FC236}">
                  <a16:creationId xmlns:a16="http://schemas.microsoft.com/office/drawing/2014/main" id="{D90E766D-4049-4A1C-9465-A9880629CCF8}"/>
                </a:ext>
              </a:extLst>
            </p:cNvPr>
            <p:cNvSpPr/>
            <p:nvPr/>
          </p:nvSpPr>
          <p:spPr>
            <a:xfrm>
              <a:off x="9327447" y="2002402"/>
              <a:ext cx="1519359" cy="1790617"/>
            </a:xfrm>
            <a:prstGeom prst="roundRect">
              <a:avLst>
                <a:gd name="adj" fmla="val 7085"/>
              </a:avLst>
            </a:prstGeom>
            <a:noFill/>
            <a:ln>
              <a:solidFill>
                <a:srgbClr val="8157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Rectangle: Rounded Corners 410">
              <a:extLst>
                <a:ext uri="{FF2B5EF4-FFF2-40B4-BE49-F238E27FC236}">
                  <a16:creationId xmlns:a16="http://schemas.microsoft.com/office/drawing/2014/main" id="{260E8561-7A83-46D2-A32F-899E04EDC35D}"/>
                </a:ext>
              </a:extLst>
            </p:cNvPr>
            <p:cNvSpPr/>
            <p:nvPr/>
          </p:nvSpPr>
          <p:spPr>
            <a:xfrm>
              <a:off x="9300372" y="1517941"/>
              <a:ext cx="1519359" cy="392257"/>
            </a:xfrm>
            <a:prstGeom prst="roundRect">
              <a:avLst>
                <a:gd name="adj" fmla="val 45062"/>
              </a:avLst>
            </a:prstGeom>
            <a:noFill/>
            <a:ln>
              <a:solidFill>
                <a:srgbClr val="8157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1BC3664F-0310-4AD4-8CBD-363A902143F8}"/>
                </a:ext>
              </a:extLst>
            </p:cNvPr>
            <p:cNvSpPr/>
            <p:nvPr/>
          </p:nvSpPr>
          <p:spPr>
            <a:xfrm>
              <a:off x="9436641" y="1584979"/>
              <a:ext cx="130096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8157A3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</a:t>
              </a:r>
              <a:endParaRPr lang="en-US" sz="1100" b="1" i="0" dirty="0">
                <a:solidFill>
                  <a:srgbClr val="8157A3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9CD32ED4-B46F-4885-9923-3A3CE47640AC}"/>
                </a:ext>
              </a:extLst>
            </p:cNvPr>
            <p:cNvSpPr/>
            <p:nvPr/>
          </p:nvSpPr>
          <p:spPr>
            <a:xfrm>
              <a:off x="9364323" y="2107782"/>
              <a:ext cx="1454451" cy="16158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solidFill>
                    <a:srgbClr val="8157A3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</a:t>
              </a:r>
              <a:r>
                <a:rPr lang="en-US" sz="1100" dirty="0">
                  <a:solidFill>
                    <a:srgbClr val="8157A3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 is simply dummy text of the printing and typesetting industry. Lorem Ipsum has been the industry's standard dummy text ever since the 1500s,</a:t>
              </a:r>
            </a:p>
          </p:txBody>
        </p:sp>
      </p:grp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216BE61C-DAA7-41A4-AE48-7EE993699559}"/>
              </a:ext>
            </a:extLst>
          </p:cNvPr>
          <p:cNvCxnSpPr>
            <a:cxnSpLocks/>
          </p:cNvCxnSpPr>
          <p:nvPr/>
        </p:nvCxnSpPr>
        <p:spPr>
          <a:xfrm flipH="1">
            <a:off x="8010160" y="1696720"/>
            <a:ext cx="1290212" cy="0"/>
          </a:xfrm>
          <a:prstGeom prst="straightConnector1">
            <a:avLst/>
          </a:prstGeom>
          <a:noFill/>
          <a:ln>
            <a:solidFill>
              <a:srgbClr val="8157A3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333192A0-4F06-4285-8131-10F9447BE221}"/>
              </a:ext>
            </a:extLst>
          </p:cNvPr>
          <p:cNvCxnSpPr/>
          <p:nvPr/>
        </p:nvCxnSpPr>
        <p:spPr>
          <a:xfrm>
            <a:off x="2630657" y="4448623"/>
            <a:ext cx="1290212" cy="0"/>
          </a:xfrm>
          <a:prstGeom prst="straightConnector1">
            <a:avLst/>
          </a:prstGeom>
          <a:noFill/>
          <a:ln>
            <a:solidFill>
              <a:srgbClr val="F7C317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2EBF76FF-F4DA-4B00-ADA9-25E8D0358986}"/>
              </a:ext>
            </a:extLst>
          </p:cNvPr>
          <p:cNvGrpSpPr/>
          <p:nvPr/>
        </p:nvGrpSpPr>
        <p:grpSpPr>
          <a:xfrm>
            <a:off x="1111298" y="4269844"/>
            <a:ext cx="1546434" cy="2275078"/>
            <a:chOff x="1111298" y="4269844"/>
            <a:chExt cx="1546434" cy="2275078"/>
          </a:xfrm>
        </p:grpSpPr>
        <p:sp>
          <p:nvSpPr>
            <p:cNvPr id="415" name="Rectangle: Rounded Corners 414">
              <a:extLst>
                <a:ext uri="{FF2B5EF4-FFF2-40B4-BE49-F238E27FC236}">
                  <a16:creationId xmlns:a16="http://schemas.microsoft.com/office/drawing/2014/main" id="{6E74A8BA-4244-4CC5-8C22-388EADDD6925}"/>
                </a:ext>
              </a:extLst>
            </p:cNvPr>
            <p:cNvSpPr/>
            <p:nvPr/>
          </p:nvSpPr>
          <p:spPr>
            <a:xfrm>
              <a:off x="1138373" y="4754305"/>
              <a:ext cx="1519359" cy="1790617"/>
            </a:xfrm>
            <a:prstGeom prst="roundRect">
              <a:avLst>
                <a:gd name="adj" fmla="val 7085"/>
              </a:avLst>
            </a:prstGeom>
            <a:noFill/>
            <a:ln>
              <a:solidFill>
                <a:srgbClr val="F7C3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6" name="Rectangle: Rounded Corners 415">
              <a:extLst>
                <a:ext uri="{FF2B5EF4-FFF2-40B4-BE49-F238E27FC236}">
                  <a16:creationId xmlns:a16="http://schemas.microsoft.com/office/drawing/2014/main" id="{DF8D8876-72CD-45EE-9166-35ED6DC08C7D}"/>
                </a:ext>
              </a:extLst>
            </p:cNvPr>
            <p:cNvSpPr/>
            <p:nvPr/>
          </p:nvSpPr>
          <p:spPr>
            <a:xfrm>
              <a:off x="1111298" y="4269844"/>
              <a:ext cx="1519359" cy="392257"/>
            </a:xfrm>
            <a:prstGeom prst="roundRect">
              <a:avLst>
                <a:gd name="adj" fmla="val 45062"/>
              </a:avLst>
            </a:prstGeom>
            <a:noFill/>
            <a:ln>
              <a:solidFill>
                <a:srgbClr val="F7C31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F95CE754-9AD3-4385-80C3-51D2EC987A64}"/>
                </a:ext>
              </a:extLst>
            </p:cNvPr>
            <p:cNvSpPr/>
            <p:nvPr/>
          </p:nvSpPr>
          <p:spPr>
            <a:xfrm>
              <a:off x="1247567" y="4336882"/>
              <a:ext cx="130096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F7C317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</a:t>
              </a:r>
              <a:endParaRPr lang="en-US" sz="1100" b="1" i="0" dirty="0">
                <a:solidFill>
                  <a:srgbClr val="F7C317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237EEDB0-C262-4EC3-B3EE-8CD7C52CA5E7}"/>
                </a:ext>
              </a:extLst>
            </p:cNvPr>
            <p:cNvSpPr/>
            <p:nvPr/>
          </p:nvSpPr>
          <p:spPr>
            <a:xfrm>
              <a:off x="1175249" y="4859685"/>
              <a:ext cx="1454451" cy="16158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solidFill>
                    <a:srgbClr val="F7C317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</a:t>
              </a:r>
              <a:r>
                <a:rPr lang="en-US" sz="1100" dirty="0">
                  <a:solidFill>
                    <a:srgbClr val="F7C317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 is simply dummy text of the printing and typesetting industry. Lorem Ipsum has been the industry's standard dummy text ever since the 1500s,</a:t>
              </a:r>
            </a:p>
          </p:txBody>
        </p:sp>
      </p:grp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ED2A7101-F63F-4119-A944-6F3AF2E44AC2}"/>
              </a:ext>
            </a:extLst>
          </p:cNvPr>
          <p:cNvGrpSpPr/>
          <p:nvPr/>
        </p:nvGrpSpPr>
        <p:grpSpPr>
          <a:xfrm>
            <a:off x="9534268" y="4269844"/>
            <a:ext cx="1546434" cy="2275078"/>
            <a:chOff x="9534268" y="4269844"/>
            <a:chExt cx="1546434" cy="2275078"/>
          </a:xfrm>
        </p:grpSpPr>
        <p:sp>
          <p:nvSpPr>
            <p:cNvPr id="420" name="Rectangle: Rounded Corners 419">
              <a:extLst>
                <a:ext uri="{FF2B5EF4-FFF2-40B4-BE49-F238E27FC236}">
                  <a16:creationId xmlns:a16="http://schemas.microsoft.com/office/drawing/2014/main" id="{0DAAF595-F86D-4EB2-A218-056BF5103E03}"/>
                </a:ext>
              </a:extLst>
            </p:cNvPr>
            <p:cNvSpPr/>
            <p:nvPr/>
          </p:nvSpPr>
          <p:spPr>
            <a:xfrm>
              <a:off x="9561343" y="4754305"/>
              <a:ext cx="1519359" cy="1790617"/>
            </a:xfrm>
            <a:prstGeom prst="roundRect">
              <a:avLst>
                <a:gd name="adj" fmla="val 7085"/>
              </a:avLst>
            </a:prstGeom>
            <a:noFill/>
            <a:ln>
              <a:solidFill>
                <a:srgbClr val="CE3B9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1" name="Rectangle: Rounded Corners 420">
              <a:extLst>
                <a:ext uri="{FF2B5EF4-FFF2-40B4-BE49-F238E27FC236}">
                  <a16:creationId xmlns:a16="http://schemas.microsoft.com/office/drawing/2014/main" id="{2B768543-1E92-436D-A0D3-1CDA24D67AD9}"/>
                </a:ext>
              </a:extLst>
            </p:cNvPr>
            <p:cNvSpPr/>
            <p:nvPr/>
          </p:nvSpPr>
          <p:spPr>
            <a:xfrm>
              <a:off x="9534268" y="4269844"/>
              <a:ext cx="1519359" cy="392257"/>
            </a:xfrm>
            <a:prstGeom prst="roundRect">
              <a:avLst>
                <a:gd name="adj" fmla="val 45062"/>
              </a:avLst>
            </a:prstGeom>
            <a:noFill/>
            <a:ln>
              <a:solidFill>
                <a:srgbClr val="CE3B9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955F1B7C-6346-4497-A02C-1E805D805118}"/>
                </a:ext>
              </a:extLst>
            </p:cNvPr>
            <p:cNvSpPr/>
            <p:nvPr/>
          </p:nvSpPr>
          <p:spPr>
            <a:xfrm>
              <a:off x="9670537" y="4336882"/>
              <a:ext cx="130096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CE3B94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</a:t>
              </a:r>
              <a:endParaRPr lang="en-US" sz="1100" b="1" i="0" dirty="0">
                <a:solidFill>
                  <a:srgbClr val="CE3B94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423" name="Rectangle 422">
              <a:extLst>
                <a:ext uri="{FF2B5EF4-FFF2-40B4-BE49-F238E27FC236}">
                  <a16:creationId xmlns:a16="http://schemas.microsoft.com/office/drawing/2014/main" id="{F15E35AA-5D0D-44FD-AE19-4855815E6633}"/>
                </a:ext>
              </a:extLst>
            </p:cNvPr>
            <p:cNvSpPr/>
            <p:nvPr/>
          </p:nvSpPr>
          <p:spPr>
            <a:xfrm>
              <a:off x="9598219" y="4859685"/>
              <a:ext cx="1454451" cy="16158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solidFill>
                    <a:srgbClr val="CE3B94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Lorem Ipsum</a:t>
              </a:r>
              <a:r>
                <a:rPr lang="en-US" sz="1100" dirty="0">
                  <a:solidFill>
                    <a:srgbClr val="CE3B94"/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 is simply dummy text of the printing and typesetting industry. Lorem Ipsum has been the industry's standard dummy text ever since the 1500s,</a:t>
              </a:r>
            </a:p>
          </p:txBody>
        </p:sp>
      </p:grpSp>
      <p:cxnSp>
        <p:nvCxnSpPr>
          <p:cNvPr id="424" name="Straight Arrow Connector 423">
            <a:extLst>
              <a:ext uri="{FF2B5EF4-FFF2-40B4-BE49-F238E27FC236}">
                <a16:creationId xmlns:a16="http://schemas.microsoft.com/office/drawing/2014/main" id="{11EEFECD-7090-4ADA-9321-D72F6D7B6C10}"/>
              </a:ext>
            </a:extLst>
          </p:cNvPr>
          <p:cNvCxnSpPr>
            <a:cxnSpLocks/>
          </p:cNvCxnSpPr>
          <p:nvPr/>
        </p:nvCxnSpPr>
        <p:spPr>
          <a:xfrm flipH="1">
            <a:off x="8244056" y="4448623"/>
            <a:ext cx="1290212" cy="0"/>
          </a:xfrm>
          <a:prstGeom prst="straightConnector1">
            <a:avLst/>
          </a:prstGeom>
          <a:noFill/>
          <a:ln>
            <a:solidFill>
              <a:srgbClr val="CE3B94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13197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34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Roboto Light</vt:lpstr>
      <vt:lpstr>Roboto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 Musuku</dc:creator>
  <cp:lastModifiedBy>Ganesh  Musuku</cp:lastModifiedBy>
  <cp:revision>118</cp:revision>
  <dcterms:created xsi:type="dcterms:W3CDTF">2019-10-17T10:39:01Z</dcterms:created>
  <dcterms:modified xsi:type="dcterms:W3CDTF">2019-10-22T04:14:09Z</dcterms:modified>
</cp:coreProperties>
</file>