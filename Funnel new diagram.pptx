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0" r:id="rId3"/>
    <p:sldId id="268" r:id="rId4"/>
    <p:sldId id="264" r:id="rId5"/>
    <p:sldId id="265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60"/>
    <a:srgbClr val="C47500"/>
    <a:srgbClr val="A200C8"/>
    <a:srgbClr val="008643"/>
    <a:srgbClr val="005E9E"/>
    <a:srgbClr val="CC00FF"/>
    <a:srgbClr val="FF9900"/>
    <a:srgbClr val="00CC99"/>
    <a:srgbClr val="33CCFF"/>
    <a:srgbClr val="009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414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564A-459D-4949-8C07-F9414AEEB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B0583-E304-48F4-9B6D-40B1853F4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82663-EE70-412C-A9C8-797E1DC0C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B3D3-B034-4A92-B6A8-DBAC0123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5594D-B84E-4576-98E1-65B291AF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8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79EC-CFA2-40C3-A2D7-41CF30B0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5B39-3777-4F65-BA5B-8801D3C21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034B7-7136-42D2-8EFB-5886AF8E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4C2E-5B64-4C0D-A669-EBE1687E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3D3A3-1A0E-4969-8A73-428DD4CF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5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B3D4-31CB-4922-82C8-154472531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04E64-8CFA-4A40-95C4-6CD6FB4AE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20A21-4CB3-47C6-BF0B-DFCFADC0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2B75E-A1A0-40E8-A1DF-4E85DD2D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623C-C1C8-475D-B54C-650321D0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2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04BB-4AA4-47B1-BAE3-B9AFCE1E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21AC-2FDC-4306-A855-7E127B390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A103F-1519-4363-8E0C-99D94045B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E774C-F8F4-4FA1-B280-AA4FE02D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D707A-7394-4D33-966C-41712335E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7E2D6-B2F5-49AA-A726-F7DCDCF6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4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DE31-1F66-4317-BB27-1A2CA310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46504-5471-480E-A9FA-47AACDD5D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BE213E-433E-420E-AF8A-D0077D0F2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B084C-77A7-4A74-9B1F-41B90AA8C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4ED2B-E38C-4606-BBE6-6FC642BE9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06E39-55A6-45B8-840C-F6E4374C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06158-E244-4F3A-B296-AF8985D3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2DC21-EBCC-46A6-8CE5-B4AA15FE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16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0A5CF-5FD0-4362-BB0A-9C34CCD4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5C18C-0258-4EEC-92BA-CD3B8F717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86FA7-37B0-40D2-A817-B0CACD5A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41865-E61E-49ED-BD9A-D9868219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9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44D6-740D-4306-8EDC-F777C880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4502E9-FCF6-4AAD-AA32-D726D857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9ECC-DC35-4486-B954-6839B0DCA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6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6D3EC-15B5-4814-BC24-0ADAA2B2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7B248-0A81-4A2E-A335-0B39EAC82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64331-ABE1-4A27-BED5-68F91ECDC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CCC5D-CB9B-4A90-83B0-3EAEF80A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F083-BDBB-4953-ABE3-718BA6CF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D307E-5737-44B5-B551-21EB9D71E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61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8DD5-A426-462B-B819-FC8BBEC6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87DF3-8B42-4D00-B761-D73BFB060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C70B1-A783-47B5-A265-6EE60E562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00F31-D17D-4CE3-B6B2-C68316C2A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77E51-48F3-4B3A-B617-D1A12A11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60036-6D5F-42FA-92D5-76C9A388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191D-F627-4DC9-A123-6BF8AF6B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9508A-107C-4E61-A35C-18185B081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52C8-4D16-4E0F-9F0B-FBADB0C4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C5D30-FC81-48AA-9723-4BD193EF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6B76B-A2C7-433C-A044-5A27A81F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6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EA516-63B2-444D-8F0D-3E5F169CC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CA8DB-53B0-4A17-8099-5D4793232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110A-3F40-4041-B625-EE48B29D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56BC2-7F5F-4A48-84A6-9227D521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0CEA7-CE12-473A-9EAC-DF9FF7C5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9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30798B-31C7-4391-B18C-8ABFB5E4D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8CD80-74D1-44D7-9435-C201BDF4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1C57-3E47-43AA-BEA4-D9A386395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9F2BC-F66A-47C2-AEB8-3B40889920EB}" type="datetimeFigureOut">
              <a:rPr lang="en-US" smtClean="0"/>
              <a:t>3/14/2019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E52B3-4A61-4466-8583-FFC7FDD62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1678E-FC57-46B0-852B-E72264C1F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30218-79D7-4D0A-A006-38D8401D89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rgbClr val="E5E5E5"/>
            </a:gs>
            <a:gs pos="19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>
            <a:extLst>
              <a:ext uri="{FF2B5EF4-FFF2-40B4-BE49-F238E27FC236}">
                <a16:creationId xmlns:a16="http://schemas.microsoft.com/office/drawing/2014/main" id="{9569226F-06AA-4DD5-9439-B33A03329DED}"/>
              </a:ext>
            </a:extLst>
          </p:cNvPr>
          <p:cNvSpPr/>
          <p:nvPr/>
        </p:nvSpPr>
        <p:spPr>
          <a:xfrm rot="20982183">
            <a:off x="5167992" y="4836549"/>
            <a:ext cx="1470217" cy="177127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2125B0C-DE8E-483B-A1AD-664429F75DE3}"/>
              </a:ext>
            </a:extLst>
          </p:cNvPr>
          <p:cNvSpPr/>
          <p:nvPr/>
        </p:nvSpPr>
        <p:spPr>
          <a:xfrm rot="21031664">
            <a:off x="4025203" y="2447172"/>
            <a:ext cx="3823646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AB3300-EC06-46D2-82FC-68C3B638B000}"/>
              </a:ext>
            </a:extLst>
          </p:cNvPr>
          <p:cNvSpPr/>
          <p:nvPr/>
        </p:nvSpPr>
        <p:spPr>
          <a:xfrm rot="302081">
            <a:off x="4334450" y="3510156"/>
            <a:ext cx="2753553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A9D037-D3D8-4484-8B69-5DF14D22D23C}"/>
              </a:ext>
            </a:extLst>
          </p:cNvPr>
          <p:cNvSpPr/>
          <p:nvPr/>
        </p:nvSpPr>
        <p:spPr>
          <a:xfrm>
            <a:off x="3327444" y="1329681"/>
            <a:ext cx="4885566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search">
            <a:extLst>
              <a:ext uri="{FF2B5EF4-FFF2-40B4-BE49-F238E27FC236}">
                <a16:creationId xmlns:a16="http://schemas.microsoft.com/office/drawing/2014/main" id="{F6998352-DAA4-4BEF-BF18-8B11AACD64BC}"/>
              </a:ext>
            </a:extLst>
          </p:cNvPr>
          <p:cNvSpPr/>
          <p:nvPr/>
        </p:nvSpPr>
        <p:spPr>
          <a:xfrm>
            <a:off x="5113601" y="-963267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RESEARCH</a:t>
            </a:r>
          </a:p>
        </p:txBody>
      </p:sp>
      <p:sp>
        <p:nvSpPr>
          <p:cNvPr id="32" name="Analysis">
            <a:extLst>
              <a:ext uri="{FF2B5EF4-FFF2-40B4-BE49-F238E27FC236}">
                <a16:creationId xmlns:a16="http://schemas.microsoft.com/office/drawing/2014/main" id="{724B56D7-068C-4CE1-81CB-7BEC4BD6B528}"/>
              </a:ext>
            </a:extLst>
          </p:cNvPr>
          <p:cNvSpPr/>
          <p:nvPr/>
        </p:nvSpPr>
        <p:spPr>
          <a:xfrm>
            <a:off x="6251139" y="-952622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ANALYSIS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A13F8F2-7531-45D7-B53A-719B53E36210}"/>
              </a:ext>
            </a:extLst>
          </p:cNvPr>
          <p:cNvSpPr/>
          <p:nvPr/>
        </p:nvSpPr>
        <p:spPr>
          <a:xfrm>
            <a:off x="4292101" y="6312739"/>
            <a:ext cx="3157887" cy="417412"/>
          </a:xfrm>
          <a:prstGeom prst="ellipse">
            <a:avLst/>
          </a:prstGeom>
          <a:gradFill flip="none" rotWithShape="1">
            <a:gsLst>
              <a:gs pos="80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ut">
            <a:extLst>
              <a:ext uri="{FF2B5EF4-FFF2-40B4-BE49-F238E27FC236}">
                <a16:creationId xmlns:a16="http://schemas.microsoft.com/office/drawing/2014/main" id="{FDB1E9D1-0FA0-40D5-B4D9-776B2D8F8B0C}"/>
              </a:ext>
            </a:extLst>
          </p:cNvPr>
          <p:cNvSpPr/>
          <p:nvPr/>
        </p:nvSpPr>
        <p:spPr>
          <a:xfrm>
            <a:off x="5379752" y="3795479"/>
            <a:ext cx="857849" cy="857849"/>
          </a:xfrm>
          <a:prstGeom prst="ellipse">
            <a:avLst/>
          </a:prstGeom>
          <a:solidFill>
            <a:srgbClr val="008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RESULT</a:t>
            </a:r>
          </a:p>
        </p:txBody>
      </p:sp>
      <p:sp>
        <p:nvSpPr>
          <p:cNvPr id="15" name="Ideas">
            <a:extLst>
              <a:ext uri="{FF2B5EF4-FFF2-40B4-BE49-F238E27FC236}">
                <a16:creationId xmlns:a16="http://schemas.microsoft.com/office/drawing/2014/main" id="{0EEF6A34-79A5-4671-9582-86774B86A2DA}"/>
              </a:ext>
            </a:extLst>
          </p:cNvPr>
          <p:cNvSpPr/>
          <p:nvPr/>
        </p:nvSpPr>
        <p:spPr>
          <a:xfrm>
            <a:off x="4131824" y="203426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IDEAS</a:t>
            </a:r>
          </a:p>
        </p:txBody>
      </p:sp>
      <p:sp>
        <p:nvSpPr>
          <p:cNvPr id="51" name="Info">
            <a:extLst>
              <a:ext uri="{FF2B5EF4-FFF2-40B4-BE49-F238E27FC236}">
                <a16:creationId xmlns:a16="http://schemas.microsoft.com/office/drawing/2014/main" id="{D0B692B8-8761-4B80-9253-624281C6757E}"/>
              </a:ext>
            </a:extLst>
          </p:cNvPr>
          <p:cNvSpPr/>
          <p:nvPr/>
        </p:nvSpPr>
        <p:spPr>
          <a:xfrm>
            <a:off x="6353106" y="229658"/>
            <a:ext cx="857849" cy="85784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INFO.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20E2F99-0AB3-40A5-AB49-009FA91467C8}"/>
              </a:ext>
            </a:extLst>
          </p:cNvPr>
          <p:cNvSpPr/>
          <p:nvPr/>
        </p:nvSpPr>
        <p:spPr>
          <a:xfrm flipV="1">
            <a:off x="3311948" y="1437079"/>
            <a:ext cx="4916558" cy="1164800"/>
          </a:xfrm>
          <a:custGeom>
            <a:avLst/>
            <a:gdLst>
              <a:gd name="connsiteX0" fmla="*/ 4876885 w 4916558"/>
              <a:gd name="connsiteY0" fmla="*/ 1164800 h 1164800"/>
              <a:gd name="connsiteX1" fmla="*/ 4916558 w 4916558"/>
              <a:gd name="connsiteY1" fmla="*/ 1164800 h 1164800"/>
              <a:gd name="connsiteX2" fmla="*/ 4906530 w 4916558"/>
              <a:gd name="connsiteY2" fmla="*/ 1147087 h 1164800"/>
              <a:gd name="connsiteX3" fmla="*/ 0 w 4916558"/>
              <a:gd name="connsiteY3" fmla="*/ 1164800 h 1164800"/>
              <a:gd name="connsiteX4" fmla="*/ 63988 w 4916558"/>
              <a:gd name="connsiteY4" fmla="*/ 1164800 h 1164800"/>
              <a:gd name="connsiteX5" fmla="*/ 27653 w 4916558"/>
              <a:gd name="connsiteY5" fmla="*/ 1143090 h 1164800"/>
              <a:gd name="connsiteX6" fmla="*/ 2470436 w 4916558"/>
              <a:gd name="connsiteY6" fmla="*/ 995952 h 1164800"/>
              <a:gd name="connsiteX7" fmla="*/ 4863590 w 4916558"/>
              <a:gd name="connsiteY7" fmla="*/ 1113437 h 1164800"/>
              <a:gd name="connsiteX8" fmla="*/ 4899691 w 4916558"/>
              <a:gd name="connsiteY8" fmla="*/ 1135007 h 1164800"/>
              <a:gd name="connsiteX9" fmla="*/ 4584882 w 4916558"/>
              <a:gd name="connsiteY9" fmla="*/ 578943 h 1164800"/>
              <a:gd name="connsiteX10" fmla="*/ 659437 w 4916558"/>
              <a:gd name="connsiteY10" fmla="*/ 0 h 116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6558" h="1164800">
                <a:moveTo>
                  <a:pt x="4876885" y="1164800"/>
                </a:moveTo>
                <a:lnTo>
                  <a:pt x="4916558" y="1164800"/>
                </a:lnTo>
                <a:lnTo>
                  <a:pt x="4906530" y="1147087"/>
                </a:lnTo>
                <a:close/>
                <a:moveTo>
                  <a:pt x="0" y="1164800"/>
                </a:moveTo>
                <a:lnTo>
                  <a:pt x="63988" y="1164800"/>
                </a:lnTo>
                <a:lnTo>
                  <a:pt x="27653" y="1143090"/>
                </a:lnTo>
                <a:cubicBezTo>
                  <a:pt x="27653" y="1061828"/>
                  <a:pt x="1121324" y="995952"/>
                  <a:pt x="2470436" y="995952"/>
                </a:cubicBezTo>
                <a:cubicBezTo>
                  <a:pt x="3650909" y="995952"/>
                  <a:pt x="4635810" y="1046389"/>
                  <a:pt x="4863590" y="1113437"/>
                </a:cubicBezTo>
                <a:lnTo>
                  <a:pt x="4899691" y="1135007"/>
                </a:lnTo>
                <a:lnTo>
                  <a:pt x="4584882" y="578943"/>
                </a:lnTo>
                <a:lnTo>
                  <a:pt x="659437" y="0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D5271A-4312-4E52-98F1-12443EFC88E5}"/>
              </a:ext>
            </a:extLst>
          </p:cNvPr>
          <p:cNvSpPr/>
          <p:nvPr/>
        </p:nvSpPr>
        <p:spPr>
          <a:xfrm flipV="1">
            <a:off x="4226973" y="6016160"/>
            <a:ext cx="3288145" cy="831290"/>
          </a:xfrm>
          <a:custGeom>
            <a:avLst/>
            <a:gdLst>
              <a:gd name="connsiteX0" fmla="*/ 0 w 3288145"/>
              <a:gd name="connsiteY0" fmla="*/ 831290 h 831290"/>
              <a:gd name="connsiteX1" fmla="*/ 165322 w 3288145"/>
              <a:gd name="connsiteY1" fmla="*/ 831290 h 831290"/>
              <a:gd name="connsiteX2" fmla="*/ 165322 w 3288145"/>
              <a:gd name="connsiteY2" fmla="*/ 675120 h 831290"/>
              <a:gd name="connsiteX3" fmla="*/ 696516 w 3288145"/>
              <a:gd name="connsiteY3" fmla="*/ 143926 h 831290"/>
              <a:gd name="connsiteX4" fmla="*/ 2614833 w 3288145"/>
              <a:gd name="connsiteY4" fmla="*/ 143926 h 831290"/>
              <a:gd name="connsiteX5" fmla="*/ 3146027 w 3288145"/>
              <a:gd name="connsiteY5" fmla="*/ 675120 h 831290"/>
              <a:gd name="connsiteX6" fmla="*/ 3146027 w 3288145"/>
              <a:gd name="connsiteY6" fmla="*/ 831290 h 831290"/>
              <a:gd name="connsiteX7" fmla="*/ 3288145 w 3288145"/>
              <a:gd name="connsiteY7" fmla="*/ 831290 h 831290"/>
              <a:gd name="connsiteX8" fmla="*/ 3288145 w 3288145"/>
              <a:gd name="connsiteY8" fmla="*/ 527435 h 831290"/>
              <a:gd name="connsiteX9" fmla="*/ 2760710 w 3288145"/>
              <a:gd name="connsiteY9" fmla="*/ 0 h 831290"/>
              <a:gd name="connsiteX10" fmla="*/ 527435 w 3288145"/>
              <a:gd name="connsiteY10" fmla="*/ 0 h 831290"/>
              <a:gd name="connsiteX11" fmla="*/ 0 w 3288145"/>
              <a:gd name="connsiteY11" fmla="*/ 527435 h 83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88145" h="831290">
                <a:moveTo>
                  <a:pt x="0" y="831290"/>
                </a:moveTo>
                <a:lnTo>
                  <a:pt x="165322" y="831290"/>
                </a:lnTo>
                <a:lnTo>
                  <a:pt x="165322" y="675120"/>
                </a:lnTo>
                <a:cubicBezTo>
                  <a:pt x="165322" y="381750"/>
                  <a:pt x="403146" y="143926"/>
                  <a:pt x="696516" y="143926"/>
                </a:cubicBezTo>
                <a:lnTo>
                  <a:pt x="2614833" y="143926"/>
                </a:lnTo>
                <a:cubicBezTo>
                  <a:pt x="2908203" y="143926"/>
                  <a:pt x="3146027" y="381750"/>
                  <a:pt x="3146027" y="675120"/>
                </a:cubicBezTo>
                <a:lnTo>
                  <a:pt x="3146027" y="831290"/>
                </a:lnTo>
                <a:lnTo>
                  <a:pt x="3288145" y="831290"/>
                </a:lnTo>
                <a:lnTo>
                  <a:pt x="3288145" y="527435"/>
                </a:lnTo>
                <a:cubicBezTo>
                  <a:pt x="3288145" y="236141"/>
                  <a:pt x="3052004" y="0"/>
                  <a:pt x="2760710" y="0"/>
                </a:cubicBezTo>
                <a:lnTo>
                  <a:pt x="527435" y="0"/>
                </a:lnTo>
                <a:cubicBezTo>
                  <a:pt x="236141" y="0"/>
                  <a:pt x="0" y="236141"/>
                  <a:pt x="0" y="52743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A6B330A-5774-42E0-9A18-4D711BA4B69C}"/>
              </a:ext>
            </a:extLst>
          </p:cNvPr>
          <p:cNvSpPr/>
          <p:nvPr/>
        </p:nvSpPr>
        <p:spPr>
          <a:xfrm flipV="1">
            <a:off x="4027055" y="2315216"/>
            <a:ext cx="3793222" cy="1220287"/>
          </a:xfrm>
          <a:custGeom>
            <a:avLst/>
            <a:gdLst>
              <a:gd name="connsiteX0" fmla="*/ 3793222 w 3793222"/>
              <a:gd name="connsiteY0" fmla="*/ 1220287 h 1220287"/>
              <a:gd name="connsiteX1" fmla="*/ 3102372 w 3793222"/>
              <a:gd name="connsiteY1" fmla="*/ 0 h 1220287"/>
              <a:gd name="connsiteX2" fmla="*/ 238995 w 3793222"/>
              <a:gd name="connsiteY2" fmla="*/ 238695 h 1220287"/>
              <a:gd name="connsiteX3" fmla="*/ 0 w 3793222"/>
              <a:gd name="connsiteY3" fmla="*/ 660845 h 1220287"/>
              <a:gd name="connsiteX4" fmla="*/ 54434 w 3793222"/>
              <a:gd name="connsiteY4" fmla="*/ 668873 h 1220287"/>
              <a:gd name="connsiteX5" fmla="*/ 53052 w 3793222"/>
              <a:gd name="connsiteY5" fmla="*/ 668275 h 1220287"/>
              <a:gd name="connsiteX6" fmla="*/ 19620 w 3793222"/>
              <a:gd name="connsiteY6" fmla="*/ 632634 h 1220287"/>
              <a:gd name="connsiteX7" fmla="*/ 1929591 w 3793222"/>
              <a:gd name="connsiteY7" fmla="*/ 802131 h 1220287"/>
              <a:gd name="connsiteX8" fmla="*/ 3652365 w 3793222"/>
              <a:gd name="connsiteY8" fmla="*/ 1180675 h 1220287"/>
              <a:gd name="connsiteX9" fmla="*/ 3718419 w 3793222"/>
              <a:gd name="connsiteY9" fmla="*/ 1209255 h 122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93222" h="1220287">
                <a:moveTo>
                  <a:pt x="3793222" y="1220287"/>
                </a:moveTo>
                <a:lnTo>
                  <a:pt x="3102372" y="0"/>
                </a:lnTo>
                <a:lnTo>
                  <a:pt x="238995" y="238695"/>
                </a:lnTo>
                <a:lnTo>
                  <a:pt x="0" y="660845"/>
                </a:lnTo>
                <a:lnTo>
                  <a:pt x="54434" y="668873"/>
                </a:lnTo>
                <a:lnTo>
                  <a:pt x="53052" y="668275"/>
                </a:lnTo>
                <a:cubicBezTo>
                  <a:pt x="29509" y="654637"/>
                  <a:pt x="17949" y="642654"/>
                  <a:pt x="19620" y="632634"/>
                </a:cubicBezTo>
                <a:cubicBezTo>
                  <a:pt x="32994" y="552480"/>
                  <a:pt x="888116" y="628367"/>
                  <a:pt x="1929591" y="802131"/>
                </a:cubicBezTo>
                <a:cubicBezTo>
                  <a:pt x="2710697" y="932455"/>
                  <a:pt x="3374783" y="1080822"/>
                  <a:pt x="3652365" y="1180675"/>
                </a:cubicBezTo>
                <a:lnTo>
                  <a:pt x="3718419" y="120925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FB4E75E-D0E8-4D8F-A847-EFF1589C2933}"/>
              </a:ext>
            </a:extLst>
          </p:cNvPr>
          <p:cNvSpPr/>
          <p:nvPr/>
        </p:nvSpPr>
        <p:spPr>
          <a:xfrm flipV="1">
            <a:off x="4352651" y="3564663"/>
            <a:ext cx="2717150" cy="1260660"/>
          </a:xfrm>
          <a:custGeom>
            <a:avLst/>
            <a:gdLst>
              <a:gd name="connsiteX0" fmla="*/ 2708773 w 2717150"/>
              <a:gd name="connsiteY0" fmla="*/ 1061087 h 1260660"/>
              <a:gd name="connsiteX1" fmla="*/ 2717150 w 2717150"/>
              <a:gd name="connsiteY1" fmla="*/ 1060389 h 1260660"/>
              <a:gd name="connsiteX2" fmla="*/ 2713882 w 2717150"/>
              <a:gd name="connsiteY2" fmla="*/ 1054616 h 1260660"/>
              <a:gd name="connsiteX3" fmla="*/ 0 w 2717150"/>
              <a:gd name="connsiteY3" fmla="*/ 1260660 h 1260660"/>
              <a:gd name="connsiteX4" fmla="*/ 76045 w 2717150"/>
              <a:gd name="connsiteY4" fmla="*/ 1226751 h 1260660"/>
              <a:gd name="connsiteX5" fmla="*/ 1331847 w 2717150"/>
              <a:gd name="connsiteY5" fmla="*/ 1025903 h 1260660"/>
              <a:gd name="connsiteX6" fmla="*/ 2685760 w 2717150"/>
              <a:gd name="connsiteY6" fmla="*/ 1024565 h 1260660"/>
              <a:gd name="connsiteX7" fmla="*/ 2708126 w 2717150"/>
              <a:gd name="connsiteY7" fmla="*/ 1044448 h 1260660"/>
              <a:gd name="connsiteX8" fmla="*/ 2278740 w 2717150"/>
              <a:gd name="connsiteY8" fmla="*/ 286001 h 1260660"/>
              <a:gd name="connsiteX9" fmla="*/ 713706 w 2717150"/>
              <a:gd name="connsiteY9" fmla="*/ 0 h 126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17150" h="1260660">
                <a:moveTo>
                  <a:pt x="2708773" y="1061087"/>
                </a:moveTo>
                <a:lnTo>
                  <a:pt x="2717150" y="1060389"/>
                </a:lnTo>
                <a:lnTo>
                  <a:pt x="2713882" y="1054616"/>
                </a:lnTo>
                <a:close/>
                <a:moveTo>
                  <a:pt x="0" y="1260660"/>
                </a:moveTo>
                <a:lnTo>
                  <a:pt x="76045" y="1226751"/>
                </a:lnTo>
                <a:cubicBezTo>
                  <a:pt x="279610" y="1155802"/>
                  <a:pt x="763768" y="1075950"/>
                  <a:pt x="1331847" y="1025903"/>
                </a:cubicBezTo>
                <a:cubicBezTo>
                  <a:pt x="1994607" y="967515"/>
                  <a:pt x="2551992" y="969041"/>
                  <a:pt x="2685760" y="1024565"/>
                </a:cubicBezTo>
                <a:lnTo>
                  <a:pt x="2708126" y="1044448"/>
                </a:lnTo>
                <a:lnTo>
                  <a:pt x="2278740" y="286001"/>
                </a:lnTo>
                <a:lnTo>
                  <a:pt x="713706" y="0"/>
                </a:lnTo>
                <a:close/>
              </a:path>
            </a:pathLst>
          </a:cu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222E15A-7B74-455F-B232-9F9AA619A8FE}"/>
              </a:ext>
            </a:extLst>
          </p:cNvPr>
          <p:cNvSpPr/>
          <p:nvPr/>
        </p:nvSpPr>
        <p:spPr>
          <a:xfrm flipV="1">
            <a:off x="5202328" y="4816302"/>
            <a:ext cx="1401547" cy="714247"/>
          </a:xfrm>
          <a:custGeom>
            <a:avLst/>
            <a:gdLst>
              <a:gd name="connsiteX0" fmla="*/ 1401547 w 1401547"/>
              <a:gd name="connsiteY0" fmla="*/ 714247 h 714247"/>
              <a:gd name="connsiteX1" fmla="*/ 1067845 w 1401547"/>
              <a:gd name="connsiteY1" fmla="*/ 124810 h 714247"/>
              <a:gd name="connsiteX2" fmla="*/ 263586 w 1401547"/>
              <a:gd name="connsiteY2" fmla="*/ 0 h 714247"/>
              <a:gd name="connsiteX3" fmla="*/ 0 w 1401547"/>
              <a:gd name="connsiteY3" fmla="*/ 465587 h 714247"/>
              <a:gd name="connsiteX4" fmla="*/ 44169 w 1401547"/>
              <a:gd name="connsiteY4" fmla="*/ 457070 h 714247"/>
              <a:gd name="connsiteX5" fmla="*/ 720269 w 1401547"/>
              <a:gd name="connsiteY5" fmla="*/ 524925 h 714247"/>
              <a:gd name="connsiteX6" fmla="*/ 1377032 w 1401547"/>
              <a:gd name="connsiteY6" fmla="*/ 699219 h 71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1547" h="714247">
                <a:moveTo>
                  <a:pt x="1401547" y="714247"/>
                </a:moveTo>
                <a:lnTo>
                  <a:pt x="1067845" y="124810"/>
                </a:lnTo>
                <a:lnTo>
                  <a:pt x="263586" y="0"/>
                </a:lnTo>
                <a:lnTo>
                  <a:pt x="0" y="465587"/>
                </a:lnTo>
                <a:lnTo>
                  <a:pt x="44169" y="457070"/>
                </a:lnTo>
                <a:cubicBezTo>
                  <a:pt x="159649" y="445742"/>
                  <a:pt x="420682" y="470497"/>
                  <a:pt x="720269" y="524925"/>
                </a:cubicBezTo>
                <a:cubicBezTo>
                  <a:pt x="1019857" y="579352"/>
                  <a:pt x="1272915" y="647996"/>
                  <a:pt x="1377032" y="699219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E40D3AD-3186-4954-8F35-CBE264CAF8BA}"/>
              </a:ext>
            </a:extLst>
          </p:cNvPr>
          <p:cNvSpPr/>
          <p:nvPr/>
        </p:nvSpPr>
        <p:spPr>
          <a:xfrm flipV="1">
            <a:off x="3311948" y="1439223"/>
            <a:ext cx="1464370" cy="1164799"/>
          </a:xfrm>
          <a:custGeom>
            <a:avLst/>
            <a:gdLst>
              <a:gd name="connsiteX0" fmla="*/ 0 w 1464370"/>
              <a:gd name="connsiteY0" fmla="*/ 1164799 h 1164799"/>
              <a:gd name="connsiteX1" fmla="*/ 63988 w 1464370"/>
              <a:gd name="connsiteY1" fmla="*/ 1164799 h 1164799"/>
              <a:gd name="connsiteX2" fmla="*/ 27653 w 1464370"/>
              <a:gd name="connsiteY2" fmla="*/ 1143089 h 1164799"/>
              <a:gd name="connsiteX3" fmla="*/ 1104653 w 1464370"/>
              <a:gd name="connsiteY3" fmla="*/ 1021080 h 1164799"/>
              <a:gd name="connsiteX4" fmla="*/ 1192832 w 1464370"/>
              <a:gd name="connsiteY4" fmla="*/ 1018197 h 1164799"/>
              <a:gd name="connsiteX5" fmla="*/ 1464370 w 1464370"/>
              <a:gd name="connsiteY5" fmla="*/ 118715 h 1164799"/>
              <a:gd name="connsiteX6" fmla="*/ 659438 w 1464370"/>
              <a:gd name="connsiteY6" fmla="*/ 0 h 116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4370" h="1164799">
                <a:moveTo>
                  <a:pt x="0" y="1164799"/>
                </a:moveTo>
                <a:lnTo>
                  <a:pt x="63988" y="1164799"/>
                </a:lnTo>
                <a:lnTo>
                  <a:pt x="27653" y="1143089"/>
                </a:lnTo>
                <a:cubicBezTo>
                  <a:pt x="27653" y="1092300"/>
                  <a:pt x="454869" y="1047522"/>
                  <a:pt x="1104653" y="1021080"/>
                </a:cubicBezTo>
                <a:lnTo>
                  <a:pt x="1192832" y="1018197"/>
                </a:lnTo>
                <a:lnTo>
                  <a:pt x="1464370" y="118715"/>
                </a:lnTo>
                <a:lnTo>
                  <a:pt x="659438" y="0"/>
                </a:lnTo>
                <a:close/>
              </a:path>
            </a:pathLst>
          </a:custGeom>
          <a:solidFill>
            <a:srgbClr val="005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79F19C1-4925-4636-8BDE-1CFA0574B4B9}"/>
              </a:ext>
            </a:extLst>
          </p:cNvPr>
          <p:cNvSpPr/>
          <p:nvPr/>
        </p:nvSpPr>
        <p:spPr>
          <a:xfrm flipV="1">
            <a:off x="4031650" y="2867413"/>
            <a:ext cx="958023" cy="490118"/>
          </a:xfrm>
          <a:custGeom>
            <a:avLst/>
            <a:gdLst>
              <a:gd name="connsiteX0" fmla="*/ 54432 w 958023"/>
              <a:gd name="connsiteY0" fmla="*/ 490118 h 490118"/>
              <a:gd name="connsiteX1" fmla="*/ 53052 w 958023"/>
              <a:gd name="connsiteY1" fmla="*/ 489520 h 490118"/>
              <a:gd name="connsiteX2" fmla="*/ 19620 w 958023"/>
              <a:gd name="connsiteY2" fmla="*/ 453879 h 490118"/>
              <a:gd name="connsiteX3" fmla="*/ 589067 w 958023"/>
              <a:gd name="connsiteY3" fmla="*/ 443408 h 490118"/>
              <a:gd name="connsiteX4" fmla="*/ 817126 w 958023"/>
              <a:gd name="connsiteY4" fmla="*/ 466730 h 490118"/>
              <a:gd name="connsiteX5" fmla="*/ 958023 w 958023"/>
              <a:gd name="connsiteY5" fmla="*/ 0 h 490118"/>
              <a:gd name="connsiteX6" fmla="*/ 238995 w 958023"/>
              <a:gd name="connsiteY6" fmla="*/ 59939 h 490118"/>
              <a:gd name="connsiteX7" fmla="*/ 0 w 958023"/>
              <a:gd name="connsiteY7" fmla="*/ 482090 h 49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8023" h="490118">
                <a:moveTo>
                  <a:pt x="54432" y="490118"/>
                </a:moveTo>
                <a:lnTo>
                  <a:pt x="53052" y="489520"/>
                </a:lnTo>
                <a:cubicBezTo>
                  <a:pt x="29508" y="475882"/>
                  <a:pt x="17949" y="463898"/>
                  <a:pt x="19620" y="453879"/>
                </a:cubicBezTo>
                <a:cubicBezTo>
                  <a:pt x="26307" y="413802"/>
                  <a:pt x="243431" y="412735"/>
                  <a:pt x="589067" y="443408"/>
                </a:cubicBezTo>
                <a:lnTo>
                  <a:pt x="817126" y="466730"/>
                </a:lnTo>
                <a:lnTo>
                  <a:pt x="958023" y="0"/>
                </a:lnTo>
                <a:lnTo>
                  <a:pt x="238995" y="59939"/>
                </a:lnTo>
                <a:lnTo>
                  <a:pt x="0" y="482090"/>
                </a:lnTo>
                <a:close/>
              </a:path>
            </a:pathLst>
          </a:custGeom>
          <a:solidFill>
            <a:srgbClr val="008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F69D3E9-934D-4A74-9532-34DB8C5F6D95}"/>
              </a:ext>
            </a:extLst>
          </p:cNvPr>
          <p:cNvSpPr/>
          <p:nvPr/>
        </p:nvSpPr>
        <p:spPr>
          <a:xfrm flipV="1">
            <a:off x="4352651" y="3564661"/>
            <a:ext cx="1025121" cy="1260662"/>
          </a:xfrm>
          <a:custGeom>
            <a:avLst/>
            <a:gdLst>
              <a:gd name="connsiteX0" fmla="*/ 0 w 1025121"/>
              <a:gd name="connsiteY0" fmla="*/ 1260662 h 1260662"/>
              <a:gd name="connsiteX1" fmla="*/ 76047 w 1025121"/>
              <a:gd name="connsiteY1" fmla="*/ 1226752 h 1260662"/>
              <a:gd name="connsiteX2" fmla="*/ 567255 w 1025121"/>
              <a:gd name="connsiteY2" fmla="*/ 1118490 h 1260662"/>
              <a:gd name="connsiteX3" fmla="*/ 711023 w 1025121"/>
              <a:gd name="connsiteY3" fmla="*/ 1097376 h 1260662"/>
              <a:gd name="connsiteX4" fmla="*/ 1025121 w 1025121"/>
              <a:gd name="connsiteY4" fmla="*/ 56910 h 1260662"/>
              <a:gd name="connsiteX5" fmla="*/ 713707 w 1025121"/>
              <a:gd name="connsiteY5" fmla="*/ 0 h 126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5121" h="1260662">
                <a:moveTo>
                  <a:pt x="0" y="1260662"/>
                </a:moveTo>
                <a:lnTo>
                  <a:pt x="76047" y="1226752"/>
                </a:lnTo>
                <a:cubicBezTo>
                  <a:pt x="177830" y="1191277"/>
                  <a:pt x="349760" y="1153577"/>
                  <a:pt x="567255" y="1118490"/>
                </a:cubicBezTo>
                <a:lnTo>
                  <a:pt x="711023" y="1097376"/>
                </a:lnTo>
                <a:lnTo>
                  <a:pt x="1025121" y="56910"/>
                </a:lnTo>
                <a:lnTo>
                  <a:pt x="713707" y="0"/>
                </a:lnTo>
                <a:close/>
              </a:path>
            </a:pathLst>
          </a:custGeom>
          <a:solidFill>
            <a:srgbClr val="A200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1B4977D-8978-4648-9DEF-418E9219A1C9}"/>
              </a:ext>
            </a:extLst>
          </p:cNvPr>
          <p:cNvSpPr/>
          <p:nvPr/>
        </p:nvSpPr>
        <p:spPr>
          <a:xfrm flipV="1">
            <a:off x="5202328" y="5068628"/>
            <a:ext cx="426308" cy="459516"/>
          </a:xfrm>
          <a:custGeom>
            <a:avLst/>
            <a:gdLst>
              <a:gd name="connsiteX0" fmla="*/ 0 w 426308"/>
              <a:gd name="connsiteY0" fmla="*/ 459516 h 459516"/>
              <a:gd name="connsiteX1" fmla="*/ 44169 w 426308"/>
              <a:gd name="connsiteY1" fmla="*/ 450999 h 459516"/>
              <a:gd name="connsiteX2" fmla="*/ 204204 w 426308"/>
              <a:gd name="connsiteY2" fmla="*/ 451461 h 459516"/>
              <a:gd name="connsiteX3" fmla="*/ 295575 w 426308"/>
              <a:gd name="connsiteY3" fmla="*/ 458845 h 459516"/>
              <a:gd name="connsiteX4" fmla="*/ 426308 w 426308"/>
              <a:gd name="connsiteY4" fmla="*/ 25786 h 459516"/>
              <a:gd name="connsiteX5" fmla="*/ 260150 w 426308"/>
              <a:gd name="connsiteY5" fmla="*/ 0 h 45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308" h="459516">
                <a:moveTo>
                  <a:pt x="0" y="459516"/>
                </a:moveTo>
                <a:lnTo>
                  <a:pt x="44169" y="450999"/>
                </a:lnTo>
                <a:cubicBezTo>
                  <a:pt x="82662" y="447223"/>
                  <a:pt x="137328" y="447456"/>
                  <a:pt x="204204" y="451461"/>
                </a:cubicBezTo>
                <a:lnTo>
                  <a:pt x="295575" y="458845"/>
                </a:lnTo>
                <a:lnTo>
                  <a:pt x="426308" y="25786"/>
                </a:lnTo>
                <a:lnTo>
                  <a:pt x="260150" y="0"/>
                </a:lnTo>
                <a:close/>
              </a:path>
            </a:pathLst>
          </a:custGeom>
          <a:solidFill>
            <a:srgbClr val="C4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F92CED-FB3A-44BA-B4CF-E1C5DA7B5CB8}"/>
              </a:ext>
            </a:extLst>
          </p:cNvPr>
          <p:cNvSpPr txBox="1"/>
          <p:nvPr/>
        </p:nvSpPr>
        <p:spPr>
          <a:xfrm>
            <a:off x="5616261" y="151337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1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C5EC00-D598-428D-832D-2AFB2C51FB08}"/>
              </a:ext>
            </a:extLst>
          </p:cNvPr>
          <p:cNvSpPr txBox="1"/>
          <p:nvPr/>
        </p:nvSpPr>
        <p:spPr>
          <a:xfrm>
            <a:off x="5735669" y="266085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7C14EE-40AB-426D-B530-C0E3C5FB31D4}"/>
              </a:ext>
            </a:extLst>
          </p:cNvPr>
          <p:cNvSpPr txBox="1"/>
          <p:nvPr/>
        </p:nvSpPr>
        <p:spPr>
          <a:xfrm>
            <a:off x="5711226" y="384104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E58BF0-59EE-4DEF-A5DE-F3A2E66E2757}"/>
              </a:ext>
            </a:extLst>
          </p:cNvPr>
          <p:cNvSpPr txBox="1"/>
          <p:nvPr/>
        </p:nvSpPr>
        <p:spPr>
          <a:xfrm>
            <a:off x="5735669" y="487813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4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87446-8B14-4938-92B8-BB970D896B85}"/>
              </a:ext>
            </a:extLst>
          </p:cNvPr>
          <p:cNvCxnSpPr>
            <a:cxnSpLocks/>
          </p:cNvCxnSpPr>
          <p:nvPr/>
        </p:nvCxnSpPr>
        <p:spPr>
          <a:xfrm>
            <a:off x="2823411" y="1979615"/>
            <a:ext cx="2592071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7ABB102-41F6-484C-9038-BF8EDD6CD637}"/>
              </a:ext>
            </a:extLst>
          </p:cNvPr>
          <p:cNvCxnSpPr>
            <a:cxnSpLocks/>
          </p:cNvCxnSpPr>
          <p:nvPr/>
        </p:nvCxnSpPr>
        <p:spPr>
          <a:xfrm flipH="1">
            <a:off x="6251140" y="3014794"/>
            <a:ext cx="1977366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98911D6-4127-42FC-AE81-B1641395075C}"/>
              </a:ext>
            </a:extLst>
          </p:cNvPr>
          <p:cNvCxnSpPr>
            <a:cxnSpLocks/>
          </p:cNvCxnSpPr>
          <p:nvPr/>
        </p:nvCxnSpPr>
        <p:spPr>
          <a:xfrm flipH="1">
            <a:off x="6251139" y="5143651"/>
            <a:ext cx="1128229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6C98A5-5DC6-47A9-AC77-599B426B5EA2}"/>
              </a:ext>
            </a:extLst>
          </p:cNvPr>
          <p:cNvCxnSpPr>
            <a:cxnSpLocks/>
          </p:cNvCxnSpPr>
          <p:nvPr/>
        </p:nvCxnSpPr>
        <p:spPr>
          <a:xfrm>
            <a:off x="3818021" y="4193407"/>
            <a:ext cx="172450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2B0DD08-8A4E-4652-BE1F-9B7ED41300DB}"/>
              </a:ext>
            </a:extLst>
          </p:cNvPr>
          <p:cNvSpPr txBox="1"/>
          <p:nvPr/>
        </p:nvSpPr>
        <p:spPr>
          <a:xfrm>
            <a:off x="773249" y="2131894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B0DBB8-7A7E-4752-AC2F-AB2D9480A514}"/>
              </a:ext>
            </a:extLst>
          </p:cNvPr>
          <p:cNvSpPr txBox="1"/>
          <p:nvPr/>
        </p:nvSpPr>
        <p:spPr>
          <a:xfrm>
            <a:off x="2340367" y="4349286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2B02EB7-2A2E-4998-8304-C40FAC51EEC7}"/>
              </a:ext>
            </a:extLst>
          </p:cNvPr>
          <p:cNvSpPr txBox="1"/>
          <p:nvPr/>
        </p:nvSpPr>
        <p:spPr>
          <a:xfrm>
            <a:off x="8017025" y="3165241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9F76D3-C98F-4611-904C-9A9E331750D7}"/>
              </a:ext>
            </a:extLst>
          </p:cNvPr>
          <p:cNvSpPr txBox="1"/>
          <p:nvPr/>
        </p:nvSpPr>
        <p:spPr>
          <a:xfrm>
            <a:off x="7314717" y="5316938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D0B-61C9-436A-8615-974E65DA36EF}"/>
              </a:ext>
            </a:extLst>
          </p:cNvPr>
          <p:cNvSpPr txBox="1"/>
          <p:nvPr/>
        </p:nvSpPr>
        <p:spPr>
          <a:xfrm>
            <a:off x="868029" y="182572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5E9E"/>
                </a:solidFill>
                <a:latin typeface="Helvetica" panose="020B0604020202020204" pitchFamily="34" charset="0"/>
              </a:rPr>
              <a:t>IDEAS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0E372C-3CB2-4F14-B40A-9CDA854030EC}"/>
              </a:ext>
            </a:extLst>
          </p:cNvPr>
          <p:cNvSpPr txBox="1"/>
          <p:nvPr/>
        </p:nvSpPr>
        <p:spPr>
          <a:xfrm>
            <a:off x="8148695" y="2825125"/>
            <a:ext cx="1184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643"/>
                </a:solidFill>
                <a:latin typeface="Helvetica" panose="020B0604020202020204" pitchFamily="34" charset="0"/>
              </a:rPr>
              <a:t>RESEARCH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FE147-1B71-4C51-ADA3-7D15114B1BE2}"/>
              </a:ext>
            </a:extLst>
          </p:cNvPr>
          <p:cNvSpPr txBox="1"/>
          <p:nvPr/>
        </p:nvSpPr>
        <p:spPr>
          <a:xfrm>
            <a:off x="2483302" y="4043358"/>
            <a:ext cx="10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A200C8"/>
                </a:solidFill>
                <a:latin typeface="Helvetica" panose="020B0604020202020204" pitchFamily="34" charset="0"/>
              </a:rPr>
              <a:t>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85F6D3-B743-4899-A757-76AFCF84ED2B}"/>
              </a:ext>
            </a:extLst>
          </p:cNvPr>
          <p:cNvSpPr txBox="1"/>
          <p:nvPr/>
        </p:nvSpPr>
        <p:spPr>
          <a:xfrm>
            <a:off x="7448383" y="4992210"/>
            <a:ext cx="1393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47500"/>
                </a:solidFill>
                <a:latin typeface="Helvetica" panose="020B0604020202020204" pitchFamily="34" charset="0"/>
              </a:rPr>
              <a:t>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7F751-035A-46DD-AF22-D2D512C28D9F}"/>
              </a:ext>
            </a:extLst>
          </p:cNvPr>
          <p:cNvSpPr txBox="1"/>
          <p:nvPr/>
        </p:nvSpPr>
        <p:spPr>
          <a:xfrm>
            <a:off x="-16118" y="50738"/>
            <a:ext cx="4124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Helvetica" panose="020B0604020202020204" pitchFamily="34" charset="0"/>
              </a:rPr>
              <a:t>ANIMATED 3D FUNNEL DIAGRAM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3B2FACB-3B65-406B-8EEF-D7AB2C75440D}"/>
              </a:ext>
            </a:extLst>
          </p:cNvPr>
          <p:cNvSpPr/>
          <p:nvPr/>
        </p:nvSpPr>
        <p:spPr>
          <a:xfrm rot="20697088">
            <a:off x="3782851" y="249406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A02CA669-2C1A-4C16-8D29-554A4817903D}"/>
              </a:ext>
            </a:extLst>
          </p:cNvPr>
          <p:cNvSpPr/>
          <p:nvPr/>
        </p:nvSpPr>
        <p:spPr>
          <a:xfrm>
            <a:off x="5468522" y="950381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41C8F382-29CE-453A-A24B-94C92041B1E7}"/>
              </a:ext>
            </a:extLst>
          </p:cNvPr>
          <p:cNvSpPr/>
          <p:nvPr/>
        </p:nvSpPr>
        <p:spPr>
          <a:xfrm rot="1003141">
            <a:off x="7433832" y="75372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3BE217A6-6BFC-445F-9A0E-BD295ED127D4}"/>
              </a:ext>
            </a:extLst>
          </p:cNvPr>
          <p:cNvSpPr/>
          <p:nvPr/>
        </p:nvSpPr>
        <p:spPr>
          <a:xfrm>
            <a:off x="5093885" y="-97272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2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5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5" presetID="42" presetClass="path" presetSubtype="0" accel="17000" decel="83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261 3.7037E-7 L 0.10234 0.5169 " pathEditMode="relative" rAng="0" ptsTypes="AA">
                                          <p:cBhvr>
                                            <p:cTn id="26" dur="5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12" y="2641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21000" decel="76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 -4.81481E-6 L -0.07982 0.51296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320" y="262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accel="17000" decel="83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261 -2.22222E-6 L 0.02188 0.69375 " pathEditMode="relative" rAng="0" ptsTypes="AA">
                                          <p:cBhvr>
                                            <p:cTn id="30" dur="5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41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accel="17000" decel="83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0.00261 -1.11111E-6 L -0.07148 0.69236 " pathEditMode="relative" rAng="0" ptsTypes="AA">
                                          <p:cBhvr>
                                            <p:cTn id="32" dur="5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268" y="3375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1" nodeType="withEffect">
                                      <p:stCondLst>
                                        <p:cond delay="32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1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1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accel="21000" fill="hold" grpId="0" nodeType="withEffect" p14:presetBounceEnd="69000">
                                      <p:stCondLst>
                                        <p:cond delay="4250"/>
                                      </p:stCondLst>
                                      <p:childTnLst>
                                        <p:animMotion origin="layout" path="M -2.29167E-6 -2.22222E-6 L 0.01042 0.28658 " pathEditMode="relative" rAng="0" ptsTypes="AA" p14:bounceEnd="69000">
                                          <p:cBhvr>
                                            <p:cTn id="46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1" y="1432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32" grpId="0" animBg="1"/>
          <p:bldP spid="32" grpId="1" animBg="1"/>
          <p:bldP spid="52" grpId="0" animBg="1"/>
          <p:bldP spid="15" grpId="0" animBg="1"/>
          <p:bldP spid="15" grpId="1" animBg="1"/>
          <p:bldP spid="51" grpId="0" animBg="1"/>
          <p:bldP spid="51" grpId="1" animBg="1"/>
          <p:bldP spid="38" grpId="0" animBg="1"/>
          <p:bldP spid="39" grpId="0" animBg="1"/>
          <p:bldP spid="40" grpId="0" animBg="1"/>
          <p:bldP spid="4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7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3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1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15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18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1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1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0" presetID="47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20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25" presetID="42" presetClass="path" presetSubtype="0" accel="17000" decel="83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0261 3.7037E-7 L 0.10234 0.5169 " pathEditMode="relative" rAng="0" ptsTypes="AA">
                                          <p:cBhvr>
                                            <p:cTn id="26" dur="5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12" y="2641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accel="21000" decel="76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0 -4.81481E-6 L -0.07982 0.51296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320" y="26227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42" presetClass="path" presetSubtype="0" accel="17000" decel="8300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261 -2.22222E-6 L 0.02188 0.69375 " pathEditMode="relative" rAng="0" ptsTypes="AA">
                                          <p:cBhvr>
                                            <p:cTn id="30" dur="5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41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1" presetID="42" presetClass="path" presetSubtype="0" accel="17000" decel="83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-0.00261 -1.11111E-6 L -0.07148 0.69236 " pathEditMode="relative" rAng="0" ptsTypes="AA">
                                          <p:cBhvr>
                                            <p:cTn id="32" dur="5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268" y="3375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1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1" nodeType="withEffect">
                                      <p:stCondLst>
                                        <p:cond delay="325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1" nodeType="withEffect">
                                      <p:stCondLst>
                                        <p:cond delay="3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1" nodeType="withEffect">
                                      <p:stCondLst>
                                        <p:cond delay="4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42" presetClass="path" presetSubtype="0" accel="21000" fill="hold" grpId="0" nodeType="withEffect">
                                      <p:stCondLst>
                                        <p:cond delay="4250"/>
                                      </p:stCondLst>
                                      <p:childTnLst>
                                        <p:animMotion origin="layout" path="M -2.29167E-6 -2.22222E-6 L 0.01042 0.28658 " pathEditMode="relative" rAng="0" ptsTypes="AA">
                                          <p:cBhvr>
                                            <p:cTn id="46" dur="2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21" y="1432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1" grpId="1" animBg="1"/>
          <p:bldP spid="32" grpId="0" animBg="1"/>
          <p:bldP spid="32" grpId="1" animBg="1"/>
          <p:bldP spid="52" grpId="0" animBg="1"/>
          <p:bldP spid="15" grpId="0" animBg="1"/>
          <p:bldP spid="15" grpId="1" animBg="1"/>
          <p:bldP spid="51" grpId="0" animBg="1"/>
          <p:bldP spid="51" grpId="1" animBg="1"/>
          <p:bldP spid="38" grpId="0" animBg="1"/>
          <p:bldP spid="39" grpId="0" animBg="1"/>
          <p:bldP spid="40" grpId="0" animBg="1"/>
          <p:bldP spid="41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rgbClr val="E5E5E5"/>
            </a:gs>
            <a:gs pos="46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F5A1381E-FF14-46E6-973A-9EC71DB3EE88}"/>
              </a:ext>
            </a:extLst>
          </p:cNvPr>
          <p:cNvSpPr/>
          <p:nvPr/>
        </p:nvSpPr>
        <p:spPr>
          <a:xfrm>
            <a:off x="8416604" y="4138863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EEABCE-B538-428B-B681-FDD90A24549A}"/>
              </a:ext>
            </a:extLst>
          </p:cNvPr>
          <p:cNvSpPr/>
          <p:nvPr/>
        </p:nvSpPr>
        <p:spPr>
          <a:xfrm>
            <a:off x="8416604" y="2689214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437D2E-9D52-480F-85D7-ED7C98241613}"/>
              </a:ext>
            </a:extLst>
          </p:cNvPr>
          <p:cNvSpPr/>
          <p:nvPr/>
        </p:nvSpPr>
        <p:spPr>
          <a:xfrm>
            <a:off x="8416604" y="1390070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5BEC07-5446-4754-AD71-D964608839A3}"/>
              </a:ext>
            </a:extLst>
          </p:cNvPr>
          <p:cNvGrpSpPr/>
          <p:nvPr/>
        </p:nvGrpSpPr>
        <p:grpSpPr>
          <a:xfrm>
            <a:off x="1139267" y="669822"/>
            <a:ext cx="6175934" cy="5465611"/>
            <a:chOff x="1139267" y="669822"/>
            <a:chExt cx="6175934" cy="5465611"/>
          </a:xfrm>
        </p:grpSpPr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1B4A777C-CFC1-440A-8E6D-60DFDFBC0457}"/>
                </a:ext>
              </a:extLst>
            </p:cNvPr>
            <p:cNvSpPr/>
            <p:nvPr/>
          </p:nvSpPr>
          <p:spPr>
            <a:xfrm>
              <a:off x="1139267" y="4537679"/>
              <a:ext cx="4818909" cy="1597754"/>
            </a:xfrm>
            <a:custGeom>
              <a:avLst/>
              <a:gdLst>
                <a:gd name="connsiteX0" fmla="*/ 0 w 4376006"/>
                <a:gd name="connsiteY0" fmla="*/ 4966597 h 4966597"/>
                <a:gd name="connsiteX1" fmla="*/ 2188003 w 4376006"/>
                <a:gd name="connsiteY1" fmla="*/ 0 h 4966597"/>
                <a:gd name="connsiteX2" fmla="*/ 4376006 w 4376006"/>
                <a:gd name="connsiteY2" fmla="*/ 4966597 h 4966597"/>
                <a:gd name="connsiteX3" fmla="*/ 0 w 4376006"/>
                <a:gd name="connsiteY3" fmla="*/ 4966597 h 4966597"/>
                <a:gd name="connsiteX0" fmla="*/ 0 w 4376006"/>
                <a:gd name="connsiteY0" fmla="*/ 2752786 h 2752786"/>
                <a:gd name="connsiteX1" fmla="*/ 166698 w 4376006"/>
                <a:gd name="connsiteY1" fmla="*/ 0 h 2752786"/>
                <a:gd name="connsiteX2" fmla="*/ 4376006 w 4376006"/>
                <a:gd name="connsiteY2" fmla="*/ 2752786 h 2752786"/>
                <a:gd name="connsiteX3" fmla="*/ 0 w 4376006"/>
                <a:gd name="connsiteY3" fmla="*/ 2752786 h 2752786"/>
                <a:gd name="connsiteX0" fmla="*/ 0 w 4376006"/>
                <a:gd name="connsiteY0" fmla="*/ 3073628 h 3073628"/>
                <a:gd name="connsiteX1" fmla="*/ 182740 w 4376006"/>
                <a:gd name="connsiteY1" fmla="*/ 0 h 3073628"/>
                <a:gd name="connsiteX2" fmla="*/ 4376006 w 4376006"/>
                <a:gd name="connsiteY2" fmla="*/ 3073628 h 3073628"/>
                <a:gd name="connsiteX3" fmla="*/ 0 w 4376006"/>
                <a:gd name="connsiteY3" fmla="*/ 3073628 h 3073628"/>
                <a:gd name="connsiteX0" fmla="*/ 0 w 4376006"/>
                <a:gd name="connsiteY0" fmla="*/ 2335691 h 2335691"/>
                <a:gd name="connsiteX1" fmla="*/ 455456 w 4376006"/>
                <a:gd name="connsiteY1" fmla="*/ 0 h 2335691"/>
                <a:gd name="connsiteX2" fmla="*/ 4376006 w 4376006"/>
                <a:gd name="connsiteY2" fmla="*/ 2335691 h 2335691"/>
                <a:gd name="connsiteX3" fmla="*/ 0 w 4376006"/>
                <a:gd name="connsiteY3" fmla="*/ 2335691 h 2335691"/>
                <a:gd name="connsiteX0" fmla="*/ 202271 w 4578277"/>
                <a:gd name="connsiteY0" fmla="*/ 2399860 h 2399860"/>
                <a:gd name="connsiteX1" fmla="*/ 0 w 4578277"/>
                <a:gd name="connsiteY1" fmla="*/ 0 h 2399860"/>
                <a:gd name="connsiteX2" fmla="*/ 4578277 w 4578277"/>
                <a:gd name="connsiteY2" fmla="*/ 2399860 h 2399860"/>
                <a:gd name="connsiteX3" fmla="*/ 202271 w 4578277"/>
                <a:gd name="connsiteY3" fmla="*/ 2399860 h 2399860"/>
                <a:gd name="connsiteX0" fmla="*/ 202271 w 4578277"/>
                <a:gd name="connsiteY0" fmla="*/ 2480070 h 2480070"/>
                <a:gd name="connsiteX1" fmla="*/ 0 w 4578277"/>
                <a:gd name="connsiteY1" fmla="*/ 0 h 2480070"/>
                <a:gd name="connsiteX2" fmla="*/ 4578277 w 4578277"/>
                <a:gd name="connsiteY2" fmla="*/ 2399860 h 2480070"/>
                <a:gd name="connsiteX3" fmla="*/ 202271 w 4578277"/>
                <a:gd name="connsiteY3" fmla="*/ 2480070 h 2480070"/>
                <a:gd name="connsiteX0" fmla="*/ 314566 w 4690572"/>
                <a:gd name="connsiteY0" fmla="*/ 1694007 h 1694007"/>
                <a:gd name="connsiteX1" fmla="*/ 0 w 4690572"/>
                <a:gd name="connsiteY1" fmla="*/ 0 h 1694007"/>
                <a:gd name="connsiteX2" fmla="*/ 4690572 w 4690572"/>
                <a:gd name="connsiteY2" fmla="*/ 1613797 h 1694007"/>
                <a:gd name="connsiteX3" fmla="*/ 314566 w 4690572"/>
                <a:gd name="connsiteY3" fmla="*/ 1694007 h 1694007"/>
                <a:gd name="connsiteX0" fmla="*/ 442903 w 4818909"/>
                <a:gd name="connsiteY0" fmla="*/ 1597754 h 1597754"/>
                <a:gd name="connsiteX1" fmla="*/ 0 w 4818909"/>
                <a:gd name="connsiteY1" fmla="*/ 0 h 1597754"/>
                <a:gd name="connsiteX2" fmla="*/ 4818909 w 4818909"/>
                <a:gd name="connsiteY2" fmla="*/ 1517544 h 1597754"/>
                <a:gd name="connsiteX3" fmla="*/ 442903 w 4818909"/>
                <a:gd name="connsiteY3" fmla="*/ 1597754 h 1597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8909" h="1597754">
                  <a:moveTo>
                    <a:pt x="442903" y="1597754"/>
                  </a:moveTo>
                  <a:lnTo>
                    <a:pt x="0" y="0"/>
                  </a:lnTo>
                  <a:lnTo>
                    <a:pt x="4818909" y="1517544"/>
                  </a:lnTo>
                  <a:lnTo>
                    <a:pt x="442903" y="1597754"/>
                  </a:lnTo>
                  <a:close/>
                </a:path>
              </a:pathLst>
            </a:custGeom>
            <a:gradFill flip="none" rotWithShape="1">
              <a:gsLst>
                <a:gs pos="3000">
                  <a:schemeClr val="tx1">
                    <a:alpha val="0"/>
                  </a:schemeClr>
                </a:gs>
                <a:gs pos="99000">
                  <a:schemeClr val="tx1">
                    <a:alpha val="63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9E2F10A-2B2A-47E2-B3AB-91F867AB4C62}"/>
                </a:ext>
              </a:extLst>
            </p:cNvPr>
            <p:cNvGrpSpPr/>
            <p:nvPr/>
          </p:nvGrpSpPr>
          <p:grpSpPr>
            <a:xfrm>
              <a:off x="1643271" y="4553681"/>
              <a:ext cx="5671930" cy="1562593"/>
              <a:chOff x="1643271" y="4553681"/>
              <a:chExt cx="5671930" cy="156259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7DAB420-78DD-48D7-BFFF-C879141ECB91}"/>
                  </a:ext>
                </a:extLst>
              </p:cNvPr>
              <p:cNvGrpSpPr/>
              <p:nvPr/>
            </p:nvGrpSpPr>
            <p:grpSpPr>
              <a:xfrm>
                <a:off x="1643271" y="4553681"/>
                <a:ext cx="5671930" cy="1562593"/>
                <a:chOff x="632618" y="4476244"/>
                <a:chExt cx="5671930" cy="1562593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3DD0E8A0-64AA-4793-B84A-F4582A7C18F8}"/>
                    </a:ext>
                  </a:extLst>
                </p:cNvPr>
                <p:cNvSpPr/>
                <p:nvPr/>
              </p:nvSpPr>
              <p:spPr>
                <a:xfrm>
                  <a:off x="1409264" y="4476244"/>
                  <a:ext cx="4504794" cy="899927"/>
                </a:xfrm>
                <a:custGeom>
                  <a:avLst/>
                  <a:gdLst>
                    <a:gd name="connsiteX0" fmla="*/ 0 w 4376006"/>
                    <a:gd name="connsiteY0" fmla="*/ 0 h 1118867"/>
                    <a:gd name="connsiteX1" fmla="*/ 4376006 w 4376006"/>
                    <a:gd name="connsiteY1" fmla="*/ 0 h 1118867"/>
                    <a:gd name="connsiteX2" fmla="*/ 4376006 w 4376006"/>
                    <a:gd name="connsiteY2" fmla="*/ 1118867 h 1118867"/>
                    <a:gd name="connsiteX3" fmla="*/ 0 w 4376006"/>
                    <a:gd name="connsiteY3" fmla="*/ 1118867 h 1118867"/>
                    <a:gd name="connsiteX4" fmla="*/ 0 w 4376006"/>
                    <a:gd name="connsiteY4" fmla="*/ 0 h 1118867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18867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099110 w 4498355"/>
                    <a:gd name="connsiteY1" fmla="*/ 1358721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450760 w 4498355"/>
                    <a:gd name="connsiteY0" fmla="*/ 0 h 983639"/>
                    <a:gd name="connsiteX1" fmla="*/ 4099110 w 4498355"/>
                    <a:gd name="connsiteY1" fmla="*/ 547352 h 983639"/>
                    <a:gd name="connsiteX2" fmla="*/ 4498355 w 4498355"/>
                    <a:gd name="connsiteY2" fmla="*/ 983639 h 983639"/>
                    <a:gd name="connsiteX3" fmla="*/ 0 w 4498355"/>
                    <a:gd name="connsiteY3" fmla="*/ 294619 h 983639"/>
                    <a:gd name="connsiteX4" fmla="*/ 450760 w 4498355"/>
                    <a:gd name="connsiteY4" fmla="*/ 0 h 983639"/>
                    <a:gd name="connsiteX0" fmla="*/ 457199 w 4504794"/>
                    <a:gd name="connsiteY0" fmla="*/ 0 h 983639"/>
                    <a:gd name="connsiteX1" fmla="*/ 4105549 w 4504794"/>
                    <a:gd name="connsiteY1" fmla="*/ 547352 h 983639"/>
                    <a:gd name="connsiteX2" fmla="*/ 4504794 w 4504794"/>
                    <a:gd name="connsiteY2" fmla="*/ 983639 h 983639"/>
                    <a:gd name="connsiteX3" fmla="*/ 0 w 4504794"/>
                    <a:gd name="connsiteY3" fmla="*/ 307498 h 983639"/>
                    <a:gd name="connsiteX4" fmla="*/ 457199 w 4504794"/>
                    <a:gd name="connsiteY4" fmla="*/ 0 h 983639"/>
                    <a:gd name="connsiteX0" fmla="*/ 457199 w 4504794"/>
                    <a:gd name="connsiteY0" fmla="*/ 0 h 899927"/>
                    <a:gd name="connsiteX1" fmla="*/ 4105549 w 4504794"/>
                    <a:gd name="connsiteY1" fmla="*/ 463640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  <a:gd name="connsiteX0" fmla="*/ 457199 w 4504794"/>
                    <a:gd name="connsiteY0" fmla="*/ 0 h 899927"/>
                    <a:gd name="connsiteX1" fmla="*/ 4105549 w 4504794"/>
                    <a:gd name="connsiteY1" fmla="*/ 540913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04794" h="899927">
                      <a:moveTo>
                        <a:pt x="457199" y="0"/>
                      </a:moveTo>
                      <a:lnTo>
                        <a:pt x="4105549" y="540913"/>
                      </a:lnTo>
                      <a:lnTo>
                        <a:pt x="4504794" y="899927"/>
                      </a:lnTo>
                      <a:lnTo>
                        <a:pt x="0" y="223786"/>
                      </a:lnTo>
                      <a:lnTo>
                        <a:pt x="457199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6000">
                      <a:srgbClr val="002060"/>
                    </a:gs>
                  </a:gsLst>
                  <a:lin ang="81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3CAA8C11-AD76-4FB9-9C33-FA617F1E5CD6}"/>
                    </a:ext>
                  </a:extLst>
                </p:cNvPr>
                <p:cNvSpPr/>
                <p:nvPr/>
              </p:nvSpPr>
              <p:spPr>
                <a:xfrm>
                  <a:off x="632618" y="4695079"/>
                  <a:ext cx="5671930" cy="1343758"/>
                </a:xfrm>
                <a:custGeom>
                  <a:avLst/>
                  <a:gdLst>
                    <a:gd name="connsiteX0" fmla="*/ 760752 w 5671930"/>
                    <a:gd name="connsiteY0" fmla="*/ 0 h 1343758"/>
                    <a:gd name="connsiteX1" fmla="*/ 5289296 w 5671930"/>
                    <a:gd name="connsiteY1" fmla="*/ 667891 h 1343758"/>
                    <a:gd name="connsiteX2" fmla="*/ 5671930 w 5671930"/>
                    <a:gd name="connsiteY2" fmla="*/ 1343758 h 1343758"/>
                    <a:gd name="connsiteX3" fmla="*/ 0 w 5671930"/>
                    <a:gd name="connsiteY3" fmla="*/ 1343758 h 1343758"/>
                    <a:gd name="connsiteX4" fmla="*/ 760752 w 5671930"/>
                    <a:gd name="connsiteY4" fmla="*/ 0 h 1343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71930" h="1343758">
                      <a:moveTo>
                        <a:pt x="760752" y="0"/>
                      </a:moveTo>
                      <a:lnTo>
                        <a:pt x="5289296" y="667891"/>
                      </a:lnTo>
                      <a:lnTo>
                        <a:pt x="5671930" y="1343758"/>
                      </a:lnTo>
                      <a:lnTo>
                        <a:pt x="0" y="1343758"/>
                      </a:lnTo>
                      <a:lnTo>
                        <a:pt x="760752" y="0"/>
                      </a:lnTo>
                      <a:close/>
                    </a:path>
                  </a:pathLst>
                </a:custGeom>
                <a:solidFill>
                  <a:srgbClr val="0099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A7A6B61C-D945-443B-B790-666D4E905E34}"/>
                    </a:ext>
                  </a:extLst>
                </p:cNvPr>
                <p:cNvSpPr/>
                <p:nvPr/>
              </p:nvSpPr>
              <p:spPr>
                <a:xfrm>
                  <a:off x="632618" y="4695080"/>
                  <a:ext cx="1689353" cy="1343757"/>
                </a:xfrm>
                <a:custGeom>
                  <a:avLst/>
                  <a:gdLst>
                    <a:gd name="connsiteX0" fmla="*/ 760752 w 1689353"/>
                    <a:gd name="connsiteY0" fmla="*/ 0 h 1343757"/>
                    <a:gd name="connsiteX1" fmla="*/ 1689353 w 1689353"/>
                    <a:gd name="connsiteY1" fmla="*/ 136954 h 1343757"/>
                    <a:gd name="connsiteX2" fmla="*/ 1325040 w 1689353"/>
                    <a:gd name="connsiteY2" fmla="*/ 1343757 h 1343757"/>
                    <a:gd name="connsiteX3" fmla="*/ 0 w 1689353"/>
                    <a:gd name="connsiteY3" fmla="*/ 1343757 h 1343757"/>
                    <a:gd name="connsiteX4" fmla="*/ 760752 w 1689353"/>
                    <a:gd name="connsiteY4" fmla="*/ 0 h 1343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89353" h="1343757">
                      <a:moveTo>
                        <a:pt x="760752" y="0"/>
                      </a:moveTo>
                      <a:lnTo>
                        <a:pt x="1689353" y="136954"/>
                      </a:lnTo>
                      <a:lnTo>
                        <a:pt x="1325040" y="1343757"/>
                      </a:lnTo>
                      <a:lnTo>
                        <a:pt x="0" y="1343757"/>
                      </a:lnTo>
                      <a:lnTo>
                        <a:pt x="760752" y="0"/>
                      </a:lnTo>
                      <a:close/>
                    </a:path>
                  </a:pathLst>
                </a:custGeom>
                <a:solidFill>
                  <a:srgbClr val="005E9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4EF2B3D-B1C8-4C0E-84A9-2F619390811F}"/>
                  </a:ext>
                </a:extLst>
              </p:cNvPr>
              <p:cNvSpPr txBox="1"/>
              <p:nvPr/>
            </p:nvSpPr>
            <p:spPr>
              <a:xfrm>
                <a:off x="3546885" y="5032184"/>
                <a:ext cx="651140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CA76A7E-0A22-4B46-AAF8-4227BA6AAF4C}"/>
                </a:ext>
              </a:extLst>
            </p:cNvPr>
            <p:cNvGrpSpPr/>
            <p:nvPr/>
          </p:nvGrpSpPr>
          <p:grpSpPr>
            <a:xfrm>
              <a:off x="2487572" y="3533554"/>
              <a:ext cx="4376006" cy="1583465"/>
              <a:chOff x="2487572" y="3533554"/>
              <a:chExt cx="4376006" cy="158346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2D4187A-5B3C-4F22-B17D-DC28ECD71FB3}"/>
                  </a:ext>
                </a:extLst>
              </p:cNvPr>
              <p:cNvGrpSpPr/>
              <p:nvPr/>
            </p:nvGrpSpPr>
            <p:grpSpPr>
              <a:xfrm>
                <a:off x="2487572" y="3533554"/>
                <a:ext cx="4376006" cy="1583465"/>
                <a:chOff x="1476919" y="3456117"/>
                <a:chExt cx="4376006" cy="1583465"/>
              </a:xfrm>
            </p:grpSpPr>
            <p:sp>
              <p:nvSpPr>
                <p:cNvPr id="13" name="Rectangle 11">
                  <a:extLst>
                    <a:ext uri="{FF2B5EF4-FFF2-40B4-BE49-F238E27FC236}">
                      <a16:creationId xmlns:a16="http://schemas.microsoft.com/office/drawing/2014/main" id="{FC3F4CD7-AA89-4466-90FE-4CEBB7FFAE34}"/>
                    </a:ext>
                  </a:extLst>
                </p:cNvPr>
                <p:cNvSpPr/>
                <p:nvPr/>
              </p:nvSpPr>
              <p:spPr>
                <a:xfrm>
                  <a:off x="1746827" y="3456117"/>
                  <a:ext cx="3315813" cy="458995"/>
                </a:xfrm>
                <a:custGeom>
                  <a:avLst/>
                  <a:gdLst>
                    <a:gd name="connsiteX0" fmla="*/ 0 w 4376006"/>
                    <a:gd name="connsiteY0" fmla="*/ 0 h 1118867"/>
                    <a:gd name="connsiteX1" fmla="*/ 4376006 w 4376006"/>
                    <a:gd name="connsiteY1" fmla="*/ 0 h 1118867"/>
                    <a:gd name="connsiteX2" fmla="*/ 4376006 w 4376006"/>
                    <a:gd name="connsiteY2" fmla="*/ 1118867 h 1118867"/>
                    <a:gd name="connsiteX3" fmla="*/ 0 w 4376006"/>
                    <a:gd name="connsiteY3" fmla="*/ 1118867 h 1118867"/>
                    <a:gd name="connsiteX4" fmla="*/ 0 w 4376006"/>
                    <a:gd name="connsiteY4" fmla="*/ 0 h 1118867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18867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099110 w 4498355"/>
                    <a:gd name="connsiteY1" fmla="*/ 1358721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450760 w 4498355"/>
                    <a:gd name="connsiteY0" fmla="*/ 0 h 983639"/>
                    <a:gd name="connsiteX1" fmla="*/ 4099110 w 4498355"/>
                    <a:gd name="connsiteY1" fmla="*/ 547352 h 983639"/>
                    <a:gd name="connsiteX2" fmla="*/ 4498355 w 4498355"/>
                    <a:gd name="connsiteY2" fmla="*/ 983639 h 983639"/>
                    <a:gd name="connsiteX3" fmla="*/ 0 w 4498355"/>
                    <a:gd name="connsiteY3" fmla="*/ 294619 h 983639"/>
                    <a:gd name="connsiteX4" fmla="*/ 450760 w 4498355"/>
                    <a:gd name="connsiteY4" fmla="*/ 0 h 983639"/>
                    <a:gd name="connsiteX0" fmla="*/ 457199 w 4504794"/>
                    <a:gd name="connsiteY0" fmla="*/ 0 h 983639"/>
                    <a:gd name="connsiteX1" fmla="*/ 4105549 w 4504794"/>
                    <a:gd name="connsiteY1" fmla="*/ 547352 h 983639"/>
                    <a:gd name="connsiteX2" fmla="*/ 4504794 w 4504794"/>
                    <a:gd name="connsiteY2" fmla="*/ 983639 h 983639"/>
                    <a:gd name="connsiteX3" fmla="*/ 0 w 4504794"/>
                    <a:gd name="connsiteY3" fmla="*/ 307498 h 983639"/>
                    <a:gd name="connsiteX4" fmla="*/ 457199 w 4504794"/>
                    <a:gd name="connsiteY4" fmla="*/ 0 h 983639"/>
                    <a:gd name="connsiteX0" fmla="*/ 457199 w 4504794"/>
                    <a:gd name="connsiteY0" fmla="*/ 0 h 899927"/>
                    <a:gd name="connsiteX1" fmla="*/ 4105549 w 4504794"/>
                    <a:gd name="connsiteY1" fmla="*/ 463640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  <a:gd name="connsiteX0" fmla="*/ 457199 w 4504794"/>
                    <a:gd name="connsiteY0" fmla="*/ 0 h 899927"/>
                    <a:gd name="connsiteX1" fmla="*/ 4105549 w 4504794"/>
                    <a:gd name="connsiteY1" fmla="*/ 540913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  <a:gd name="connsiteX0" fmla="*/ 457199 w 4504794"/>
                    <a:gd name="connsiteY0" fmla="*/ 289774 h 1189701"/>
                    <a:gd name="connsiteX1" fmla="*/ 3152512 w 4504794"/>
                    <a:gd name="connsiteY1" fmla="*/ 0 h 1189701"/>
                    <a:gd name="connsiteX2" fmla="*/ 4504794 w 4504794"/>
                    <a:gd name="connsiteY2" fmla="*/ 1189701 h 1189701"/>
                    <a:gd name="connsiteX3" fmla="*/ 0 w 4504794"/>
                    <a:gd name="connsiteY3" fmla="*/ 513560 h 1189701"/>
                    <a:gd name="connsiteX4" fmla="*/ 457199 w 4504794"/>
                    <a:gd name="connsiteY4" fmla="*/ 289774 h 1189701"/>
                    <a:gd name="connsiteX0" fmla="*/ 457199 w 3319938"/>
                    <a:gd name="connsiteY0" fmla="*/ 289774 h 513560"/>
                    <a:gd name="connsiteX1" fmla="*/ 3152512 w 3319938"/>
                    <a:gd name="connsiteY1" fmla="*/ 0 h 513560"/>
                    <a:gd name="connsiteX2" fmla="*/ 3319938 w 3319938"/>
                    <a:gd name="connsiteY2" fmla="*/ 339695 h 513560"/>
                    <a:gd name="connsiteX3" fmla="*/ 0 w 3319938"/>
                    <a:gd name="connsiteY3" fmla="*/ 513560 h 513560"/>
                    <a:gd name="connsiteX4" fmla="*/ 457199 w 3319938"/>
                    <a:gd name="connsiteY4" fmla="*/ 289774 h 513560"/>
                    <a:gd name="connsiteX0" fmla="*/ 457199 w 3326377"/>
                    <a:gd name="connsiteY0" fmla="*/ 289774 h 513560"/>
                    <a:gd name="connsiteX1" fmla="*/ 3152512 w 3326377"/>
                    <a:gd name="connsiteY1" fmla="*/ 0 h 513560"/>
                    <a:gd name="connsiteX2" fmla="*/ 3326377 w 3326377"/>
                    <a:gd name="connsiteY2" fmla="*/ 223785 h 513560"/>
                    <a:gd name="connsiteX3" fmla="*/ 0 w 3326377"/>
                    <a:gd name="connsiteY3" fmla="*/ 513560 h 513560"/>
                    <a:gd name="connsiteX4" fmla="*/ 457199 w 3326377"/>
                    <a:gd name="connsiteY4" fmla="*/ 289774 h 513560"/>
                    <a:gd name="connsiteX0" fmla="*/ 418562 w 3287740"/>
                    <a:gd name="connsiteY0" fmla="*/ 289774 h 507121"/>
                    <a:gd name="connsiteX1" fmla="*/ 3113875 w 3287740"/>
                    <a:gd name="connsiteY1" fmla="*/ 0 h 507121"/>
                    <a:gd name="connsiteX2" fmla="*/ 3287740 w 3287740"/>
                    <a:gd name="connsiteY2" fmla="*/ 223785 h 507121"/>
                    <a:gd name="connsiteX3" fmla="*/ 0 w 3287740"/>
                    <a:gd name="connsiteY3" fmla="*/ 507121 h 507121"/>
                    <a:gd name="connsiteX4" fmla="*/ 418562 w 3287740"/>
                    <a:gd name="connsiteY4" fmla="*/ 289774 h 507121"/>
                    <a:gd name="connsiteX0" fmla="*/ 148105 w 3287740"/>
                    <a:gd name="connsiteY0" fmla="*/ 283334 h 507121"/>
                    <a:gd name="connsiteX1" fmla="*/ 3113875 w 3287740"/>
                    <a:gd name="connsiteY1" fmla="*/ 0 h 507121"/>
                    <a:gd name="connsiteX2" fmla="*/ 3287740 w 3287740"/>
                    <a:gd name="connsiteY2" fmla="*/ 223785 h 507121"/>
                    <a:gd name="connsiteX3" fmla="*/ 0 w 3287740"/>
                    <a:gd name="connsiteY3" fmla="*/ 507121 h 507121"/>
                    <a:gd name="connsiteX4" fmla="*/ 148105 w 3287740"/>
                    <a:gd name="connsiteY4" fmla="*/ 283334 h 507121"/>
                    <a:gd name="connsiteX0" fmla="*/ 148105 w 3283729"/>
                    <a:gd name="connsiteY0" fmla="*/ 283334 h 507121"/>
                    <a:gd name="connsiteX1" fmla="*/ 3113875 w 3283729"/>
                    <a:gd name="connsiteY1" fmla="*/ 0 h 507121"/>
                    <a:gd name="connsiteX2" fmla="*/ 3283729 w 3283729"/>
                    <a:gd name="connsiteY2" fmla="*/ 227796 h 507121"/>
                    <a:gd name="connsiteX3" fmla="*/ 0 w 3283729"/>
                    <a:gd name="connsiteY3" fmla="*/ 507121 h 507121"/>
                    <a:gd name="connsiteX4" fmla="*/ 148105 w 3283729"/>
                    <a:gd name="connsiteY4" fmla="*/ 283334 h 507121"/>
                    <a:gd name="connsiteX0" fmla="*/ 156126 w 3291750"/>
                    <a:gd name="connsiteY0" fmla="*/ 283334 h 519153"/>
                    <a:gd name="connsiteX1" fmla="*/ 3121896 w 3291750"/>
                    <a:gd name="connsiteY1" fmla="*/ 0 h 519153"/>
                    <a:gd name="connsiteX2" fmla="*/ 3291750 w 3291750"/>
                    <a:gd name="connsiteY2" fmla="*/ 227796 h 519153"/>
                    <a:gd name="connsiteX3" fmla="*/ 0 w 3291750"/>
                    <a:gd name="connsiteY3" fmla="*/ 519153 h 519153"/>
                    <a:gd name="connsiteX4" fmla="*/ 156126 w 3291750"/>
                    <a:gd name="connsiteY4" fmla="*/ 283334 h 519153"/>
                    <a:gd name="connsiteX0" fmla="*/ 156126 w 3311803"/>
                    <a:gd name="connsiteY0" fmla="*/ 283334 h 519153"/>
                    <a:gd name="connsiteX1" fmla="*/ 3121896 w 3311803"/>
                    <a:gd name="connsiteY1" fmla="*/ 0 h 519153"/>
                    <a:gd name="connsiteX2" fmla="*/ 3311803 w 3311803"/>
                    <a:gd name="connsiteY2" fmla="*/ 259880 h 519153"/>
                    <a:gd name="connsiteX3" fmla="*/ 0 w 3311803"/>
                    <a:gd name="connsiteY3" fmla="*/ 519153 h 519153"/>
                    <a:gd name="connsiteX4" fmla="*/ 156126 w 3311803"/>
                    <a:gd name="connsiteY4" fmla="*/ 283334 h 519153"/>
                    <a:gd name="connsiteX0" fmla="*/ 156126 w 3315813"/>
                    <a:gd name="connsiteY0" fmla="*/ 283334 h 519153"/>
                    <a:gd name="connsiteX1" fmla="*/ 3121896 w 3315813"/>
                    <a:gd name="connsiteY1" fmla="*/ 0 h 519153"/>
                    <a:gd name="connsiteX2" fmla="*/ 3315813 w 3315813"/>
                    <a:gd name="connsiteY2" fmla="*/ 251859 h 519153"/>
                    <a:gd name="connsiteX3" fmla="*/ 0 w 3315813"/>
                    <a:gd name="connsiteY3" fmla="*/ 519153 h 519153"/>
                    <a:gd name="connsiteX4" fmla="*/ 156126 w 3315813"/>
                    <a:gd name="connsiteY4" fmla="*/ 283334 h 519153"/>
                    <a:gd name="connsiteX0" fmla="*/ 196231 w 3315813"/>
                    <a:gd name="connsiteY0" fmla="*/ 331460 h 519153"/>
                    <a:gd name="connsiteX1" fmla="*/ 3121896 w 3315813"/>
                    <a:gd name="connsiteY1" fmla="*/ 0 h 519153"/>
                    <a:gd name="connsiteX2" fmla="*/ 3315813 w 3315813"/>
                    <a:gd name="connsiteY2" fmla="*/ 251859 h 519153"/>
                    <a:gd name="connsiteX3" fmla="*/ 0 w 3315813"/>
                    <a:gd name="connsiteY3" fmla="*/ 519153 h 519153"/>
                    <a:gd name="connsiteX4" fmla="*/ 196231 w 3315813"/>
                    <a:gd name="connsiteY4" fmla="*/ 331460 h 519153"/>
                    <a:gd name="connsiteX0" fmla="*/ 196231 w 3315813"/>
                    <a:gd name="connsiteY0" fmla="*/ 271302 h 458995"/>
                    <a:gd name="connsiteX1" fmla="*/ 3061738 w 3315813"/>
                    <a:gd name="connsiteY1" fmla="*/ 0 h 458995"/>
                    <a:gd name="connsiteX2" fmla="*/ 3315813 w 3315813"/>
                    <a:gd name="connsiteY2" fmla="*/ 191701 h 458995"/>
                    <a:gd name="connsiteX3" fmla="*/ 0 w 3315813"/>
                    <a:gd name="connsiteY3" fmla="*/ 458995 h 458995"/>
                    <a:gd name="connsiteX4" fmla="*/ 196231 w 3315813"/>
                    <a:gd name="connsiteY4" fmla="*/ 271302 h 458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15813" h="458995">
                      <a:moveTo>
                        <a:pt x="196231" y="271302"/>
                      </a:moveTo>
                      <a:lnTo>
                        <a:pt x="3061738" y="0"/>
                      </a:lnTo>
                      <a:lnTo>
                        <a:pt x="3315813" y="191701"/>
                      </a:lnTo>
                      <a:lnTo>
                        <a:pt x="0" y="458995"/>
                      </a:lnTo>
                      <a:lnTo>
                        <a:pt x="196231" y="27130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6000">
                      <a:srgbClr val="002060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A0664E7E-5E01-47D9-B7CC-8D4E0E9D892B}"/>
                    </a:ext>
                  </a:extLst>
                </p:cNvPr>
                <p:cNvSpPr/>
                <p:nvPr/>
              </p:nvSpPr>
              <p:spPr>
                <a:xfrm>
                  <a:off x="1476919" y="3631812"/>
                  <a:ext cx="4376006" cy="1407770"/>
                </a:xfrm>
                <a:custGeom>
                  <a:avLst/>
                  <a:gdLst>
                    <a:gd name="connsiteX0" fmla="*/ 3579015 w 4376006"/>
                    <a:gd name="connsiteY0" fmla="*/ 0 h 1407770"/>
                    <a:gd name="connsiteX1" fmla="*/ 4376006 w 4376006"/>
                    <a:gd name="connsiteY1" fmla="*/ 1407770 h 1407770"/>
                    <a:gd name="connsiteX2" fmla="*/ 0 w 4376006"/>
                    <a:gd name="connsiteY2" fmla="*/ 762376 h 1407770"/>
                    <a:gd name="connsiteX3" fmla="*/ 275714 w 4376006"/>
                    <a:gd name="connsiteY3" fmla="*/ 275368 h 1407770"/>
                    <a:gd name="connsiteX4" fmla="*/ 3579015 w 4376006"/>
                    <a:gd name="connsiteY4" fmla="*/ 0 h 14077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6006" h="1407770">
                      <a:moveTo>
                        <a:pt x="3579015" y="0"/>
                      </a:moveTo>
                      <a:lnTo>
                        <a:pt x="4376006" y="1407770"/>
                      </a:lnTo>
                      <a:lnTo>
                        <a:pt x="0" y="762376"/>
                      </a:lnTo>
                      <a:lnTo>
                        <a:pt x="275714" y="275368"/>
                      </a:lnTo>
                      <a:lnTo>
                        <a:pt x="3579015" y="0"/>
                      </a:lnTo>
                      <a:close/>
                    </a:path>
                  </a:pathLst>
                </a:custGeom>
                <a:solidFill>
                  <a:srgbClr val="00CC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2A02B40E-23BF-4FEE-BE91-F63609C660B4}"/>
                    </a:ext>
                  </a:extLst>
                </p:cNvPr>
                <p:cNvSpPr/>
                <p:nvPr/>
              </p:nvSpPr>
              <p:spPr>
                <a:xfrm>
                  <a:off x="1476919" y="3838031"/>
                  <a:ext cx="1105212" cy="688505"/>
                </a:xfrm>
                <a:custGeom>
                  <a:avLst/>
                  <a:gdLst>
                    <a:gd name="connsiteX0" fmla="*/ 1105212 w 1105212"/>
                    <a:gd name="connsiteY0" fmla="*/ 0 h 688505"/>
                    <a:gd name="connsiteX1" fmla="*/ 897364 w 1105212"/>
                    <a:gd name="connsiteY1" fmla="*/ 688505 h 688505"/>
                    <a:gd name="connsiteX2" fmla="*/ 0 w 1105212"/>
                    <a:gd name="connsiteY2" fmla="*/ 556157 h 688505"/>
                    <a:gd name="connsiteX3" fmla="*/ 275714 w 1105212"/>
                    <a:gd name="connsiteY3" fmla="*/ 69148 h 688505"/>
                    <a:gd name="connsiteX4" fmla="*/ 1105212 w 1105212"/>
                    <a:gd name="connsiteY4" fmla="*/ 0 h 688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5212" h="688505">
                      <a:moveTo>
                        <a:pt x="1105212" y="0"/>
                      </a:moveTo>
                      <a:lnTo>
                        <a:pt x="897364" y="688505"/>
                      </a:lnTo>
                      <a:lnTo>
                        <a:pt x="0" y="556157"/>
                      </a:lnTo>
                      <a:lnTo>
                        <a:pt x="275714" y="69148"/>
                      </a:lnTo>
                      <a:lnTo>
                        <a:pt x="1105212" y="0"/>
                      </a:lnTo>
                      <a:close/>
                    </a:path>
                  </a:pathLst>
                </a:custGeom>
                <a:solidFill>
                  <a:srgbClr val="00864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42A165-BB41-40A1-9DE7-9EB1D09D6F1E}"/>
                  </a:ext>
                </a:extLst>
              </p:cNvPr>
              <p:cNvSpPr txBox="1"/>
              <p:nvPr/>
            </p:nvSpPr>
            <p:spPr>
              <a:xfrm>
                <a:off x="5357297" y="3839629"/>
                <a:ext cx="61587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B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356ED62-C05F-48EC-B5AC-57912B682C1A}"/>
                </a:ext>
              </a:extLst>
            </p:cNvPr>
            <p:cNvGrpSpPr/>
            <p:nvPr/>
          </p:nvGrpSpPr>
          <p:grpSpPr>
            <a:xfrm>
              <a:off x="2855845" y="2091449"/>
              <a:ext cx="3152592" cy="1617799"/>
              <a:chOff x="2855845" y="2091449"/>
              <a:chExt cx="3152592" cy="161779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AB3C885-439B-433F-856E-236DC1D6D7D6}"/>
                  </a:ext>
                </a:extLst>
              </p:cNvPr>
              <p:cNvGrpSpPr/>
              <p:nvPr/>
            </p:nvGrpSpPr>
            <p:grpSpPr>
              <a:xfrm>
                <a:off x="2855845" y="2091449"/>
                <a:ext cx="3152592" cy="1617799"/>
                <a:chOff x="1845192" y="2014012"/>
                <a:chExt cx="3152592" cy="1617799"/>
              </a:xfrm>
            </p:grpSpPr>
            <p:sp>
              <p:nvSpPr>
                <p:cNvPr id="14" name="Rectangle 11">
                  <a:extLst>
                    <a:ext uri="{FF2B5EF4-FFF2-40B4-BE49-F238E27FC236}">
                      <a16:creationId xmlns:a16="http://schemas.microsoft.com/office/drawing/2014/main" id="{6578A948-2BB0-4DE1-8A89-89DE50CECD45}"/>
                    </a:ext>
                  </a:extLst>
                </p:cNvPr>
                <p:cNvSpPr/>
                <p:nvPr/>
              </p:nvSpPr>
              <p:spPr>
                <a:xfrm>
                  <a:off x="2675488" y="2014012"/>
                  <a:ext cx="1818799" cy="469840"/>
                </a:xfrm>
                <a:custGeom>
                  <a:avLst/>
                  <a:gdLst>
                    <a:gd name="connsiteX0" fmla="*/ 0 w 4376006"/>
                    <a:gd name="connsiteY0" fmla="*/ 0 h 1118867"/>
                    <a:gd name="connsiteX1" fmla="*/ 4376006 w 4376006"/>
                    <a:gd name="connsiteY1" fmla="*/ 0 h 1118867"/>
                    <a:gd name="connsiteX2" fmla="*/ 4376006 w 4376006"/>
                    <a:gd name="connsiteY2" fmla="*/ 1118867 h 1118867"/>
                    <a:gd name="connsiteX3" fmla="*/ 0 w 4376006"/>
                    <a:gd name="connsiteY3" fmla="*/ 1118867 h 1118867"/>
                    <a:gd name="connsiteX4" fmla="*/ 0 w 4376006"/>
                    <a:gd name="connsiteY4" fmla="*/ 0 h 1118867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18867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376006 w 4498355"/>
                    <a:gd name="connsiteY1" fmla="*/ 0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0 w 4498355"/>
                    <a:gd name="connsiteY0" fmla="*/ 0 h 1795008"/>
                    <a:gd name="connsiteX1" fmla="*/ 4099110 w 4498355"/>
                    <a:gd name="connsiteY1" fmla="*/ 1358721 h 1795008"/>
                    <a:gd name="connsiteX2" fmla="*/ 4498355 w 4498355"/>
                    <a:gd name="connsiteY2" fmla="*/ 1795008 h 1795008"/>
                    <a:gd name="connsiteX3" fmla="*/ 0 w 4498355"/>
                    <a:gd name="connsiteY3" fmla="*/ 1105988 h 1795008"/>
                    <a:gd name="connsiteX4" fmla="*/ 0 w 4498355"/>
                    <a:gd name="connsiteY4" fmla="*/ 0 h 1795008"/>
                    <a:gd name="connsiteX0" fmla="*/ 450760 w 4498355"/>
                    <a:gd name="connsiteY0" fmla="*/ 0 h 983639"/>
                    <a:gd name="connsiteX1" fmla="*/ 4099110 w 4498355"/>
                    <a:gd name="connsiteY1" fmla="*/ 547352 h 983639"/>
                    <a:gd name="connsiteX2" fmla="*/ 4498355 w 4498355"/>
                    <a:gd name="connsiteY2" fmla="*/ 983639 h 983639"/>
                    <a:gd name="connsiteX3" fmla="*/ 0 w 4498355"/>
                    <a:gd name="connsiteY3" fmla="*/ 294619 h 983639"/>
                    <a:gd name="connsiteX4" fmla="*/ 450760 w 4498355"/>
                    <a:gd name="connsiteY4" fmla="*/ 0 h 983639"/>
                    <a:gd name="connsiteX0" fmla="*/ 457199 w 4504794"/>
                    <a:gd name="connsiteY0" fmla="*/ 0 h 983639"/>
                    <a:gd name="connsiteX1" fmla="*/ 4105549 w 4504794"/>
                    <a:gd name="connsiteY1" fmla="*/ 547352 h 983639"/>
                    <a:gd name="connsiteX2" fmla="*/ 4504794 w 4504794"/>
                    <a:gd name="connsiteY2" fmla="*/ 983639 h 983639"/>
                    <a:gd name="connsiteX3" fmla="*/ 0 w 4504794"/>
                    <a:gd name="connsiteY3" fmla="*/ 307498 h 983639"/>
                    <a:gd name="connsiteX4" fmla="*/ 457199 w 4504794"/>
                    <a:gd name="connsiteY4" fmla="*/ 0 h 983639"/>
                    <a:gd name="connsiteX0" fmla="*/ 457199 w 4504794"/>
                    <a:gd name="connsiteY0" fmla="*/ 0 h 899927"/>
                    <a:gd name="connsiteX1" fmla="*/ 4105549 w 4504794"/>
                    <a:gd name="connsiteY1" fmla="*/ 463640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  <a:gd name="connsiteX0" fmla="*/ 457199 w 4504794"/>
                    <a:gd name="connsiteY0" fmla="*/ 0 h 899927"/>
                    <a:gd name="connsiteX1" fmla="*/ 4105549 w 4504794"/>
                    <a:gd name="connsiteY1" fmla="*/ 540913 h 899927"/>
                    <a:gd name="connsiteX2" fmla="*/ 4504794 w 4504794"/>
                    <a:gd name="connsiteY2" fmla="*/ 899927 h 899927"/>
                    <a:gd name="connsiteX3" fmla="*/ 0 w 4504794"/>
                    <a:gd name="connsiteY3" fmla="*/ 223786 h 899927"/>
                    <a:gd name="connsiteX4" fmla="*/ 457199 w 4504794"/>
                    <a:gd name="connsiteY4" fmla="*/ 0 h 899927"/>
                    <a:gd name="connsiteX0" fmla="*/ 457199 w 4504794"/>
                    <a:gd name="connsiteY0" fmla="*/ 289774 h 1189701"/>
                    <a:gd name="connsiteX1" fmla="*/ 3152512 w 4504794"/>
                    <a:gd name="connsiteY1" fmla="*/ 0 h 1189701"/>
                    <a:gd name="connsiteX2" fmla="*/ 4504794 w 4504794"/>
                    <a:gd name="connsiteY2" fmla="*/ 1189701 h 1189701"/>
                    <a:gd name="connsiteX3" fmla="*/ 0 w 4504794"/>
                    <a:gd name="connsiteY3" fmla="*/ 513560 h 1189701"/>
                    <a:gd name="connsiteX4" fmla="*/ 457199 w 4504794"/>
                    <a:gd name="connsiteY4" fmla="*/ 289774 h 1189701"/>
                    <a:gd name="connsiteX0" fmla="*/ 457199 w 3319938"/>
                    <a:gd name="connsiteY0" fmla="*/ 289774 h 513560"/>
                    <a:gd name="connsiteX1" fmla="*/ 3152512 w 3319938"/>
                    <a:gd name="connsiteY1" fmla="*/ 0 h 513560"/>
                    <a:gd name="connsiteX2" fmla="*/ 3319938 w 3319938"/>
                    <a:gd name="connsiteY2" fmla="*/ 339695 h 513560"/>
                    <a:gd name="connsiteX3" fmla="*/ 0 w 3319938"/>
                    <a:gd name="connsiteY3" fmla="*/ 513560 h 513560"/>
                    <a:gd name="connsiteX4" fmla="*/ 457199 w 3319938"/>
                    <a:gd name="connsiteY4" fmla="*/ 289774 h 513560"/>
                    <a:gd name="connsiteX0" fmla="*/ 457199 w 3326377"/>
                    <a:gd name="connsiteY0" fmla="*/ 289774 h 513560"/>
                    <a:gd name="connsiteX1" fmla="*/ 3152512 w 3326377"/>
                    <a:gd name="connsiteY1" fmla="*/ 0 h 513560"/>
                    <a:gd name="connsiteX2" fmla="*/ 3326377 w 3326377"/>
                    <a:gd name="connsiteY2" fmla="*/ 223785 h 513560"/>
                    <a:gd name="connsiteX3" fmla="*/ 0 w 3326377"/>
                    <a:gd name="connsiteY3" fmla="*/ 513560 h 513560"/>
                    <a:gd name="connsiteX4" fmla="*/ 457199 w 3326377"/>
                    <a:gd name="connsiteY4" fmla="*/ 289774 h 513560"/>
                    <a:gd name="connsiteX0" fmla="*/ 418562 w 3287740"/>
                    <a:gd name="connsiteY0" fmla="*/ 289774 h 507121"/>
                    <a:gd name="connsiteX1" fmla="*/ 3113875 w 3287740"/>
                    <a:gd name="connsiteY1" fmla="*/ 0 h 507121"/>
                    <a:gd name="connsiteX2" fmla="*/ 3287740 w 3287740"/>
                    <a:gd name="connsiteY2" fmla="*/ 223785 h 507121"/>
                    <a:gd name="connsiteX3" fmla="*/ 0 w 3287740"/>
                    <a:gd name="connsiteY3" fmla="*/ 507121 h 507121"/>
                    <a:gd name="connsiteX4" fmla="*/ 418562 w 3287740"/>
                    <a:gd name="connsiteY4" fmla="*/ 289774 h 507121"/>
                    <a:gd name="connsiteX0" fmla="*/ 148105 w 3287740"/>
                    <a:gd name="connsiteY0" fmla="*/ 283334 h 507121"/>
                    <a:gd name="connsiteX1" fmla="*/ 3113875 w 3287740"/>
                    <a:gd name="connsiteY1" fmla="*/ 0 h 507121"/>
                    <a:gd name="connsiteX2" fmla="*/ 3287740 w 3287740"/>
                    <a:gd name="connsiteY2" fmla="*/ 223785 h 507121"/>
                    <a:gd name="connsiteX3" fmla="*/ 0 w 3287740"/>
                    <a:gd name="connsiteY3" fmla="*/ 507121 h 507121"/>
                    <a:gd name="connsiteX4" fmla="*/ 148105 w 3287740"/>
                    <a:gd name="connsiteY4" fmla="*/ 283334 h 507121"/>
                    <a:gd name="connsiteX0" fmla="*/ 148105 w 3283729"/>
                    <a:gd name="connsiteY0" fmla="*/ 283334 h 507121"/>
                    <a:gd name="connsiteX1" fmla="*/ 3113875 w 3283729"/>
                    <a:gd name="connsiteY1" fmla="*/ 0 h 507121"/>
                    <a:gd name="connsiteX2" fmla="*/ 3283729 w 3283729"/>
                    <a:gd name="connsiteY2" fmla="*/ 227796 h 507121"/>
                    <a:gd name="connsiteX3" fmla="*/ 0 w 3283729"/>
                    <a:gd name="connsiteY3" fmla="*/ 507121 h 507121"/>
                    <a:gd name="connsiteX4" fmla="*/ 148105 w 3283729"/>
                    <a:gd name="connsiteY4" fmla="*/ 283334 h 507121"/>
                    <a:gd name="connsiteX0" fmla="*/ 156126 w 3291750"/>
                    <a:gd name="connsiteY0" fmla="*/ 283334 h 519153"/>
                    <a:gd name="connsiteX1" fmla="*/ 3121896 w 3291750"/>
                    <a:gd name="connsiteY1" fmla="*/ 0 h 519153"/>
                    <a:gd name="connsiteX2" fmla="*/ 3291750 w 3291750"/>
                    <a:gd name="connsiteY2" fmla="*/ 227796 h 519153"/>
                    <a:gd name="connsiteX3" fmla="*/ 0 w 3291750"/>
                    <a:gd name="connsiteY3" fmla="*/ 519153 h 519153"/>
                    <a:gd name="connsiteX4" fmla="*/ 156126 w 3291750"/>
                    <a:gd name="connsiteY4" fmla="*/ 283334 h 519153"/>
                    <a:gd name="connsiteX0" fmla="*/ 156126 w 3311803"/>
                    <a:gd name="connsiteY0" fmla="*/ 283334 h 519153"/>
                    <a:gd name="connsiteX1" fmla="*/ 3121896 w 3311803"/>
                    <a:gd name="connsiteY1" fmla="*/ 0 h 519153"/>
                    <a:gd name="connsiteX2" fmla="*/ 3311803 w 3311803"/>
                    <a:gd name="connsiteY2" fmla="*/ 259880 h 519153"/>
                    <a:gd name="connsiteX3" fmla="*/ 0 w 3311803"/>
                    <a:gd name="connsiteY3" fmla="*/ 519153 h 519153"/>
                    <a:gd name="connsiteX4" fmla="*/ 156126 w 3311803"/>
                    <a:gd name="connsiteY4" fmla="*/ 283334 h 519153"/>
                    <a:gd name="connsiteX0" fmla="*/ 156126 w 3315813"/>
                    <a:gd name="connsiteY0" fmla="*/ 283334 h 519153"/>
                    <a:gd name="connsiteX1" fmla="*/ 3121896 w 3315813"/>
                    <a:gd name="connsiteY1" fmla="*/ 0 h 519153"/>
                    <a:gd name="connsiteX2" fmla="*/ 3315813 w 3315813"/>
                    <a:gd name="connsiteY2" fmla="*/ 251859 h 519153"/>
                    <a:gd name="connsiteX3" fmla="*/ 0 w 3315813"/>
                    <a:gd name="connsiteY3" fmla="*/ 519153 h 519153"/>
                    <a:gd name="connsiteX4" fmla="*/ 156126 w 3315813"/>
                    <a:gd name="connsiteY4" fmla="*/ 283334 h 519153"/>
                    <a:gd name="connsiteX0" fmla="*/ 156126 w 4039250"/>
                    <a:gd name="connsiteY0" fmla="*/ 283334 h 817343"/>
                    <a:gd name="connsiteX1" fmla="*/ 3121896 w 4039250"/>
                    <a:gd name="connsiteY1" fmla="*/ 0 h 817343"/>
                    <a:gd name="connsiteX2" fmla="*/ 4039250 w 4039250"/>
                    <a:gd name="connsiteY2" fmla="*/ 817343 h 817343"/>
                    <a:gd name="connsiteX3" fmla="*/ 0 w 4039250"/>
                    <a:gd name="connsiteY3" fmla="*/ 519153 h 817343"/>
                    <a:gd name="connsiteX4" fmla="*/ 156126 w 4039250"/>
                    <a:gd name="connsiteY4" fmla="*/ 283334 h 817343"/>
                    <a:gd name="connsiteX0" fmla="*/ 285973 w 4169097"/>
                    <a:gd name="connsiteY0" fmla="*/ 283334 h 817343"/>
                    <a:gd name="connsiteX1" fmla="*/ 3251743 w 4169097"/>
                    <a:gd name="connsiteY1" fmla="*/ 0 h 817343"/>
                    <a:gd name="connsiteX2" fmla="*/ 4169097 w 4169097"/>
                    <a:gd name="connsiteY2" fmla="*/ 817343 h 817343"/>
                    <a:gd name="connsiteX3" fmla="*/ 0 w 4169097"/>
                    <a:gd name="connsiteY3" fmla="*/ 479048 h 817343"/>
                    <a:gd name="connsiteX4" fmla="*/ 285973 w 4169097"/>
                    <a:gd name="connsiteY4" fmla="*/ 283334 h 817343"/>
                    <a:gd name="connsiteX0" fmla="*/ 285973 w 4169097"/>
                    <a:gd name="connsiteY0" fmla="*/ 0 h 534009"/>
                    <a:gd name="connsiteX1" fmla="*/ 3854610 w 4169097"/>
                    <a:gd name="connsiteY1" fmla="*/ 189908 h 534009"/>
                    <a:gd name="connsiteX2" fmla="*/ 4169097 w 4169097"/>
                    <a:gd name="connsiteY2" fmla="*/ 534009 h 534009"/>
                    <a:gd name="connsiteX3" fmla="*/ 0 w 4169097"/>
                    <a:gd name="connsiteY3" fmla="*/ 195714 h 534009"/>
                    <a:gd name="connsiteX4" fmla="*/ 285973 w 4169097"/>
                    <a:gd name="connsiteY4" fmla="*/ 0 h 534009"/>
                    <a:gd name="connsiteX0" fmla="*/ 369444 w 4169097"/>
                    <a:gd name="connsiteY0" fmla="*/ 0 h 602188"/>
                    <a:gd name="connsiteX1" fmla="*/ 3854610 w 4169097"/>
                    <a:gd name="connsiteY1" fmla="*/ 258087 h 602188"/>
                    <a:gd name="connsiteX2" fmla="*/ 4169097 w 4169097"/>
                    <a:gd name="connsiteY2" fmla="*/ 602188 h 602188"/>
                    <a:gd name="connsiteX3" fmla="*/ 0 w 4169097"/>
                    <a:gd name="connsiteY3" fmla="*/ 263893 h 602188"/>
                    <a:gd name="connsiteX4" fmla="*/ 369444 w 4169097"/>
                    <a:gd name="connsiteY4" fmla="*/ 0 h 602188"/>
                    <a:gd name="connsiteX0" fmla="*/ 406543 w 4206196"/>
                    <a:gd name="connsiteY0" fmla="*/ 0 h 602188"/>
                    <a:gd name="connsiteX1" fmla="*/ 3891709 w 4206196"/>
                    <a:gd name="connsiteY1" fmla="*/ 258087 h 602188"/>
                    <a:gd name="connsiteX2" fmla="*/ 4206196 w 4206196"/>
                    <a:gd name="connsiteY2" fmla="*/ 602188 h 602188"/>
                    <a:gd name="connsiteX3" fmla="*/ 0 w 4206196"/>
                    <a:gd name="connsiteY3" fmla="*/ 283946 h 602188"/>
                    <a:gd name="connsiteX4" fmla="*/ 406543 w 4206196"/>
                    <a:gd name="connsiteY4" fmla="*/ 0 h 602188"/>
                    <a:gd name="connsiteX0" fmla="*/ 527116 w 4206196"/>
                    <a:gd name="connsiteY0" fmla="*/ 0 h 525988"/>
                    <a:gd name="connsiteX1" fmla="*/ 3891709 w 4206196"/>
                    <a:gd name="connsiteY1" fmla="*/ 181887 h 525988"/>
                    <a:gd name="connsiteX2" fmla="*/ 4206196 w 4206196"/>
                    <a:gd name="connsiteY2" fmla="*/ 525988 h 525988"/>
                    <a:gd name="connsiteX3" fmla="*/ 0 w 4206196"/>
                    <a:gd name="connsiteY3" fmla="*/ 207746 h 525988"/>
                    <a:gd name="connsiteX4" fmla="*/ 527116 w 4206196"/>
                    <a:gd name="connsiteY4" fmla="*/ 0 h 525988"/>
                    <a:gd name="connsiteX0" fmla="*/ 527116 w 4206196"/>
                    <a:gd name="connsiteY0" fmla="*/ 0 h 525988"/>
                    <a:gd name="connsiteX1" fmla="*/ 3780410 w 4206196"/>
                    <a:gd name="connsiteY1" fmla="*/ 234024 h 525988"/>
                    <a:gd name="connsiteX2" fmla="*/ 4206196 w 4206196"/>
                    <a:gd name="connsiteY2" fmla="*/ 525988 h 525988"/>
                    <a:gd name="connsiteX3" fmla="*/ 0 w 4206196"/>
                    <a:gd name="connsiteY3" fmla="*/ 207746 h 525988"/>
                    <a:gd name="connsiteX4" fmla="*/ 527116 w 4206196"/>
                    <a:gd name="connsiteY4" fmla="*/ 0 h 525988"/>
                    <a:gd name="connsiteX0" fmla="*/ 545666 w 4206196"/>
                    <a:gd name="connsiteY0" fmla="*/ 0 h 469840"/>
                    <a:gd name="connsiteX1" fmla="*/ 3780410 w 4206196"/>
                    <a:gd name="connsiteY1" fmla="*/ 177876 h 469840"/>
                    <a:gd name="connsiteX2" fmla="*/ 4206196 w 4206196"/>
                    <a:gd name="connsiteY2" fmla="*/ 469840 h 469840"/>
                    <a:gd name="connsiteX3" fmla="*/ 0 w 4206196"/>
                    <a:gd name="connsiteY3" fmla="*/ 151598 h 469840"/>
                    <a:gd name="connsiteX4" fmla="*/ 545666 w 4206196"/>
                    <a:gd name="connsiteY4" fmla="*/ 0 h 469840"/>
                    <a:gd name="connsiteX0" fmla="*/ 545666 w 4206196"/>
                    <a:gd name="connsiteY0" fmla="*/ 0 h 469840"/>
                    <a:gd name="connsiteX1" fmla="*/ 3687662 w 4206196"/>
                    <a:gd name="connsiteY1" fmla="*/ 242044 h 469840"/>
                    <a:gd name="connsiteX2" fmla="*/ 4206196 w 4206196"/>
                    <a:gd name="connsiteY2" fmla="*/ 469840 h 469840"/>
                    <a:gd name="connsiteX3" fmla="*/ 0 w 4206196"/>
                    <a:gd name="connsiteY3" fmla="*/ 151598 h 469840"/>
                    <a:gd name="connsiteX4" fmla="*/ 545666 w 4206196"/>
                    <a:gd name="connsiteY4" fmla="*/ 0 h 4698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06196" h="469840">
                      <a:moveTo>
                        <a:pt x="545666" y="0"/>
                      </a:moveTo>
                      <a:lnTo>
                        <a:pt x="3687662" y="242044"/>
                      </a:lnTo>
                      <a:lnTo>
                        <a:pt x="4206196" y="469840"/>
                      </a:lnTo>
                      <a:lnTo>
                        <a:pt x="0" y="151598"/>
                      </a:lnTo>
                      <a:lnTo>
                        <a:pt x="545666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6000">
                      <a:srgbClr val="002060"/>
                    </a:gs>
                  </a:gsLst>
                  <a:lin ang="135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" name="Freeform: Shape 4">
                  <a:extLst>
                    <a:ext uri="{FF2B5EF4-FFF2-40B4-BE49-F238E27FC236}">
                      <a16:creationId xmlns:a16="http://schemas.microsoft.com/office/drawing/2014/main" id="{F5E06041-B821-4BE1-9E86-DD1E7FFB4EDA}"/>
                    </a:ext>
                  </a:extLst>
                </p:cNvPr>
                <p:cNvSpPr/>
                <p:nvPr/>
              </p:nvSpPr>
              <p:spPr>
                <a:xfrm>
                  <a:off x="1845193" y="2145702"/>
                  <a:ext cx="3152591" cy="1486109"/>
                </a:xfrm>
                <a:custGeom>
                  <a:avLst/>
                  <a:gdLst>
                    <a:gd name="connsiteX0" fmla="*/ 841342 w 3152591"/>
                    <a:gd name="connsiteY0" fmla="*/ 0 h 1486109"/>
                    <a:gd name="connsiteX1" fmla="*/ 2646825 w 3152591"/>
                    <a:gd name="connsiteY1" fmla="*/ 329942 h 1486109"/>
                    <a:gd name="connsiteX2" fmla="*/ 3152591 w 3152591"/>
                    <a:gd name="connsiteY2" fmla="*/ 1223305 h 1486109"/>
                    <a:gd name="connsiteX3" fmla="*/ 0 w 3152591"/>
                    <a:gd name="connsiteY3" fmla="*/ 1486109 h 1486109"/>
                    <a:gd name="connsiteX4" fmla="*/ 841342 w 3152591"/>
                    <a:gd name="connsiteY4" fmla="*/ 0 h 1486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52591" h="1486109">
                      <a:moveTo>
                        <a:pt x="841342" y="0"/>
                      </a:moveTo>
                      <a:lnTo>
                        <a:pt x="2646825" y="329942"/>
                      </a:lnTo>
                      <a:lnTo>
                        <a:pt x="3152591" y="1223305"/>
                      </a:lnTo>
                      <a:lnTo>
                        <a:pt x="0" y="1486109"/>
                      </a:lnTo>
                      <a:lnTo>
                        <a:pt x="841342" y="0"/>
                      </a:lnTo>
                      <a:close/>
                    </a:path>
                  </a:pathLst>
                </a:custGeom>
                <a:solidFill>
                  <a:srgbClr val="CC00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2374F968-3E41-48B8-BC75-F77D2AD4F8CD}"/>
                    </a:ext>
                  </a:extLst>
                </p:cNvPr>
                <p:cNvSpPr/>
                <p:nvPr/>
              </p:nvSpPr>
              <p:spPr>
                <a:xfrm>
                  <a:off x="1845192" y="2145701"/>
                  <a:ext cx="1200601" cy="1486109"/>
                </a:xfrm>
                <a:custGeom>
                  <a:avLst/>
                  <a:gdLst>
                    <a:gd name="connsiteX0" fmla="*/ 841342 w 1200601"/>
                    <a:gd name="connsiteY0" fmla="*/ 0 h 1486109"/>
                    <a:gd name="connsiteX1" fmla="*/ 1200601 w 1200601"/>
                    <a:gd name="connsiteY1" fmla="*/ 65653 h 1486109"/>
                    <a:gd name="connsiteX2" fmla="*/ 791714 w 1200601"/>
                    <a:gd name="connsiteY2" fmla="*/ 1420110 h 1486109"/>
                    <a:gd name="connsiteX3" fmla="*/ 0 w 1200601"/>
                    <a:gd name="connsiteY3" fmla="*/ 1486109 h 1486109"/>
                    <a:gd name="connsiteX4" fmla="*/ 841342 w 1200601"/>
                    <a:gd name="connsiteY4" fmla="*/ 0 h 1486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0601" h="1486109">
                      <a:moveTo>
                        <a:pt x="841342" y="0"/>
                      </a:moveTo>
                      <a:lnTo>
                        <a:pt x="1200601" y="65653"/>
                      </a:lnTo>
                      <a:lnTo>
                        <a:pt x="791714" y="1420110"/>
                      </a:lnTo>
                      <a:lnTo>
                        <a:pt x="0" y="1486109"/>
                      </a:lnTo>
                      <a:lnTo>
                        <a:pt x="841342" y="0"/>
                      </a:lnTo>
                      <a:close/>
                    </a:path>
                  </a:pathLst>
                </a:custGeom>
                <a:solidFill>
                  <a:srgbClr val="A200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6F044B-829F-4FCE-A0AF-8521D0966728}"/>
                  </a:ext>
                </a:extLst>
              </p:cNvPr>
              <p:cNvSpPr txBox="1"/>
              <p:nvPr/>
            </p:nvSpPr>
            <p:spPr>
              <a:xfrm>
                <a:off x="4000258" y="2408473"/>
                <a:ext cx="59182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9DA68C-52A1-41CE-A4BD-6EF7A53D7051}"/>
                </a:ext>
              </a:extLst>
            </p:cNvPr>
            <p:cNvGrpSpPr/>
            <p:nvPr/>
          </p:nvGrpSpPr>
          <p:grpSpPr>
            <a:xfrm>
              <a:off x="3820805" y="669822"/>
              <a:ext cx="1651498" cy="1609469"/>
              <a:chOff x="3820805" y="669822"/>
              <a:chExt cx="1651498" cy="160946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A62AE3C-FAD0-4264-9272-58E68EED0B68}"/>
                  </a:ext>
                </a:extLst>
              </p:cNvPr>
              <p:cNvGrpSpPr/>
              <p:nvPr/>
            </p:nvGrpSpPr>
            <p:grpSpPr>
              <a:xfrm>
                <a:off x="3820805" y="669822"/>
                <a:ext cx="1651498" cy="1609469"/>
                <a:chOff x="2810152" y="592385"/>
                <a:chExt cx="1651498" cy="1609469"/>
              </a:xfrm>
            </p:grpSpPr>
            <p:sp>
              <p:nvSpPr>
                <p:cNvPr id="4" name="Freeform: Shape 3">
                  <a:extLst>
                    <a:ext uri="{FF2B5EF4-FFF2-40B4-BE49-F238E27FC236}">
                      <a16:creationId xmlns:a16="http://schemas.microsoft.com/office/drawing/2014/main" id="{C0FBECF6-35EA-4217-856F-CB2564C2E5A0}"/>
                    </a:ext>
                  </a:extLst>
                </p:cNvPr>
                <p:cNvSpPr/>
                <p:nvPr/>
              </p:nvSpPr>
              <p:spPr>
                <a:xfrm>
                  <a:off x="2810152" y="592386"/>
                  <a:ext cx="1651498" cy="1609468"/>
                </a:xfrm>
                <a:custGeom>
                  <a:avLst/>
                  <a:gdLst>
                    <a:gd name="connsiteX0" fmla="*/ 740318 w 1651498"/>
                    <a:gd name="connsiteY0" fmla="*/ 0 h 1609468"/>
                    <a:gd name="connsiteX1" fmla="*/ 1651498 w 1651498"/>
                    <a:gd name="connsiteY1" fmla="*/ 1609468 h 1609468"/>
                    <a:gd name="connsiteX2" fmla="*/ 0 w 1651498"/>
                    <a:gd name="connsiteY2" fmla="*/ 1307665 h 1609468"/>
                    <a:gd name="connsiteX3" fmla="*/ 740318 w 1651498"/>
                    <a:gd name="connsiteY3" fmla="*/ 0 h 1609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51498" h="1609468">
                      <a:moveTo>
                        <a:pt x="740318" y="0"/>
                      </a:moveTo>
                      <a:lnTo>
                        <a:pt x="1651498" y="1609468"/>
                      </a:lnTo>
                      <a:lnTo>
                        <a:pt x="0" y="1307665"/>
                      </a:lnTo>
                      <a:lnTo>
                        <a:pt x="740318" y="0"/>
                      </a:lnTo>
                      <a:close/>
                    </a:path>
                  </a:pathLst>
                </a:custGeom>
                <a:solidFill>
                  <a:srgbClr val="FF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444EC29E-D63C-436F-B0DF-F637B487BA8B}"/>
                    </a:ext>
                  </a:extLst>
                </p:cNvPr>
                <p:cNvSpPr/>
                <p:nvPr/>
              </p:nvSpPr>
              <p:spPr>
                <a:xfrm>
                  <a:off x="2810152" y="592385"/>
                  <a:ext cx="754440" cy="1367738"/>
                </a:xfrm>
                <a:custGeom>
                  <a:avLst/>
                  <a:gdLst>
                    <a:gd name="connsiteX0" fmla="*/ 740318 w 754440"/>
                    <a:gd name="connsiteY0" fmla="*/ 0 h 1367738"/>
                    <a:gd name="connsiteX1" fmla="*/ 754440 w 754440"/>
                    <a:gd name="connsiteY1" fmla="*/ 24943 h 1367738"/>
                    <a:gd name="connsiteX2" fmla="*/ 739168 w 754440"/>
                    <a:gd name="connsiteY2" fmla="*/ 8120 h 1367738"/>
                    <a:gd name="connsiteX3" fmla="*/ 328723 w 754440"/>
                    <a:gd name="connsiteY3" fmla="*/ 1367738 h 1367738"/>
                    <a:gd name="connsiteX4" fmla="*/ 0 w 754440"/>
                    <a:gd name="connsiteY4" fmla="*/ 1307665 h 1367738"/>
                    <a:gd name="connsiteX5" fmla="*/ 740318 w 754440"/>
                    <a:gd name="connsiteY5" fmla="*/ 0 h 13677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54440" h="1367738">
                      <a:moveTo>
                        <a:pt x="740318" y="0"/>
                      </a:moveTo>
                      <a:lnTo>
                        <a:pt x="754440" y="24943"/>
                      </a:lnTo>
                      <a:lnTo>
                        <a:pt x="739168" y="8120"/>
                      </a:lnTo>
                      <a:lnTo>
                        <a:pt x="328723" y="1367738"/>
                      </a:lnTo>
                      <a:lnTo>
                        <a:pt x="0" y="1307665"/>
                      </a:lnTo>
                      <a:lnTo>
                        <a:pt x="740318" y="0"/>
                      </a:lnTo>
                      <a:close/>
                    </a:path>
                  </a:pathLst>
                </a:custGeom>
                <a:solidFill>
                  <a:srgbClr val="C475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C3EBA59-7FDC-4D5A-89E0-3EBF2137E268}"/>
                  </a:ext>
                </a:extLst>
              </p:cNvPr>
              <p:cNvSpPr txBox="1"/>
              <p:nvPr/>
            </p:nvSpPr>
            <p:spPr>
              <a:xfrm>
                <a:off x="4311366" y="1072240"/>
                <a:ext cx="670376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</a:t>
                </a: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2245DD-4B28-4ED0-A377-3C09C5E3ECA6}"/>
              </a:ext>
            </a:extLst>
          </p:cNvPr>
          <p:cNvGrpSpPr/>
          <p:nvPr/>
        </p:nvGrpSpPr>
        <p:grpSpPr>
          <a:xfrm>
            <a:off x="8241158" y="5115507"/>
            <a:ext cx="4109876" cy="830997"/>
            <a:chOff x="8241158" y="5115507"/>
            <a:chExt cx="4109876" cy="8309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359426D-6507-4A4D-865A-8697FD7ED0F5}"/>
                </a:ext>
              </a:extLst>
            </p:cNvPr>
            <p:cNvSpPr/>
            <p:nvPr/>
          </p:nvSpPr>
          <p:spPr>
            <a:xfrm>
              <a:off x="8241158" y="5376171"/>
              <a:ext cx="395690" cy="39569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171E57-A783-4343-937A-0E7343821ADD}"/>
                </a:ext>
              </a:extLst>
            </p:cNvPr>
            <p:cNvSpPr txBox="1"/>
            <p:nvPr/>
          </p:nvSpPr>
          <p:spPr>
            <a:xfrm>
              <a:off x="8795882" y="5115507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59F075A-DA45-4D9C-BF34-B343B002CBF5}"/>
              </a:ext>
            </a:extLst>
          </p:cNvPr>
          <p:cNvGrpSpPr/>
          <p:nvPr/>
        </p:nvGrpSpPr>
        <p:grpSpPr>
          <a:xfrm>
            <a:off x="8241158" y="3708353"/>
            <a:ext cx="4109876" cy="830997"/>
            <a:chOff x="8241158" y="3708353"/>
            <a:chExt cx="4109876" cy="83099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432D04-1B9A-4A8E-ACAB-0F7A81D5990E}"/>
                </a:ext>
              </a:extLst>
            </p:cNvPr>
            <p:cNvSpPr/>
            <p:nvPr/>
          </p:nvSpPr>
          <p:spPr>
            <a:xfrm>
              <a:off x="8241158" y="3969017"/>
              <a:ext cx="395690" cy="395690"/>
            </a:xfrm>
            <a:prstGeom prst="ellipse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4C1C1C-3953-4934-A6A6-766E4120969D}"/>
                </a:ext>
              </a:extLst>
            </p:cNvPr>
            <p:cNvSpPr txBox="1"/>
            <p:nvPr/>
          </p:nvSpPr>
          <p:spPr>
            <a:xfrm>
              <a:off x="8795882" y="3708353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BE0B55E-AE18-4988-80E3-A7495A55DD4F}"/>
              </a:ext>
            </a:extLst>
          </p:cNvPr>
          <p:cNvGrpSpPr/>
          <p:nvPr/>
        </p:nvGrpSpPr>
        <p:grpSpPr>
          <a:xfrm>
            <a:off x="8241158" y="2279291"/>
            <a:ext cx="4109876" cy="830997"/>
            <a:chOff x="8241158" y="2279291"/>
            <a:chExt cx="4109876" cy="83099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62CA1A6-05E7-4A5A-93AA-00019510FB5A}"/>
                </a:ext>
              </a:extLst>
            </p:cNvPr>
            <p:cNvSpPr/>
            <p:nvPr/>
          </p:nvSpPr>
          <p:spPr>
            <a:xfrm>
              <a:off x="8241158" y="2539955"/>
              <a:ext cx="395690" cy="395690"/>
            </a:xfrm>
            <a:prstGeom prst="ellipse">
              <a:avLst/>
            </a:prstGeom>
            <a:solidFill>
              <a:srgbClr val="CC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ED222E-255E-4371-99F1-76A7EF37C24A}"/>
                </a:ext>
              </a:extLst>
            </p:cNvPr>
            <p:cNvSpPr txBox="1"/>
            <p:nvPr/>
          </p:nvSpPr>
          <p:spPr>
            <a:xfrm>
              <a:off x="8795882" y="2279291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BA4835-4A95-4327-BEB4-609CB9E75B9C}"/>
              </a:ext>
            </a:extLst>
          </p:cNvPr>
          <p:cNvGrpSpPr/>
          <p:nvPr/>
        </p:nvGrpSpPr>
        <p:grpSpPr>
          <a:xfrm>
            <a:off x="8241158" y="1036793"/>
            <a:ext cx="4109876" cy="830997"/>
            <a:chOff x="8241158" y="1036793"/>
            <a:chExt cx="4109876" cy="83099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8D6CF35-49AD-46F6-B7EB-47A7F4709B1F}"/>
                </a:ext>
              </a:extLst>
            </p:cNvPr>
            <p:cNvSpPr/>
            <p:nvPr/>
          </p:nvSpPr>
          <p:spPr>
            <a:xfrm>
              <a:off x="8241158" y="1297457"/>
              <a:ext cx="395690" cy="39569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027DBD-9650-48CB-AFA7-8E424B091BBF}"/>
                </a:ext>
              </a:extLst>
            </p:cNvPr>
            <p:cNvSpPr txBox="1"/>
            <p:nvPr/>
          </p:nvSpPr>
          <p:spPr>
            <a:xfrm>
              <a:off x="8795882" y="1036793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375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accent1">
                <a:lumMod val="5000"/>
                <a:lumOff val="95000"/>
              </a:schemeClr>
            </a:gs>
            <a:gs pos="85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>
            <a:extLst>
              <a:ext uri="{FF2B5EF4-FFF2-40B4-BE49-F238E27FC236}">
                <a16:creationId xmlns:a16="http://schemas.microsoft.com/office/drawing/2014/main" id="{7A811B57-4018-4592-8EAA-0FD0D0938730}"/>
              </a:ext>
            </a:extLst>
          </p:cNvPr>
          <p:cNvSpPr/>
          <p:nvPr/>
        </p:nvSpPr>
        <p:spPr>
          <a:xfrm rot="20932158">
            <a:off x="5491674" y="4662130"/>
            <a:ext cx="1453003" cy="252859"/>
          </a:xfrm>
          <a:prstGeom prst="ellipse">
            <a:avLst/>
          </a:prstGeom>
          <a:gradFill flip="none" rotWithShape="1">
            <a:gsLst>
              <a:gs pos="24000">
                <a:schemeClr val="accent1">
                  <a:lumMod val="5000"/>
                  <a:lumOff val="95000"/>
                </a:schemeClr>
              </a:gs>
              <a:gs pos="85000">
                <a:schemeClr val="bg2">
                  <a:lumMod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E5A1A53-4AE0-4687-AECF-A47761B5EB29}"/>
              </a:ext>
            </a:extLst>
          </p:cNvPr>
          <p:cNvSpPr/>
          <p:nvPr/>
        </p:nvSpPr>
        <p:spPr>
          <a:xfrm>
            <a:off x="5615753" y="3686214"/>
            <a:ext cx="914400" cy="914400"/>
          </a:xfrm>
          <a:prstGeom prst="ellipse">
            <a:avLst/>
          </a:prstGeom>
          <a:solidFill>
            <a:srgbClr val="008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RESULT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F7F484F-33B7-444D-B87A-A5E606C0B315}"/>
              </a:ext>
            </a:extLst>
          </p:cNvPr>
          <p:cNvSpPr/>
          <p:nvPr/>
        </p:nvSpPr>
        <p:spPr>
          <a:xfrm>
            <a:off x="3611506" y="1096032"/>
            <a:ext cx="4922896" cy="461488"/>
          </a:xfrm>
          <a:prstGeom prst="ellipse">
            <a:avLst/>
          </a:prstGeom>
          <a:gradFill flip="none" rotWithShape="1">
            <a:gsLst>
              <a:gs pos="24000">
                <a:schemeClr val="accent1">
                  <a:lumMod val="5000"/>
                  <a:lumOff val="95000"/>
                </a:schemeClr>
              </a:gs>
              <a:gs pos="85000">
                <a:schemeClr val="bg2">
                  <a:lumMod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961F1D6-B647-4902-95BB-F96E75694816}"/>
              </a:ext>
            </a:extLst>
          </p:cNvPr>
          <p:cNvSpPr/>
          <p:nvPr/>
        </p:nvSpPr>
        <p:spPr>
          <a:xfrm rot="21077530">
            <a:off x="4320240" y="2281283"/>
            <a:ext cx="3846249" cy="405130"/>
          </a:xfrm>
          <a:prstGeom prst="ellipse">
            <a:avLst/>
          </a:prstGeom>
          <a:gradFill flip="none" rotWithShape="1">
            <a:gsLst>
              <a:gs pos="24000">
                <a:schemeClr val="accent1">
                  <a:lumMod val="5000"/>
                  <a:lumOff val="95000"/>
                </a:schemeClr>
              </a:gs>
              <a:gs pos="85000">
                <a:schemeClr val="bg2">
                  <a:lumMod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6262371-554F-4A85-87B2-431896109522}"/>
              </a:ext>
            </a:extLst>
          </p:cNvPr>
          <p:cNvSpPr/>
          <p:nvPr/>
        </p:nvSpPr>
        <p:spPr>
          <a:xfrm rot="254726">
            <a:off x="4659671" y="3357482"/>
            <a:ext cx="2745086" cy="351833"/>
          </a:xfrm>
          <a:prstGeom prst="ellipse">
            <a:avLst/>
          </a:prstGeom>
          <a:gradFill flip="none" rotWithShape="1">
            <a:gsLst>
              <a:gs pos="24000">
                <a:schemeClr val="accent1">
                  <a:lumMod val="5000"/>
                  <a:lumOff val="95000"/>
                </a:schemeClr>
              </a:gs>
              <a:gs pos="85000">
                <a:schemeClr val="bg2">
                  <a:lumMod val="2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EA9D11F-BECE-457D-97EF-B8DA706DE706}"/>
              </a:ext>
            </a:extLst>
          </p:cNvPr>
          <p:cNvSpPr/>
          <p:nvPr/>
        </p:nvSpPr>
        <p:spPr>
          <a:xfrm>
            <a:off x="6837620" y="56065"/>
            <a:ext cx="914400" cy="9144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CHALLENGES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B06A7C2-07D2-4216-9610-BA0EE6B961F5}"/>
              </a:ext>
            </a:extLst>
          </p:cNvPr>
          <p:cNvSpPr/>
          <p:nvPr/>
        </p:nvSpPr>
        <p:spPr>
          <a:xfrm>
            <a:off x="4636766" y="0"/>
            <a:ext cx="914400" cy="9144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IDEA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8A0FDEF7-A69C-472F-8BA3-E78194C97CE3}"/>
              </a:ext>
            </a:extLst>
          </p:cNvPr>
          <p:cNvGrpSpPr/>
          <p:nvPr/>
        </p:nvGrpSpPr>
        <p:grpSpPr>
          <a:xfrm>
            <a:off x="3607983" y="1293831"/>
            <a:ext cx="4926418" cy="1169084"/>
            <a:chOff x="3607983" y="1293831"/>
            <a:chExt cx="4926418" cy="116908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ACD20B7-0C52-4542-969D-496CD04375AA}"/>
                </a:ext>
              </a:extLst>
            </p:cNvPr>
            <p:cNvSpPr/>
            <p:nvPr/>
          </p:nvSpPr>
          <p:spPr>
            <a:xfrm flipV="1">
              <a:off x="3611506" y="1296614"/>
              <a:ext cx="4922895" cy="1166301"/>
            </a:xfrm>
            <a:custGeom>
              <a:avLst/>
              <a:gdLst>
                <a:gd name="connsiteX0" fmla="*/ 0 w 4922895"/>
                <a:gd name="connsiteY0" fmla="*/ 1166301 h 1166301"/>
                <a:gd name="connsiteX1" fmla="*/ 1954 w 4922895"/>
                <a:gd name="connsiteY1" fmla="*/ 1166301 h 1166301"/>
                <a:gd name="connsiteX2" fmla="*/ 50007 w 4922895"/>
                <a:gd name="connsiteY2" fmla="*/ 1121616 h 1166301"/>
                <a:gd name="connsiteX3" fmla="*/ 2461447 w 4922895"/>
                <a:gd name="connsiteY3" fmla="*/ 937375 h 1166301"/>
                <a:gd name="connsiteX4" fmla="*/ 4872887 w 4922895"/>
                <a:gd name="connsiteY4" fmla="*/ 1121616 h 1166301"/>
                <a:gd name="connsiteX5" fmla="*/ 4920940 w 4922895"/>
                <a:gd name="connsiteY5" fmla="*/ 1166301 h 1166301"/>
                <a:gd name="connsiteX6" fmla="*/ 4922895 w 4922895"/>
                <a:gd name="connsiteY6" fmla="*/ 1166301 h 1166301"/>
                <a:gd name="connsiteX7" fmla="*/ 4590791 w 4922895"/>
                <a:gd name="connsiteY7" fmla="*/ 579689 h 1166301"/>
                <a:gd name="connsiteX8" fmla="*/ 660287 w 4922895"/>
                <a:gd name="connsiteY8" fmla="*/ 0 h 116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2895" h="1166301">
                  <a:moveTo>
                    <a:pt x="0" y="1166301"/>
                  </a:moveTo>
                  <a:lnTo>
                    <a:pt x="1954" y="1166301"/>
                  </a:lnTo>
                  <a:lnTo>
                    <a:pt x="50007" y="1121616"/>
                  </a:lnTo>
                  <a:cubicBezTo>
                    <a:pt x="279528" y="1016470"/>
                    <a:pt x="1271955" y="937375"/>
                    <a:pt x="2461447" y="937375"/>
                  </a:cubicBezTo>
                  <a:cubicBezTo>
                    <a:pt x="3650939" y="937375"/>
                    <a:pt x="4643366" y="1016470"/>
                    <a:pt x="4872887" y="1121616"/>
                  </a:cubicBezTo>
                  <a:lnTo>
                    <a:pt x="4920940" y="1166301"/>
                  </a:lnTo>
                  <a:lnTo>
                    <a:pt x="4922895" y="1166301"/>
                  </a:lnTo>
                  <a:lnTo>
                    <a:pt x="4590791" y="579689"/>
                  </a:lnTo>
                  <a:lnTo>
                    <a:pt x="660287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237217E-E894-4993-B8E2-AD6B8EFD6C61}"/>
                </a:ext>
              </a:extLst>
            </p:cNvPr>
            <p:cNvSpPr/>
            <p:nvPr/>
          </p:nvSpPr>
          <p:spPr>
            <a:xfrm flipV="1">
              <a:off x="3607983" y="1293831"/>
              <a:ext cx="1466257" cy="1166300"/>
            </a:xfrm>
            <a:custGeom>
              <a:avLst/>
              <a:gdLst>
                <a:gd name="connsiteX0" fmla="*/ 0 w 1466257"/>
                <a:gd name="connsiteY0" fmla="*/ 1166300 h 1166300"/>
                <a:gd name="connsiteX1" fmla="*/ 1954 w 1466257"/>
                <a:gd name="connsiteY1" fmla="*/ 1166300 h 1166300"/>
                <a:gd name="connsiteX2" fmla="*/ 50007 w 1466257"/>
                <a:gd name="connsiteY2" fmla="*/ 1121615 h 1166300"/>
                <a:gd name="connsiteX3" fmla="*/ 1085228 w 1466257"/>
                <a:gd name="connsiteY3" fmla="*/ 976782 h 1166300"/>
                <a:gd name="connsiteX4" fmla="*/ 1209171 w 1466257"/>
                <a:gd name="connsiteY4" fmla="*/ 970475 h 1166300"/>
                <a:gd name="connsiteX5" fmla="*/ 1466257 w 1466257"/>
                <a:gd name="connsiteY5" fmla="*/ 118868 h 1166300"/>
                <a:gd name="connsiteX6" fmla="*/ 660287 w 1466257"/>
                <a:gd name="connsiteY6" fmla="*/ 0 h 116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66257" h="1166300">
                  <a:moveTo>
                    <a:pt x="0" y="1166300"/>
                  </a:moveTo>
                  <a:lnTo>
                    <a:pt x="1954" y="1166300"/>
                  </a:lnTo>
                  <a:lnTo>
                    <a:pt x="50007" y="1121615"/>
                  </a:lnTo>
                  <a:cubicBezTo>
                    <a:pt x="181162" y="1061532"/>
                    <a:pt x="561429" y="1009955"/>
                    <a:pt x="1085228" y="976782"/>
                  </a:cubicBezTo>
                  <a:lnTo>
                    <a:pt x="1209171" y="970475"/>
                  </a:lnTo>
                  <a:lnTo>
                    <a:pt x="1466257" y="118868"/>
                  </a:lnTo>
                  <a:lnTo>
                    <a:pt x="660287" y="0"/>
                  </a:lnTo>
                  <a:close/>
                </a:path>
              </a:pathLst>
            </a:custGeom>
            <a:solidFill>
              <a:srgbClr val="005E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369D98A-CB32-4DC9-BFE8-66D45520078A}"/>
              </a:ext>
            </a:extLst>
          </p:cNvPr>
          <p:cNvGrpSpPr/>
          <p:nvPr/>
        </p:nvGrpSpPr>
        <p:grpSpPr>
          <a:xfrm>
            <a:off x="4327463" y="2189675"/>
            <a:ext cx="3801308" cy="1221859"/>
            <a:chOff x="4327463" y="2189675"/>
            <a:chExt cx="3801308" cy="1221859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0B665D0-47FB-4B50-9B78-0A75E1012FA2}"/>
                </a:ext>
              </a:extLst>
            </p:cNvPr>
            <p:cNvSpPr/>
            <p:nvPr/>
          </p:nvSpPr>
          <p:spPr>
            <a:xfrm flipV="1">
              <a:off x="4330660" y="2189675"/>
              <a:ext cx="3798111" cy="1221859"/>
            </a:xfrm>
            <a:custGeom>
              <a:avLst/>
              <a:gdLst>
                <a:gd name="connsiteX0" fmla="*/ 12697 w 3798111"/>
                <a:gd name="connsiteY0" fmla="*/ 663569 h 1221859"/>
                <a:gd name="connsiteX1" fmla="*/ 5086 w 3798111"/>
                <a:gd name="connsiteY1" fmla="*/ 652713 h 1221859"/>
                <a:gd name="connsiteX2" fmla="*/ 0 w 3798111"/>
                <a:gd name="connsiteY2" fmla="*/ 661696 h 1221859"/>
                <a:gd name="connsiteX3" fmla="*/ 3798111 w 3798111"/>
                <a:gd name="connsiteY3" fmla="*/ 1221859 h 1221859"/>
                <a:gd name="connsiteX4" fmla="*/ 3106371 w 3798111"/>
                <a:gd name="connsiteY4" fmla="*/ 0 h 1221859"/>
                <a:gd name="connsiteX5" fmla="*/ 239303 w 3798111"/>
                <a:gd name="connsiteY5" fmla="*/ 239003 h 1221859"/>
                <a:gd name="connsiteX6" fmla="*/ 20462 w 3798111"/>
                <a:gd name="connsiteY6" fmla="*/ 625553 h 1221859"/>
                <a:gd name="connsiteX7" fmla="*/ 42899 w 3798111"/>
                <a:gd name="connsiteY7" fmla="*/ 608307 h 1221859"/>
                <a:gd name="connsiteX8" fmla="*/ 1929723 w 3798111"/>
                <a:gd name="connsiteY8" fmla="*/ 733668 h 1221859"/>
                <a:gd name="connsiteX9" fmla="*/ 3767573 w 3798111"/>
                <a:gd name="connsiteY9" fmla="*/ 1178783 h 1221859"/>
                <a:gd name="connsiteX10" fmla="*/ 3797736 w 3798111"/>
                <a:gd name="connsiteY10" fmla="*/ 1221804 h 1221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98111" h="1221859">
                  <a:moveTo>
                    <a:pt x="12697" y="663569"/>
                  </a:moveTo>
                  <a:lnTo>
                    <a:pt x="5086" y="652713"/>
                  </a:lnTo>
                  <a:lnTo>
                    <a:pt x="0" y="661696"/>
                  </a:lnTo>
                  <a:close/>
                  <a:moveTo>
                    <a:pt x="3798111" y="1221859"/>
                  </a:moveTo>
                  <a:lnTo>
                    <a:pt x="3106371" y="0"/>
                  </a:lnTo>
                  <a:lnTo>
                    <a:pt x="239303" y="239003"/>
                  </a:lnTo>
                  <a:lnTo>
                    <a:pt x="20462" y="625553"/>
                  </a:lnTo>
                  <a:lnTo>
                    <a:pt x="42899" y="608307"/>
                  </a:lnTo>
                  <a:cubicBezTo>
                    <a:pt x="234131" y="544214"/>
                    <a:pt x="1011086" y="592969"/>
                    <a:pt x="1929723" y="733668"/>
                  </a:cubicBezTo>
                  <a:cubicBezTo>
                    <a:pt x="2848359" y="874368"/>
                    <a:pt x="3604290" y="1060392"/>
                    <a:pt x="3767573" y="1178783"/>
                  </a:cubicBezTo>
                  <a:lnTo>
                    <a:pt x="3797736" y="1221804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076BC52-DDDA-48A2-B148-CC821F5EEBD4}"/>
                </a:ext>
              </a:extLst>
            </p:cNvPr>
            <p:cNvSpPr/>
            <p:nvPr/>
          </p:nvSpPr>
          <p:spPr>
            <a:xfrm flipV="1">
              <a:off x="4327463" y="2742080"/>
              <a:ext cx="959258" cy="484584"/>
            </a:xfrm>
            <a:custGeom>
              <a:avLst/>
              <a:gdLst>
                <a:gd name="connsiteX0" fmla="*/ 20462 w 959258"/>
                <a:gd name="connsiteY0" fmla="*/ 446569 h 484584"/>
                <a:gd name="connsiteX1" fmla="*/ 42899 w 959258"/>
                <a:gd name="connsiteY1" fmla="*/ 429322 h 484584"/>
                <a:gd name="connsiteX2" fmla="*/ 576560 w 959258"/>
                <a:gd name="connsiteY2" fmla="*/ 407453 h 484584"/>
                <a:gd name="connsiteX3" fmla="*/ 831228 w 959258"/>
                <a:gd name="connsiteY3" fmla="*/ 424104 h 484584"/>
                <a:gd name="connsiteX4" fmla="*/ 959258 w 959258"/>
                <a:gd name="connsiteY4" fmla="*/ 0 h 484584"/>
                <a:gd name="connsiteX5" fmla="*/ 239304 w 959258"/>
                <a:gd name="connsiteY5" fmla="*/ 60017 h 484584"/>
                <a:gd name="connsiteX6" fmla="*/ 12698 w 959258"/>
                <a:gd name="connsiteY6" fmla="*/ 484584 h 484584"/>
                <a:gd name="connsiteX7" fmla="*/ 5086 w 959258"/>
                <a:gd name="connsiteY7" fmla="*/ 473727 h 484584"/>
                <a:gd name="connsiteX8" fmla="*/ 0 w 959258"/>
                <a:gd name="connsiteY8" fmla="*/ 482711 h 48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9258" h="484584">
                  <a:moveTo>
                    <a:pt x="20462" y="446569"/>
                  </a:moveTo>
                  <a:lnTo>
                    <a:pt x="42899" y="429322"/>
                  </a:lnTo>
                  <a:cubicBezTo>
                    <a:pt x="124855" y="401853"/>
                    <a:pt x="314394" y="395112"/>
                    <a:pt x="576560" y="407453"/>
                  </a:cubicBezTo>
                  <a:lnTo>
                    <a:pt x="831228" y="424104"/>
                  </a:lnTo>
                  <a:lnTo>
                    <a:pt x="959258" y="0"/>
                  </a:lnTo>
                  <a:lnTo>
                    <a:pt x="239304" y="60017"/>
                  </a:lnTo>
                  <a:close/>
                  <a:moveTo>
                    <a:pt x="12698" y="484584"/>
                  </a:moveTo>
                  <a:lnTo>
                    <a:pt x="5086" y="473727"/>
                  </a:lnTo>
                  <a:lnTo>
                    <a:pt x="0" y="482711"/>
                  </a:lnTo>
                  <a:close/>
                </a:path>
              </a:pathLst>
            </a:custGeom>
            <a:solidFill>
              <a:srgbClr val="0086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C38A9E3-114D-4364-9F18-2247EA75CE80}"/>
              </a:ext>
            </a:extLst>
          </p:cNvPr>
          <p:cNvGrpSpPr/>
          <p:nvPr/>
        </p:nvGrpSpPr>
        <p:grpSpPr>
          <a:xfrm>
            <a:off x="4636766" y="3401704"/>
            <a:ext cx="2749908" cy="1304856"/>
            <a:chOff x="4636766" y="3401704"/>
            <a:chExt cx="2749908" cy="1304856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37E908-B40B-4426-88E3-44FA0E8E2764}"/>
                </a:ext>
              </a:extLst>
            </p:cNvPr>
            <p:cNvSpPr/>
            <p:nvPr/>
          </p:nvSpPr>
          <p:spPr>
            <a:xfrm flipV="1">
              <a:off x="4650414" y="3416707"/>
              <a:ext cx="2736260" cy="1289853"/>
            </a:xfrm>
            <a:custGeom>
              <a:avLst/>
              <a:gdLst>
                <a:gd name="connsiteX0" fmla="*/ 30910 w 2736260"/>
                <a:gd name="connsiteY0" fmla="*/ 1235254 h 1289853"/>
                <a:gd name="connsiteX1" fmla="*/ 101983 w 2736260"/>
                <a:gd name="connsiteY1" fmla="*/ 1199538 h 1289853"/>
                <a:gd name="connsiteX2" fmla="*/ 1355241 w 2736260"/>
                <a:gd name="connsiteY2" fmla="*/ 998768 h 1289853"/>
                <a:gd name="connsiteX3" fmla="*/ 2706608 w 2736260"/>
                <a:gd name="connsiteY3" fmla="*/ 1039302 h 1289853"/>
                <a:gd name="connsiteX4" fmla="*/ 2727779 w 2736260"/>
                <a:gd name="connsiteY4" fmla="*/ 1062462 h 1289853"/>
                <a:gd name="connsiteX5" fmla="*/ 2736260 w 2736260"/>
                <a:gd name="connsiteY5" fmla="*/ 1061755 h 1289853"/>
                <a:gd name="connsiteX6" fmla="*/ 2297285 w 2736260"/>
                <a:gd name="connsiteY6" fmla="*/ 286370 h 1289853"/>
                <a:gd name="connsiteX7" fmla="*/ 730234 w 2736260"/>
                <a:gd name="connsiteY7" fmla="*/ 0 h 1289853"/>
                <a:gd name="connsiteX8" fmla="*/ 0 w 2736260"/>
                <a:gd name="connsiteY8" fmla="*/ 1289853 h 1289853"/>
                <a:gd name="connsiteX9" fmla="*/ 11452 w 2736260"/>
                <a:gd name="connsiteY9" fmla="*/ 1288898 h 1289853"/>
                <a:gd name="connsiteX10" fmla="*/ 4713 w 2736260"/>
                <a:gd name="connsiteY10" fmla="*/ 1281527 h 128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36260" h="1289853">
                  <a:moveTo>
                    <a:pt x="30910" y="1235254"/>
                  </a:moveTo>
                  <a:lnTo>
                    <a:pt x="101983" y="1199538"/>
                  </a:lnTo>
                  <a:cubicBezTo>
                    <a:pt x="305101" y="1121147"/>
                    <a:pt x="788275" y="1040855"/>
                    <a:pt x="1355241" y="998768"/>
                  </a:cubicBezTo>
                  <a:cubicBezTo>
                    <a:pt x="2016702" y="949666"/>
                    <a:pt x="2573040" y="968835"/>
                    <a:pt x="2706608" y="1039302"/>
                  </a:cubicBezTo>
                  <a:lnTo>
                    <a:pt x="2727779" y="1062462"/>
                  </a:lnTo>
                  <a:lnTo>
                    <a:pt x="2736260" y="1061755"/>
                  </a:lnTo>
                  <a:lnTo>
                    <a:pt x="2297285" y="286370"/>
                  </a:lnTo>
                  <a:lnTo>
                    <a:pt x="730234" y="0"/>
                  </a:lnTo>
                  <a:close/>
                  <a:moveTo>
                    <a:pt x="0" y="1289853"/>
                  </a:moveTo>
                  <a:lnTo>
                    <a:pt x="11452" y="1288898"/>
                  </a:lnTo>
                  <a:lnTo>
                    <a:pt x="4713" y="1281527"/>
                  </a:ln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4148B37-894A-4D60-92DC-CF96C3443E51}"/>
                </a:ext>
              </a:extLst>
            </p:cNvPr>
            <p:cNvSpPr/>
            <p:nvPr/>
          </p:nvSpPr>
          <p:spPr>
            <a:xfrm flipV="1">
              <a:off x="4636766" y="3401704"/>
              <a:ext cx="1042050" cy="1289853"/>
            </a:xfrm>
            <a:custGeom>
              <a:avLst/>
              <a:gdLst>
                <a:gd name="connsiteX0" fmla="*/ 30909 w 1042050"/>
                <a:gd name="connsiteY0" fmla="*/ 1235257 h 1289853"/>
                <a:gd name="connsiteX1" fmla="*/ 101984 w 1042050"/>
                <a:gd name="connsiteY1" fmla="*/ 1199540 h 1289853"/>
                <a:gd name="connsiteX2" fmla="*/ 592170 w 1042050"/>
                <a:gd name="connsiteY2" fmla="*/ 1085540 h 1289853"/>
                <a:gd name="connsiteX3" fmla="*/ 737906 w 1042050"/>
                <a:gd name="connsiteY3" fmla="*/ 1064475 h 1289853"/>
                <a:gd name="connsiteX4" fmla="*/ 1042050 w 1042050"/>
                <a:gd name="connsiteY4" fmla="*/ 56983 h 1289853"/>
                <a:gd name="connsiteX5" fmla="*/ 730235 w 1042050"/>
                <a:gd name="connsiteY5" fmla="*/ 0 h 1289853"/>
                <a:gd name="connsiteX6" fmla="*/ 0 w 1042050"/>
                <a:gd name="connsiteY6" fmla="*/ 1289853 h 1289853"/>
                <a:gd name="connsiteX7" fmla="*/ 11452 w 1042050"/>
                <a:gd name="connsiteY7" fmla="*/ 1288899 h 1289853"/>
                <a:gd name="connsiteX8" fmla="*/ 4714 w 1042050"/>
                <a:gd name="connsiteY8" fmla="*/ 1281528 h 128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42050" h="1289853">
                  <a:moveTo>
                    <a:pt x="30909" y="1235257"/>
                  </a:moveTo>
                  <a:lnTo>
                    <a:pt x="101984" y="1199540"/>
                  </a:lnTo>
                  <a:cubicBezTo>
                    <a:pt x="203543" y="1160344"/>
                    <a:pt x="375116" y="1120673"/>
                    <a:pt x="592170" y="1085540"/>
                  </a:cubicBezTo>
                  <a:lnTo>
                    <a:pt x="737906" y="1064475"/>
                  </a:lnTo>
                  <a:lnTo>
                    <a:pt x="1042050" y="56983"/>
                  </a:lnTo>
                  <a:lnTo>
                    <a:pt x="730235" y="0"/>
                  </a:lnTo>
                  <a:close/>
                  <a:moveTo>
                    <a:pt x="0" y="1289853"/>
                  </a:moveTo>
                  <a:lnTo>
                    <a:pt x="11452" y="1288899"/>
                  </a:lnTo>
                  <a:lnTo>
                    <a:pt x="4714" y="1281528"/>
                  </a:lnTo>
                  <a:close/>
                </a:path>
              </a:pathLst>
            </a:custGeom>
            <a:solidFill>
              <a:srgbClr val="A20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98910928-84B7-4597-AC5C-80C2B46A0839}"/>
              </a:ext>
            </a:extLst>
          </p:cNvPr>
          <p:cNvSpPr/>
          <p:nvPr/>
        </p:nvSpPr>
        <p:spPr>
          <a:xfrm flipV="1">
            <a:off x="5505361" y="4653930"/>
            <a:ext cx="1433401" cy="731974"/>
          </a:xfrm>
          <a:custGeom>
            <a:avLst/>
            <a:gdLst>
              <a:gd name="connsiteX0" fmla="*/ 4646 w 1433401"/>
              <a:gd name="connsiteY0" fmla="*/ 470876 h 731974"/>
              <a:gd name="connsiteX1" fmla="*/ 3954 w 1433401"/>
              <a:gd name="connsiteY1" fmla="*/ 463044 h 731974"/>
              <a:gd name="connsiteX2" fmla="*/ 0 w 1433401"/>
              <a:gd name="connsiteY2" fmla="*/ 470027 h 731974"/>
              <a:gd name="connsiteX3" fmla="*/ 1433401 w 1433401"/>
              <a:gd name="connsiteY3" fmla="*/ 731974 h 731974"/>
              <a:gd name="connsiteX4" fmla="*/ 1184052 w 1433401"/>
              <a:gd name="connsiteY4" fmla="*/ 291535 h 731974"/>
              <a:gd name="connsiteX5" fmla="*/ 266100 w 1433401"/>
              <a:gd name="connsiteY5" fmla="*/ 0 h 731974"/>
              <a:gd name="connsiteX6" fmla="*/ 5741 w 1433401"/>
              <a:gd name="connsiteY6" fmla="*/ 459886 h 731974"/>
              <a:gd name="connsiteX7" fmla="*/ 23265 w 1433401"/>
              <a:gd name="connsiteY7" fmla="*/ 439878 h 731974"/>
              <a:gd name="connsiteX8" fmla="*/ 741107 w 1433401"/>
              <a:gd name="connsiteY8" fmla="*/ 478227 h 731974"/>
              <a:gd name="connsiteX9" fmla="*/ 1428351 w 1433401"/>
              <a:gd name="connsiteY9" fmla="*/ 729121 h 731974"/>
              <a:gd name="connsiteX10" fmla="*/ 1428525 w 1433401"/>
              <a:gd name="connsiteY10" fmla="*/ 731083 h 731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33401" h="731974">
                <a:moveTo>
                  <a:pt x="4646" y="470876"/>
                </a:moveTo>
                <a:lnTo>
                  <a:pt x="3954" y="463044"/>
                </a:lnTo>
                <a:lnTo>
                  <a:pt x="0" y="470027"/>
                </a:lnTo>
                <a:close/>
                <a:moveTo>
                  <a:pt x="1433401" y="731974"/>
                </a:moveTo>
                <a:lnTo>
                  <a:pt x="1184052" y="291535"/>
                </a:lnTo>
                <a:lnTo>
                  <a:pt x="266100" y="0"/>
                </a:lnTo>
                <a:lnTo>
                  <a:pt x="5741" y="459886"/>
                </a:lnTo>
                <a:lnTo>
                  <a:pt x="23265" y="439878"/>
                </a:lnTo>
                <a:cubicBezTo>
                  <a:pt x="100857" y="396428"/>
                  <a:pt x="396630" y="410452"/>
                  <a:pt x="741107" y="478227"/>
                </a:cubicBezTo>
                <a:cubicBezTo>
                  <a:pt x="1110190" y="550844"/>
                  <a:pt x="1404155" y="659385"/>
                  <a:pt x="1428351" y="729121"/>
                </a:cubicBezTo>
                <a:lnTo>
                  <a:pt x="1428525" y="731083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C312508C-A203-4DA9-BE72-91AF398634DF}"/>
              </a:ext>
            </a:extLst>
          </p:cNvPr>
          <p:cNvSpPr/>
          <p:nvPr/>
        </p:nvSpPr>
        <p:spPr>
          <a:xfrm flipV="1">
            <a:off x="5502446" y="4911681"/>
            <a:ext cx="426321" cy="467329"/>
          </a:xfrm>
          <a:custGeom>
            <a:avLst/>
            <a:gdLst>
              <a:gd name="connsiteX0" fmla="*/ 5739 w 426321"/>
              <a:gd name="connsiteY0" fmla="*/ 456343 h 467329"/>
              <a:gd name="connsiteX1" fmla="*/ 23265 w 426321"/>
              <a:gd name="connsiteY1" fmla="*/ 436332 h 467329"/>
              <a:gd name="connsiteX2" fmla="*/ 229908 w 426321"/>
              <a:gd name="connsiteY2" fmla="*/ 411844 h 467329"/>
              <a:gd name="connsiteX3" fmla="*/ 316199 w 426321"/>
              <a:gd name="connsiteY3" fmla="*/ 416306 h 467329"/>
              <a:gd name="connsiteX4" fmla="*/ 426321 w 426321"/>
              <a:gd name="connsiteY4" fmla="*/ 51523 h 467329"/>
              <a:gd name="connsiteX5" fmla="*/ 264092 w 426321"/>
              <a:gd name="connsiteY5" fmla="*/ 0 h 467329"/>
              <a:gd name="connsiteX6" fmla="*/ 4646 w 426321"/>
              <a:gd name="connsiteY6" fmla="*/ 467329 h 467329"/>
              <a:gd name="connsiteX7" fmla="*/ 3954 w 426321"/>
              <a:gd name="connsiteY7" fmla="*/ 459497 h 467329"/>
              <a:gd name="connsiteX8" fmla="*/ 0 w 426321"/>
              <a:gd name="connsiteY8" fmla="*/ 466480 h 467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321" h="467329">
                <a:moveTo>
                  <a:pt x="5739" y="456343"/>
                </a:moveTo>
                <a:lnTo>
                  <a:pt x="23265" y="436332"/>
                </a:lnTo>
                <a:cubicBezTo>
                  <a:pt x="56519" y="417711"/>
                  <a:pt x="129846" y="409646"/>
                  <a:pt x="229908" y="411844"/>
                </a:cubicBezTo>
                <a:lnTo>
                  <a:pt x="316199" y="416306"/>
                </a:lnTo>
                <a:lnTo>
                  <a:pt x="426321" y="51523"/>
                </a:lnTo>
                <a:lnTo>
                  <a:pt x="264092" y="0"/>
                </a:lnTo>
                <a:close/>
                <a:moveTo>
                  <a:pt x="4646" y="467329"/>
                </a:moveTo>
                <a:lnTo>
                  <a:pt x="3954" y="459497"/>
                </a:lnTo>
                <a:lnTo>
                  <a:pt x="0" y="466480"/>
                </a:lnTo>
                <a:close/>
              </a:path>
            </a:pathLst>
          </a:custGeom>
          <a:solidFill>
            <a:srgbClr val="C4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9A52C6-4909-43F9-AEA9-97259C78B25D}"/>
              </a:ext>
            </a:extLst>
          </p:cNvPr>
          <p:cNvSpPr txBox="1"/>
          <p:nvPr/>
        </p:nvSpPr>
        <p:spPr>
          <a:xfrm>
            <a:off x="5263730" y="1387985"/>
            <a:ext cx="565150" cy="881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E063F-D237-4C6C-85E7-6C4086307DE2}"/>
              </a:ext>
            </a:extLst>
          </p:cNvPr>
          <p:cNvSpPr txBox="1"/>
          <p:nvPr/>
        </p:nvSpPr>
        <p:spPr>
          <a:xfrm>
            <a:off x="6835059" y="2423050"/>
            <a:ext cx="534542" cy="881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EB6CB4-BDB2-435E-BF8E-96B65305CCDD}"/>
              </a:ext>
            </a:extLst>
          </p:cNvPr>
          <p:cNvSpPr txBox="1"/>
          <p:nvPr/>
        </p:nvSpPr>
        <p:spPr>
          <a:xfrm>
            <a:off x="5657231" y="3665208"/>
            <a:ext cx="513672" cy="881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21C30F-C149-4F0D-8891-C7C165AE3F19}"/>
              </a:ext>
            </a:extLst>
          </p:cNvPr>
          <p:cNvSpPr txBox="1"/>
          <p:nvPr/>
        </p:nvSpPr>
        <p:spPr>
          <a:xfrm>
            <a:off x="5927253" y="4824978"/>
            <a:ext cx="410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126FE70D-6B21-4E32-97EA-B655AE051C56}"/>
              </a:ext>
            </a:extLst>
          </p:cNvPr>
          <p:cNvSpPr/>
          <p:nvPr/>
        </p:nvSpPr>
        <p:spPr>
          <a:xfrm>
            <a:off x="3944203" y="5909481"/>
            <a:ext cx="4353636" cy="846161"/>
          </a:xfrm>
          <a:custGeom>
            <a:avLst/>
            <a:gdLst>
              <a:gd name="connsiteX0" fmla="*/ 0 w 4353636"/>
              <a:gd name="connsiteY0" fmla="*/ 0 h 846161"/>
              <a:gd name="connsiteX1" fmla="*/ 218940 w 4353636"/>
              <a:gd name="connsiteY1" fmla="*/ 0 h 846161"/>
              <a:gd name="connsiteX2" fmla="*/ 218940 w 4353636"/>
              <a:gd name="connsiteY2" fmla="*/ 259728 h 846161"/>
              <a:gd name="connsiteX3" fmla="*/ 620503 w 4353636"/>
              <a:gd name="connsiteY3" fmla="*/ 661291 h 846161"/>
              <a:gd name="connsiteX4" fmla="*/ 3756286 w 4353636"/>
              <a:gd name="connsiteY4" fmla="*/ 661291 h 846161"/>
              <a:gd name="connsiteX5" fmla="*/ 4157849 w 4353636"/>
              <a:gd name="connsiteY5" fmla="*/ 259728 h 846161"/>
              <a:gd name="connsiteX6" fmla="*/ 4157849 w 4353636"/>
              <a:gd name="connsiteY6" fmla="*/ 0 h 846161"/>
              <a:gd name="connsiteX7" fmla="*/ 4353636 w 4353636"/>
              <a:gd name="connsiteY7" fmla="*/ 0 h 846161"/>
              <a:gd name="connsiteX8" fmla="*/ 4353636 w 4353636"/>
              <a:gd name="connsiteY8" fmla="*/ 444598 h 846161"/>
              <a:gd name="connsiteX9" fmla="*/ 3952073 w 4353636"/>
              <a:gd name="connsiteY9" fmla="*/ 846161 h 846161"/>
              <a:gd name="connsiteX10" fmla="*/ 401563 w 4353636"/>
              <a:gd name="connsiteY10" fmla="*/ 846161 h 846161"/>
              <a:gd name="connsiteX11" fmla="*/ 0 w 4353636"/>
              <a:gd name="connsiteY11" fmla="*/ 444598 h 846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53636" h="846161">
                <a:moveTo>
                  <a:pt x="0" y="0"/>
                </a:moveTo>
                <a:lnTo>
                  <a:pt x="218940" y="0"/>
                </a:lnTo>
                <a:lnTo>
                  <a:pt x="218940" y="259728"/>
                </a:lnTo>
                <a:cubicBezTo>
                  <a:pt x="218940" y="481505"/>
                  <a:pt x="398726" y="661291"/>
                  <a:pt x="620503" y="661291"/>
                </a:cubicBezTo>
                <a:lnTo>
                  <a:pt x="3756286" y="661291"/>
                </a:lnTo>
                <a:cubicBezTo>
                  <a:pt x="3978063" y="661291"/>
                  <a:pt x="4157849" y="481505"/>
                  <a:pt x="4157849" y="259728"/>
                </a:cubicBezTo>
                <a:lnTo>
                  <a:pt x="4157849" y="0"/>
                </a:lnTo>
                <a:lnTo>
                  <a:pt x="4353636" y="0"/>
                </a:lnTo>
                <a:lnTo>
                  <a:pt x="4353636" y="444598"/>
                </a:lnTo>
                <a:cubicBezTo>
                  <a:pt x="4353636" y="666375"/>
                  <a:pt x="4173850" y="846161"/>
                  <a:pt x="3952073" y="846161"/>
                </a:cubicBezTo>
                <a:lnTo>
                  <a:pt x="401563" y="846161"/>
                </a:lnTo>
                <a:cubicBezTo>
                  <a:pt x="179786" y="846161"/>
                  <a:pt x="0" y="666375"/>
                  <a:pt x="0" y="44459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20F4116-A714-46C8-87A6-57B544FCF175}"/>
              </a:ext>
            </a:extLst>
          </p:cNvPr>
          <p:cNvSpPr txBox="1"/>
          <p:nvPr/>
        </p:nvSpPr>
        <p:spPr>
          <a:xfrm>
            <a:off x="352838" y="1669298"/>
            <a:ext cx="24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A97D770-F4A2-4CA4-A07E-546217A6B306}"/>
              </a:ext>
            </a:extLst>
          </p:cNvPr>
          <p:cNvCxnSpPr>
            <a:cxnSpLocks/>
          </p:cNvCxnSpPr>
          <p:nvPr/>
        </p:nvCxnSpPr>
        <p:spPr>
          <a:xfrm flipH="1" flipV="1">
            <a:off x="2903621" y="1908962"/>
            <a:ext cx="2360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379F647C-0256-4CDD-B8C6-5C25D5F74556}"/>
              </a:ext>
            </a:extLst>
          </p:cNvPr>
          <p:cNvSpPr txBox="1"/>
          <p:nvPr/>
        </p:nvSpPr>
        <p:spPr>
          <a:xfrm>
            <a:off x="8601091" y="2580333"/>
            <a:ext cx="24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C008118-34A3-4BE2-81F5-E02672EC7F77}"/>
              </a:ext>
            </a:extLst>
          </p:cNvPr>
          <p:cNvSpPr txBox="1"/>
          <p:nvPr/>
        </p:nvSpPr>
        <p:spPr>
          <a:xfrm>
            <a:off x="7427699" y="4629458"/>
            <a:ext cx="24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0291869-6CAF-49E8-A250-6FDA63FEC5A6}"/>
              </a:ext>
            </a:extLst>
          </p:cNvPr>
          <p:cNvSpPr txBox="1"/>
          <p:nvPr/>
        </p:nvSpPr>
        <p:spPr>
          <a:xfrm>
            <a:off x="2222103" y="3938193"/>
            <a:ext cx="24046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Lorem ipsum dolor sit amet, consectetuer adipiscing elit. Maecenas porttitor congue massa. 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5AFE228-B14F-42CC-A630-3BB756752103}"/>
              </a:ext>
            </a:extLst>
          </p:cNvPr>
          <p:cNvCxnSpPr>
            <a:cxnSpLocks/>
          </p:cNvCxnSpPr>
          <p:nvPr/>
        </p:nvCxnSpPr>
        <p:spPr>
          <a:xfrm flipV="1">
            <a:off x="7347996" y="2874975"/>
            <a:ext cx="1254346" cy="15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77AF4DF-018C-4653-B1C8-D572CEC1FEE9}"/>
              </a:ext>
            </a:extLst>
          </p:cNvPr>
          <p:cNvCxnSpPr>
            <a:cxnSpLocks/>
          </p:cNvCxnSpPr>
          <p:nvPr/>
        </p:nvCxnSpPr>
        <p:spPr>
          <a:xfrm flipH="1">
            <a:off x="4654600" y="4177956"/>
            <a:ext cx="109486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1EDA062-295A-4E3F-920F-338E4EBB43C3}"/>
              </a:ext>
            </a:extLst>
          </p:cNvPr>
          <p:cNvCxnSpPr>
            <a:cxnSpLocks/>
            <a:endCxn id="111" idx="1"/>
          </p:cNvCxnSpPr>
          <p:nvPr/>
        </p:nvCxnSpPr>
        <p:spPr>
          <a:xfrm flipV="1">
            <a:off x="6378968" y="4952624"/>
            <a:ext cx="1048731" cy="77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300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50000" de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3.33333E-6 L 0.06237 0.53564 " pathEditMode="relative" rAng="0" ptsTypes="AA">
                                          <p:cBhvr>
                                            <p:cTn id="6" dur="3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12" y="26782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7" presetID="42" presetClass="path" presetSubtype="0" accel="50000" decel="5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2.70833E-6 1.48148E-6 L -0.1 0.52754 " pathEditMode="relative" rAng="0" ptsTypes="AA">
                                          <p:cBhvr>
                                            <p:cTn id="8" dur="3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00" y="2636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9" presetID="42" presetClass="path" presetSubtype="0" accel="50000" fill="hold" grpId="0" nodeType="withEffect" p14:presetBounceEnd="60000">
                                      <p:stCondLst>
                                        <p:cond delay="3250"/>
                                      </p:stCondLst>
                                      <p:childTnLst>
                                        <p:animMotion origin="layout" path="M 3.125E-6 3.33333E-6 L 0.01914 0.28449 " pathEditMode="relative" rAng="0" ptsTypes="AA" p14:bounceEnd="60000">
                                          <p:cBhvr>
                                            <p:cTn id="10" dur="2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51" y="1421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" grpId="0" animBg="1"/>
          <p:bldP spid="105" grpId="0" animBg="1"/>
          <p:bldP spid="10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50000" decel="5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45833E-6 3.33333E-6 L 0.06237 0.53564 " pathEditMode="relative" rAng="0" ptsTypes="AA">
                                          <p:cBhvr>
                                            <p:cTn id="6" dur="3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12" y="26782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5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7" presetID="42" presetClass="path" presetSubtype="0" accel="50000" decel="50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2.70833E-6 1.48148E-6 L -0.1 0.52754 " pathEditMode="relative" rAng="0" ptsTypes="AA">
                                          <p:cBhvr>
                                            <p:cTn id="8" dur="3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00" y="26366"/>
                                        </p:animMotion>
                                      </p:childTnLst>
                                      <p:subTnLst>
                                        <p:set>
                                          <p:cBhvr override="childStyle">
                                            <p:cTn dur="1" fill="hold" display="0" masterRel="sameClick" afterEffect="1">
                                              <p:stCondLst>
                                                <p:cond evt="end" delay="0">
                                                  <p:tn val="7"/>
                                                </p:cond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subTnLst>
                                    </p:cTn>
                                  </p:par>
                                  <p:par>
                                    <p:cTn id="9" presetID="42" presetClass="path" presetSubtype="0" accel="50000" fill="hold" grpId="0" nodeType="withEffect">
                                      <p:stCondLst>
                                        <p:cond delay="3250"/>
                                      </p:stCondLst>
                                      <p:childTnLst>
                                        <p:animMotion origin="layout" path="M 3.125E-6 3.33333E-6 L 0.01914 0.28449 " pathEditMode="relative" rAng="0" ptsTypes="AA">
                                          <p:cBhvr>
                                            <p:cTn id="10" dur="2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951" y="14213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6" grpId="0" animBg="1"/>
          <p:bldP spid="105" grpId="0" animBg="1"/>
          <p:bldP spid="104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rgbClr val="E5E5E5"/>
            </a:gs>
            <a:gs pos="46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F5A1381E-FF14-46E6-973A-9EC71DB3EE88}"/>
              </a:ext>
            </a:extLst>
          </p:cNvPr>
          <p:cNvSpPr/>
          <p:nvPr/>
        </p:nvSpPr>
        <p:spPr>
          <a:xfrm>
            <a:off x="8416604" y="4138863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EEABCE-B538-428B-B681-FDD90A24549A}"/>
              </a:ext>
            </a:extLst>
          </p:cNvPr>
          <p:cNvSpPr/>
          <p:nvPr/>
        </p:nvSpPr>
        <p:spPr>
          <a:xfrm>
            <a:off x="8416604" y="2689214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437D2E-9D52-480F-85D7-ED7C98241613}"/>
              </a:ext>
            </a:extLst>
          </p:cNvPr>
          <p:cNvSpPr/>
          <p:nvPr/>
        </p:nvSpPr>
        <p:spPr>
          <a:xfrm>
            <a:off x="8416604" y="1390070"/>
            <a:ext cx="63922" cy="152623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CAA8C11-AD76-4FB9-9C33-FA617F1E5CD6}"/>
              </a:ext>
            </a:extLst>
          </p:cNvPr>
          <p:cNvSpPr/>
          <p:nvPr/>
        </p:nvSpPr>
        <p:spPr>
          <a:xfrm flipV="1">
            <a:off x="1484245" y="994706"/>
            <a:ext cx="5671930" cy="1343758"/>
          </a:xfrm>
          <a:custGeom>
            <a:avLst/>
            <a:gdLst>
              <a:gd name="connsiteX0" fmla="*/ 760752 w 5671930"/>
              <a:gd name="connsiteY0" fmla="*/ 0 h 1343758"/>
              <a:gd name="connsiteX1" fmla="*/ 5289296 w 5671930"/>
              <a:gd name="connsiteY1" fmla="*/ 667891 h 1343758"/>
              <a:gd name="connsiteX2" fmla="*/ 5671930 w 5671930"/>
              <a:gd name="connsiteY2" fmla="*/ 1343758 h 1343758"/>
              <a:gd name="connsiteX3" fmla="*/ 0 w 5671930"/>
              <a:gd name="connsiteY3" fmla="*/ 1343758 h 1343758"/>
              <a:gd name="connsiteX4" fmla="*/ 760752 w 5671930"/>
              <a:gd name="connsiteY4" fmla="*/ 0 h 1343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1930" h="1343758">
                <a:moveTo>
                  <a:pt x="760752" y="0"/>
                </a:moveTo>
                <a:lnTo>
                  <a:pt x="5289296" y="667891"/>
                </a:lnTo>
                <a:lnTo>
                  <a:pt x="5671930" y="1343758"/>
                </a:lnTo>
                <a:lnTo>
                  <a:pt x="0" y="1343758"/>
                </a:lnTo>
                <a:lnTo>
                  <a:pt x="760752" y="0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A6B61C-D945-443B-B790-666D4E905E34}"/>
              </a:ext>
            </a:extLst>
          </p:cNvPr>
          <p:cNvSpPr/>
          <p:nvPr/>
        </p:nvSpPr>
        <p:spPr>
          <a:xfrm flipV="1">
            <a:off x="1484245" y="994706"/>
            <a:ext cx="1689353" cy="1343757"/>
          </a:xfrm>
          <a:custGeom>
            <a:avLst/>
            <a:gdLst>
              <a:gd name="connsiteX0" fmla="*/ 760752 w 1689353"/>
              <a:gd name="connsiteY0" fmla="*/ 0 h 1343757"/>
              <a:gd name="connsiteX1" fmla="*/ 1689353 w 1689353"/>
              <a:gd name="connsiteY1" fmla="*/ 136954 h 1343757"/>
              <a:gd name="connsiteX2" fmla="*/ 1325040 w 1689353"/>
              <a:gd name="connsiteY2" fmla="*/ 1343757 h 1343757"/>
              <a:gd name="connsiteX3" fmla="*/ 0 w 1689353"/>
              <a:gd name="connsiteY3" fmla="*/ 1343757 h 1343757"/>
              <a:gd name="connsiteX4" fmla="*/ 760752 w 1689353"/>
              <a:gd name="connsiteY4" fmla="*/ 0 h 134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9353" h="1343757">
                <a:moveTo>
                  <a:pt x="760752" y="0"/>
                </a:moveTo>
                <a:lnTo>
                  <a:pt x="1689353" y="136954"/>
                </a:lnTo>
                <a:lnTo>
                  <a:pt x="1325040" y="1343757"/>
                </a:lnTo>
                <a:lnTo>
                  <a:pt x="0" y="1343757"/>
                </a:lnTo>
                <a:lnTo>
                  <a:pt x="760752" y="0"/>
                </a:lnTo>
                <a:close/>
              </a:path>
            </a:pathLst>
          </a:custGeom>
          <a:solidFill>
            <a:srgbClr val="005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F2B3D-B1C8-4C0E-84A9-2F619390811F}"/>
              </a:ext>
            </a:extLst>
          </p:cNvPr>
          <p:cNvSpPr txBox="1"/>
          <p:nvPr/>
        </p:nvSpPr>
        <p:spPr>
          <a:xfrm>
            <a:off x="3387859" y="1063133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prstClr val="white"/>
                </a:solidFill>
                <a:latin typeface="Calibri" panose="020F0502020204030204"/>
              </a:rPr>
              <a:t>1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0664E7E-5E01-47D9-B7CC-8D4E0E9D892B}"/>
              </a:ext>
            </a:extLst>
          </p:cNvPr>
          <p:cNvSpPr/>
          <p:nvPr/>
        </p:nvSpPr>
        <p:spPr>
          <a:xfrm flipV="1">
            <a:off x="2328546" y="1993961"/>
            <a:ext cx="4376006" cy="1407770"/>
          </a:xfrm>
          <a:custGeom>
            <a:avLst/>
            <a:gdLst>
              <a:gd name="connsiteX0" fmla="*/ 3579015 w 4376006"/>
              <a:gd name="connsiteY0" fmla="*/ 0 h 1407770"/>
              <a:gd name="connsiteX1" fmla="*/ 4376006 w 4376006"/>
              <a:gd name="connsiteY1" fmla="*/ 1407770 h 1407770"/>
              <a:gd name="connsiteX2" fmla="*/ 0 w 4376006"/>
              <a:gd name="connsiteY2" fmla="*/ 762376 h 1407770"/>
              <a:gd name="connsiteX3" fmla="*/ 275714 w 4376006"/>
              <a:gd name="connsiteY3" fmla="*/ 275368 h 1407770"/>
              <a:gd name="connsiteX4" fmla="*/ 3579015 w 4376006"/>
              <a:gd name="connsiteY4" fmla="*/ 0 h 140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6006" h="1407770">
                <a:moveTo>
                  <a:pt x="3579015" y="0"/>
                </a:moveTo>
                <a:lnTo>
                  <a:pt x="4376006" y="1407770"/>
                </a:lnTo>
                <a:lnTo>
                  <a:pt x="0" y="762376"/>
                </a:lnTo>
                <a:lnTo>
                  <a:pt x="275714" y="275368"/>
                </a:lnTo>
                <a:lnTo>
                  <a:pt x="3579015" y="0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A02B40E-23BF-4FEE-BE91-F63609C660B4}"/>
              </a:ext>
            </a:extLst>
          </p:cNvPr>
          <p:cNvSpPr/>
          <p:nvPr/>
        </p:nvSpPr>
        <p:spPr>
          <a:xfrm flipV="1">
            <a:off x="2328546" y="2507007"/>
            <a:ext cx="1105212" cy="688505"/>
          </a:xfrm>
          <a:custGeom>
            <a:avLst/>
            <a:gdLst>
              <a:gd name="connsiteX0" fmla="*/ 1105212 w 1105212"/>
              <a:gd name="connsiteY0" fmla="*/ 0 h 688505"/>
              <a:gd name="connsiteX1" fmla="*/ 897364 w 1105212"/>
              <a:gd name="connsiteY1" fmla="*/ 688505 h 688505"/>
              <a:gd name="connsiteX2" fmla="*/ 0 w 1105212"/>
              <a:gd name="connsiteY2" fmla="*/ 556157 h 688505"/>
              <a:gd name="connsiteX3" fmla="*/ 275714 w 1105212"/>
              <a:gd name="connsiteY3" fmla="*/ 69148 h 688505"/>
              <a:gd name="connsiteX4" fmla="*/ 1105212 w 1105212"/>
              <a:gd name="connsiteY4" fmla="*/ 0 h 688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5212" h="688505">
                <a:moveTo>
                  <a:pt x="1105212" y="0"/>
                </a:moveTo>
                <a:lnTo>
                  <a:pt x="897364" y="688505"/>
                </a:lnTo>
                <a:lnTo>
                  <a:pt x="0" y="556157"/>
                </a:lnTo>
                <a:lnTo>
                  <a:pt x="275714" y="69148"/>
                </a:lnTo>
                <a:lnTo>
                  <a:pt x="1105212" y="0"/>
                </a:lnTo>
                <a:close/>
              </a:path>
            </a:pathLst>
          </a:custGeom>
          <a:solidFill>
            <a:srgbClr val="008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42A165-BB41-40A1-9DE7-9EB1D09D6F1E}"/>
              </a:ext>
            </a:extLst>
          </p:cNvPr>
          <p:cNvSpPr txBox="1"/>
          <p:nvPr/>
        </p:nvSpPr>
        <p:spPr>
          <a:xfrm>
            <a:off x="5198271" y="2255688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prstClr val="white"/>
                </a:solidFill>
                <a:latin typeface="Calibri" panose="020F0502020204030204"/>
              </a:rPr>
              <a:t>2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5E06041-B821-4BE1-9E86-DD1E7FFB4EDA}"/>
              </a:ext>
            </a:extLst>
          </p:cNvPr>
          <p:cNvSpPr/>
          <p:nvPr/>
        </p:nvSpPr>
        <p:spPr>
          <a:xfrm flipV="1">
            <a:off x="2696820" y="3401732"/>
            <a:ext cx="3152591" cy="1486109"/>
          </a:xfrm>
          <a:custGeom>
            <a:avLst/>
            <a:gdLst>
              <a:gd name="connsiteX0" fmla="*/ 841342 w 3152591"/>
              <a:gd name="connsiteY0" fmla="*/ 0 h 1486109"/>
              <a:gd name="connsiteX1" fmla="*/ 2646825 w 3152591"/>
              <a:gd name="connsiteY1" fmla="*/ 329942 h 1486109"/>
              <a:gd name="connsiteX2" fmla="*/ 3152591 w 3152591"/>
              <a:gd name="connsiteY2" fmla="*/ 1223305 h 1486109"/>
              <a:gd name="connsiteX3" fmla="*/ 0 w 3152591"/>
              <a:gd name="connsiteY3" fmla="*/ 1486109 h 1486109"/>
              <a:gd name="connsiteX4" fmla="*/ 841342 w 3152591"/>
              <a:gd name="connsiteY4" fmla="*/ 0 h 148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52591" h="1486109">
                <a:moveTo>
                  <a:pt x="841342" y="0"/>
                </a:moveTo>
                <a:lnTo>
                  <a:pt x="2646825" y="329942"/>
                </a:lnTo>
                <a:lnTo>
                  <a:pt x="3152591" y="1223305"/>
                </a:lnTo>
                <a:lnTo>
                  <a:pt x="0" y="1486109"/>
                </a:lnTo>
                <a:lnTo>
                  <a:pt x="841342" y="0"/>
                </a:lnTo>
                <a:close/>
              </a:path>
            </a:pathLst>
          </a:cu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374F968-3E41-48B8-BC75-F77D2AD4F8CD}"/>
              </a:ext>
            </a:extLst>
          </p:cNvPr>
          <p:cNvSpPr/>
          <p:nvPr/>
        </p:nvSpPr>
        <p:spPr>
          <a:xfrm flipV="1">
            <a:off x="2696819" y="3401733"/>
            <a:ext cx="1200601" cy="1486109"/>
          </a:xfrm>
          <a:custGeom>
            <a:avLst/>
            <a:gdLst>
              <a:gd name="connsiteX0" fmla="*/ 841342 w 1200601"/>
              <a:gd name="connsiteY0" fmla="*/ 0 h 1486109"/>
              <a:gd name="connsiteX1" fmla="*/ 1200601 w 1200601"/>
              <a:gd name="connsiteY1" fmla="*/ 65653 h 1486109"/>
              <a:gd name="connsiteX2" fmla="*/ 791714 w 1200601"/>
              <a:gd name="connsiteY2" fmla="*/ 1420110 h 1486109"/>
              <a:gd name="connsiteX3" fmla="*/ 0 w 1200601"/>
              <a:gd name="connsiteY3" fmla="*/ 1486109 h 1486109"/>
              <a:gd name="connsiteX4" fmla="*/ 841342 w 1200601"/>
              <a:gd name="connsiteY4" fmla="*/ 0 h 1486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0601" h="1486109">
                <a:moveTo>
                  <a:pt x="841342" y="0"/>
                </a:moveTo>
                <a:lnTo>
                  <a:pt x="1200601" y="65653"/>
                </a:lnTo>
                <a:lnTo>
                  <a:pt x="791714" y="1420110"/>
                </a:lnTo>
                <a:lnTo>
                  <a:pt x="0" y="1486109"/>
                </a:lnTo>
                <a:lnTo>
                  <a:pt x="841342" y="0"/>
                </a:lnTo>
                <a:close/>
              </a:path>
            </a:pathLst>
          </a:custGeom>
          <a:solidFill>
            <a:srgbClr val="A200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F044B-829F-4FCE-A0AF-8521D0966728}"/>
              </a:ext>
            </a:extLst>
          </p:cNvPr>
          <p:cNvSpPr txBox="1"/>
          <p:nvPr/>
        </p:nvSpPr>
        <p:spPr>
          <a:xfrm>
            <a:off x="3841232" y="3686844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A62AE3C-FAD0-4264-9272-58E68EED0B68}"/>
              </a:ext>
            </a:extLst>
          </p:cNvPr>
          <p:cNvGrpSpPr/>
          <p:nvPr/>
        </p:nvGrpSpPr>
        <p:grpSpPr>
          <a:xfrm flipV="1">
            <a:off x="3661779" y="4831689"/>
            <a:ext cx="1651498" cy="1609469"/>
            <a:chOff x="2810152" y="592385"/>
            <a:chExt cx="1651498" cy="1609469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C0FBECF6-35EA-4217-856F-CB2564C2E5A0}"/>
                </a:ext>
              </a:extLst>
            </p:cNvPr>
            <p:cNvSpPr/>
            <p:nvPr/>
          </p:nvSpPr>
          <p:spPr>
            <a:xfrm>
              <a:off x="2810152" y="592386"/>
              <a:ext cx="1651498" cy="1609468"/>
            </a:xfrm>
            <a:custGeom>
              <a:avLst/>
              <a:gdLst>
                <a:gd name="connsiteX0" fmla="*/ 740318 w 1651498"/>
                <a:gd name="connsiteY0" fmla="*/ 0 h 1609468"/>
                <a:gd name="connsiteX1" fmla="*/ 1651498 w 1651498"/>
                <a:gd name="connsiteY1" fmla="*/ 1609468 h 1609468"/>
                <a:gd name="connsiteX2" fmla="*/ 0 w 1651498"/>
                <a:gd name="connsiteY2" fmla="*/ 1307665 h 1609468"/>
                <a:gd name="connsiteX3" fmla="*/ 740318 w 1651498"/>
                <a:gd name="connsiteY3" fmla="*/ 0 h 1609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51498" h="1609468">
                  <a:moveTo>
                    <a:pt x="740318" y="0"/>
                  </a:moveTo>
                  <a:lnTo>
                    <a:pt x="1651498" y="1609468"/>
                  </a:lnTo>
                  <a:lnTo>
                    <a:pt x="0" y="1307665"/>
                  </a:lnTo>
                  <a:lnTo>
                    <a:pt x="740318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EC29E-D63C-436F-B0DF-F637B487BA8B}"/>
                </a:ext>
              </a:extLst>
            </p:cNvPr>
            <p:cNvSpPr/>
            <p:nvPr/>
          </p:nvSpPr>
          <p:spPr>
            <a:xfrm>
              <a:off x="2810152" y="592385"/>
              <a:ext cx="754440" cy="1367738"/>
            </a:xfrm>
            <a:custGeom>
              <a:avLst/>
              <a:gdLst>
                <a:gd name="connsiteX0" fmla="*/ 740318 w 754440"/>
                <a:gd name="connsiteY0" fmla="*/ 0 h 1367738"/>
                <a:gd name="connsiteX1" fmla="*/ 754440 w 754440"/>
                <a:gd name="connsiteY1" fmla="*/ 24943 h 1367738"/>
                <a:gd name="connsiteX2" fmla="*/ 739168 w 754440"/>
                <a:gd name="connsiteY2" fmla="*/ 8120 h 1367738"/>
                <a:gd name="connsiteX3" fmla="*/ 328723 w 754440"/>
                <a:gd name="connsiteY3" fmla="*/ 1367738 h 1367738"/>
                <a:gd name="connsiteX4" fmla="*/ 0 w 754440"/>
                <a:gd name="connsiteY4" fmla="*/ 1307665 h 1367738"/>
                <a:gd name="connsiteX5" fmla="*/ 740318 w 754440"/>
                <a:gd name="connsiteY5" fmla="*/ 0 h 1367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4440" h="1367738">
                  <a:moveTo>
                    <a:pt x="740318" y="0"/>
                  </a:moveTo>
                  <a:lnTo>
                    <a:pt x="754440" y="24943"/>
                  </a:lnTo>
                  <a:lnTo>
                    <a:pt x="739168" y="8120"/>
                  </a:lnTo>
                  <a:lnTo>
                    <a:pt x="328723" y="1367738"/>
                  </a:lnTo>
                  <a:lnTo>
                    <a:pt x="0" y="1307665"/>
                  </a:lnTo>
                  <a:lnTo>
                    <a:pt x="740318" y="0"/>
                  </a:lnTo>
                  <a:close/>
                </a:path>
              </a:pathLst>
            </a:custGeom>
            <a:solidFill>
              <a:srgbClr val="C47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C3EBA59-7FDC-4D5A-89E0-3EBF2137E268}"/>
              </a:ext>
            </a:extLst>
          </p:cNvPr>
          <p:cNvSpPr txBox="1"/>
          <p:nvPr/>
        </p:nvSpPr>
        <p:spPr>
          <a:xfrm>
            <a:off x="4152340" y="5023077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prstClr val="white"/>
                </a:solidFill>
                <a:latin typeface="Calibri" panose="020F0502020204030204"/>
              </a:rPr>
              <a:t>4</a:t>
            </a:r>
            <a:endParaRPr kumimoji="0" lang="en-US" sz="6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2245DD-4B28-4ED0-A377-3C09C5E3ECA6}"/>
              </a:ext>
            </a:extLst>
          </p:cNvPr>
          <p:cNvGrpSpPr/>
          <p:nvPr/>
        </p:nvGrpSpPr>
        <p:grpSpPr>
          <a:xfrm>
            <a:off x="8241158" y="5115507"/>
            <a:ext cx="4109876" cy="830997"/>
            <a:chOff x="8241158" y="5115507"/>
            <a:chExt cx="4109876" cy="8309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359426D-6507-4A4D-865A-8697FD7ED0F5}"/>
                </a:ext>
              </a:extLst>
            </p:cNvPr>
            <p:cNvSpPr/>
            <p:nvPr/>
          </p:nvSpPr>
          <p:spPr>
            <a:xfrm>
              <a:off x="8241158" y="5376171"/>
              <a:ext cx="395690" cy="39569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171E57-A783-4343-937A-0E7343821ADD}"/>
                </a:ext>
              </a:extLst>
            </p:cNvPr>
            <p:cNvSpPr txBox="1"/>
            <p:nvPr/>
          </p:nvSpPr>
          <p:spPr>
            <a:xfrm>
              <a:off x="8795882" y="5115507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59F075A-DA45-4D9C-BF34-B343B002CBF5}"/>
              </a:ext>
            </a:extLst>
          </p:cNvPr>
          <p:cNvGrpSpPr/>
          <p:nvPr/>
        </p:nvGrpSpPr>
        <p:grpSpPr>
          <a:xfrm>
            <a:off x="8241158" y="3708353"/>
            <a:ext cx="4109876" cy="830997"/>
            <a:chOff x="8241158" y="3708353"/>
            <a:chExt cx="4109876" cy="830997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432D04-1B9A-4A8E-ACAB-0F7A81D5990E}"/>
                </a:ext>
              </a:extLst>
            </p:cNvPr>
            <p:cNvSpPr/>
            <p:nvPr/>
          </p:nvSpPr>
          <p:spPr>
            <a:xfrm>
              <a:off x="8241158" y="3969017"/>
              <a:ext cx="395690" cy="395690"/>
            </a:xfrm>
            <a:prstGeom prst="ellipse">
              <a:avLst/>
            </a:prstGeom>
            <a:solidFill>
              <a:srgbClr val="00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4C1C1C-3953-4934-A6A6-766E4120969D}"/>
                </a:ext>
              </a:extLst>
            </p:cNvPr>
            <p:cNvSpPr txBox="1"/>
            <p:nvPr/>
          </p:nvSpPr>
          <p:spPr>
            <a:xfrm>
              <a:off x="8795882" y="3708353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BE0B55E-AE18-4988-80E3-A7495A55DD4F}"/>
              </a:ext>
            </a:extLst>
          </p:cNvPr>
          <p:cNvGrpSpPr/>
          <p:nvPr/>
        </p:nvGrpSpPr>
        <p:grpSpPr>
          <a:xfrm>
            <a:off x="8241158" y="2279291"/>
            <a:ext cx="4109876" cy="830997"/>
            <a:chOff x="8241158" y="2279291"/>
            <a:chExt cx="4109876" cy="830997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62CA1A6-05E7-4A5A-93AA-00019510FB5A}"/>
                </a:ext>
              </a:extLst>
            </p:cNvPr>
            <p:cNvSpPr/>
            <p:nvPr/>
          </p:nvSpPr>
          <p:spPr>
            <a:xfrm>
              <a:off x="8241158" y="2539955"/>
              <a:ext cx="395690" cy="395690"/>
            </a:xfrm>
            <a:prstGeom prst="ellipse">
              <a:avLst/>
            </a:prstGeom>
            <a:solidFill>
              <a:srgbClr val="CC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ED222E-255E-4371-99F1-76A7EF37C24A}"/>
                </a:ext>
              </a:extLst>
            </p:cNvPr>
            <p:cNvSpPr txBox="1"/>
            <p:nvPr/>
          </p:nvSpPr>
          <p:spPr>
            <a:xfrm>
              <a:off x="8795882" y="2279291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BA4835-4A95-4327-BEB4-609CB9E75B9C}"/>
              </a:ext>
            </a:extLst>
          </p:cNvPr>
          <p:cNvGrpSpPr/>
          <p:nvPr/>
        </p:nvGrpSpPr>
        <p:grpSpPr>
          <a:xfrm>
            <a:off x="8241158" y="1036793"/>
            <a:ext cx="4109876" cy="830997"/>
            <a:chOff x="8241158" y="1036793"/>
            <a:chExt cx="4109876" cy="830997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8D6CF35-49AD-46F6-B7EB-47A7F4709B1F}"/>
                </a:ext>
              </a:extLst>
            </p:cNvPr>
            <p:cNvSpPr/>
            <p:nvPr/>
          </p:nvSpPr>
          <p:spPr>
            <a:xfrm>
              <a:off x="8241158" y="1297457"/>
              <a:ext cx="395690" cy="39569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A027DBD-9650-48CB-AFA7-8E424B091BBF}"/>
                </a:ext>
              </a:extLst>
            </p:cNvPr>
            <p:cNvSpPr txBox="1"/>
            <p:nvPr/>
          </p:nvSpPr>
          <p:spPr>
            <a:xfrm>
              <a:off x="8795882" y="1036793"/>
              <a:ext cx="35551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Lorem ipsum dolor sit amet, consectetuer adipiscing elit. Maecenas porttitor congue massa. 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03A9D037-D3D8-4484-8B69-5DF14D22D23C}"/>
              </a:ext>
            </a:extLst>
          </p:cNvPr>
          <p:cNvSpPr/>
          <p:nvPr/>
        </p:nvSpPr>
        <p:spPr>
          <a:xfrm>
            <a:off x="1516146" y="850007"/>
            <a:ext cx="5636176" cy="33948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69226F-06AA-4DD5-9439-B33A03329DED}"/>
              </a:ext>
            </a:extLst>
          </p:cNvPr>
          <p:cNvSpPr/>
          <p:nvPr/>
        </p:nvSpPr>
        <p:spPr>
          <a:xfrm rot="20982183">
            <a:off x="3639477" y="4885448"/>
            <a:ext cx="1696099" cy="2043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2125B0C-DE8E-483B-A1AD-664429F75DE3}"/>
              </a:ext>
            </a:extLst>
          </p:cNvPr>
          <p:cNvSpPr/>
          <p:nvPr/>
        </p:nvSpPr>
        <p:spPr>
          <a:xfrm rot="21031664">
            <a:off x="2321108" y="2139188"/>
            <a:ext cx="4411105" cy="33948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AB3300-EC06-46D2-82FC-68C3B638B000}"/>
              </a:ext>
            </a:extLst>
          </p:cNvPr>
          <p:cNvSpPr/>
          <p:nvPr/>
        </p:nvSpPr>
        <p:spPr>
          <a:xfrm rot="302081">
            <a:off x="2677867" y="3365487"/>
            <a:ext cx="3176604" cy="33948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43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rgbClr val="E5E5E5"/>
            </a:gs>
            <a:gs pos="46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93">
            <a:extLst>
              <a:ext uri="{FF2B5EF4-FFF2-40B4-BE49-F238E27FC236}">
                <a16:creationId xmlns:a16="http://schemas.microsoft.com/office/drawing/2014/main" id="{3A13F8F2-7531-45D7-B53A-719B53E36210}"/>
              </a:ext>
            </a:extLst>
          </p:cNvPr>
          <p:cNvSpPr/>
          <p:nvPr/>
        </p:nvSpPr>
        <p:spPr>
          <a:xfrm>
            <a:off x="4292101" y="6312739"/>
            <a:ext cx="3157887" cy="417412"/>
          </a:xfrm>
          <a:prstGeom prst="ellipse">
            <a:avLst/>
          </a:prstGeom>
          <a:gradFill flip="none" rotWithShape="1">
            <a:gsLst>
              <a:gs pos="80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569226F-06AA-4DD5-9439-B33A03329DED}"/>
              </a:ext>
            </a:extLst>
          </p:cNvPr>
          <p:cNvSpPr/>
          <p:nvPr/>
        </p:nvSpPr>
        <p:spPr>
          <a:xfrm rot="20982183">
            <a:off x="5167992" y="4836549"/>
            <a:ext cx="1470217" cy="177127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2125B0C-DE8E-483B-A1AD-664429F75DE3}"/>
              </a:ext>
            </a:extLst>
          </p:cNvPr>
          <p:cNvSpPr/>
          <p:nvPr/>
        </p:nvSpPr>
        <p:spPr>
          <a:xfrm rot="21031664">
            <a:off x="4025203" y="2447172"/>
            <a:ext cx="3823646" cy="29427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AB3300-EC06-46D2-82FC-68C3B638B000}"/>
              </a:ext>
            </a:extLst>
          </p:cNvPr>
          <p:cNvSpPr/>
          <p:nvPr/>
        </p:nvSpPr>
        <p:spPr>
          <a:xfrm rot="302081">
            <a:off x="4334450" y="3510156"/>
            <a:ext cx="2753553" cy="294275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A9D037-D3D8-4484-8B69-5DF14D22D23C}"/>
              </a:ext>
            </a:extLst>
          </p:cNvPr>
          <p:cNvSpPr/>
          <p:nvPr/>
        </p:nvSpPr>
        <p:spPr>
          <a:xfrm>
            <a:off x="3327444" y="1329681"/>
            <a:ext cx="4885566" cy="2942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B1E9D1-0FA0-40D5-B4D9-776B2D8F8B0C}"/>
              </a:ext>
            </a:extLst>
          </p:cNvPr>
          <p:cNvSpPr/>
          <p:nvPr/>
        </p:nvSpPr>
        <p:spPr>
          <a:xfrm>
            <a:off x="5379752" y="3795479"/>
            <a:ext cx="857849" cy="857849"/>
          </a:xfrm>
          <a:prstGeom prst="ellipse">
            <a:avLst/>
          </a:prstGeom>
          <a:solidFill>
            <a:srgbClr val="008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EF6A34-79A5-4671-9582-86774B86A2DA}"/>
              </a:ext>
            </a:extLst>
          </p:cNvPr>
          <p:cNvSpPr/>
          <p:nvPr/>
        </p:nvSpPr>
        <p:spPr>
          <a:xfrm>
            <a:off x="4131824" y="203426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0B692B8-8761-4B80-9253-624281C6757E}"/>
              </a:ext>
            </a:extLst>
          </p:cNvPr>
          <p:cNvSpPr/>
          <p:nvPr/>
        </p:nvSpPr>
        <p:spPr>
          <a:xfrm>
            <a:off x="6353106" y="229658"/>
            <a:ext cx="857849" cy="85784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20E2F99-0AB3-40A5-AB49-009FA91467C8}"/>
              </a:ext>
            </a:extLst>
          </p:cNvPr>
          <p:cNvSpPr/>
          <p:nvPr/>
        </p:nvSpPr>
        <p:spPr>
          <a:xfrm flipV="1">
            <a:off x="3311948" y="1437079"/>
            <a:ext cx="4916558" cy="1164800"/>
          </a:xfrm>
          <a:custGeom>
            <a:avLst/>
            <a:gdLst>
              <a:gd name="connsiteX0" fmla="*/ 4876885 w 4916558"/>
              <a:gd name="connsiteY0" fmla="*/ 1164800 h 1164800"/>
              <a:gd name="connsiteX1" fmla="*/ 4916558 w 4916558"/>
              <a:gd name="connsiteY1" fmla="*/ 1164800 h 1164800"/>
              <a:gd name="connsiteX2" fmla="*/ 4906530 w 4916558"/>
              <a:gd name="connsiteY2" fmla="*/ 1147087 h 1164800"/>
              <a:gd name="connsiteX3" fmla="*/ 0 w 4916558"/>
              <a:gd name="connsiteY3" fmla="*/ 1164800 h 1164800"/>
              <a:gd name="connsiteX4" fmla="*/ 63988 w 4916558"/>
              <a:gd name="connsiteY4" fmla="*/ 1164800 h 1164800"/>
              <a:gd name="connsiteX5" fmla="*/ 27653 w 4916558"/>
              <a:gd name="connsiteY5" fmla="*/ 1143090 h 1164800"/>
              <a:gd name="connsiteX6" fmla="*/ 2470436 w 4916558"/>
              <a:gd name="connsiteY6" fmla="*/ 995952 h 1164800"/>
              <a:gd name="connsiteX7" fmla="*/ 4863590 w 4916558"/>
              <a:gd name="connsiteY7" fmla="*/ 1113437 h 1164800"/>
              <a:gd name="connsiteX8" fmla="*/ 4899691 w 4916558"/>
              <a:gd name="connsiteY8" fmla="*/ 1135007 h 1164800"/>
              <a:gd name="connsiteX9" fmla="*/ 4584882 w 4916558"/>
              <a:gd name="connsiteY9" fmla="*/ 578943 h 1164800"/>
              <a:gd name="connsiteX10" fmla="*/ 659437 w 4916558"/>
              <a:gd name="connsiteY10" fmla="*/ 0 h 116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6558" h="1164800">
                <a:moveTo>
                  <a:pt x="4876885" y="1164800"/>
                </a:moveTo>
                <a:lnTo>
                  <a:pt x="4916558" y="1164800"/>
                </a:lnTo>
                <a:lnTo>
                  <a:pt x="4906530" y="1147087"/>
                </a:lnTo>
                <a:close/>
                <a:moveTo>
                  <a:pt x="0" y="1164800"/>
                </a:moveTo>
                <a:lnTo>
                  <a:pt x="63988" y="1164800"/>
                </a:lnTo>
                <a:lnTo>
                  <a:pt x="27653" y="1143090"/>
                </a:lnTo>
                <a:cubicBezTo>
                  <a:pt x="27653" y="1061828"/>
                  <a:pt x="1121324" y="995952"/>
                  <a:pt x="2470436" y="995952"/>
                </a:cubicBezTo>
                <a:cubicBezTo>
                  <a:pt x="3650909" y="995952"/>
                  <a:pt x="4635810" y="1046389"/>
                  <a:pt x="4863590" y="1113437"/>
                </a:cubicBezTo>
                <a:lnTo>
                  <a:pt x="4899691" y="1135007"/>
                </a:lnTo>
                <a:lnTo>
                  <a:pt x="4584882" y="578943"/>
                </a:lnTo>
                <a:lnTo>
                  <a:pt x="659437" y="0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D5271A-4312-4E52-98F1-12443EFC88E5}"/>
              </a:ext>
            </a:extLst>
          </p:cNvPr>
          <p:cNvSpPr/>
          <p:nvPr/>
        </p:nvSpPr>
        <p:spPr>
          <a:xfrm flipV="1">
            <a:off x="4226973" y="5916770"/>
            <a:ext cx="3288145" cy="831290"/>
          </a:xfrm>
          <a:custGeom>
            <a:avLst/>
            <a:gdLst>
              <a:gd name="connsiteX0" fmla="*/ 0 w 3288145"/>
              <a:gd name="connsiteY0" fmla="*/ 831290 h 831290"/>
              <a:gd name="connsiteX1" fmla="*/ 165322 w 3288145"/>
              <a:gd name="connsiteY1" fmla="*/ 831290 h 831290"/>
              <a:gd name="connsiteX2" fmla="*/ 165322 w 3288145"/>
              <a:gd name="connsiteY2" fmla="*/ 675120 h 831290"/>
              <a:gd name="connsiteX3" fmla="*/ 696516 w 3288145"/>
              <a:gd name="connsiteY3" fmla="*/ 143926 h 831290"/>
              <a:gd name="connsiteX4" fmla="*/ 2614833 w 3288145"/>
              <a:gd name="connsiteY4" fmla="*/ 143926 h 831290"/>
              <a:gd name="connsiteX5" fmla="*/ 3146027 w 3288145"/>
              <a:gd name="connsiteY5" fmla="*/ 675120 h 831290"/>
              <a:gd name="connsiteX6" fmla="*/ 3146027 w 3288145"/>
              <a:gd name="connsiteY6" fmla="*/ 831290 h 831290"/>
              <a:gd name="connsiteX7" fmla="*/ 3288145 w 3288145"/>
              <a:gd name="connsiteY7" fmla="*/ 831290 h 831290"/>
              <a:gd name="connsiteX8" fmla="*/ 3288145 w 3288145"/>
              <a:gd name="connsiteY8" fmla="*/ 527435 h 831290"/>
              <a:gd name="connsiteX9" fmla="*/ 2760710 w 3288145"/>
              <a:gd name="connsiteY9" fmla="*/ 0 h 831290"/>
              <a:gd name="connsiteX10" fmla="*/ 527435 w 3288145"/>
              <a:gd name="connsiteY10" fmla="*/ 0 h 831290"/>
              <a:gd name="connsiteX11" fmla="*/ 0 w 3288145"/>
              <a:gd name="connsiteY11" fmla="*/ 527435 h 83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88145" h="831290">
                <a:moveTo>
                  <a:pt x="0" y="831290"/>
                </a:moveTo>
                <a:lnTo>
                  <a:pt x="165322" y="831290"/>
                </a:lnTo>
                <a:lnTo>
                  <a:pt x="165322" y="675120"/>
                </a:lnTo>
                <a:cubicBezTo>
                  <a:pt x="165322" y="381750"/>
                  <a:pt x="403146" y="143926"/>
                  <a:pt x="696516" y="143926"/>
                </a:cubicBezTo>
                <a:lnTo>
                  <a:pt x="2614833" y="143926"/>
                </a:lnTo>
                <a:cubicBezTo>
                  <a:pt x="2908203" y="143926"/>
                  <a:pt x="3146027" y="381750"/>
                  <a:pt x="3146027" y="675120"/>
                </a:cubicBezTo>
                <a:lnTo>
                  <a:pt x="3146027" y="831290"/>
                </a:lnTo>
                <a:lnTo>
                  <a:pt x="3288145" y="831290"/>
                </a:lnTo>
                <a:lnTo>
                  <a:pt x="3288145" y="527435"/>
                </a:lnTo>
                <a:cubicBezTo>
                  <a:pt x="3288145" y="236141"/>
                  <a:pt x="3052004" y="0"/>
                  <a:pt x="2760710" y="0"/>
                </a:cubicBezTo>
                <a:lnTo>
                  <a:pt x="527435" y="0"/>
                </a:lnTo>
                <a:cubicBezTo>
                  <a:pt x="236141" y="0"/>
                  <a:pt x="0" y="236141"/>
                  <a:pt x="0" y="52743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A6B330A-5774-42E0-9A18-4D711BA4B69C}"/>
              </a:ext>
            </a:extLst>
          </p:cNvPr>
          <p:cNvSpPr/>
          <p:nvPr/>
        </p:nvSpPr>
        <p:spPr>
          <a:xfrm flipV="1">
            <a:off x="4027055" y="2315216"/>
            <a:ext cx="3793222" cy="1220287"/>
          </a:xfrm>
          <a:custGeom>
            <a:avLst/>
            <a:gdLst>
              <a:gd name="connsiteX0" fmla="*/ 3793222 w 3793222"/>
              <a:gd name="connsiteY0" fmla="*/ 1220287 h 1220287"/>
              <a:gd name="connsiteX1" fmla="*/ 3102372 w 3793222"/>
              <a:gd name="connsiteY1" fmla="*/ 0 h 1220287"/>
              <a:gd name="connsiteX2" fmla="*/ 238995 w 3793222"/>
              <a:gd name="connsiteY2" fmla="*/ 238695 h 1220287"/>
              <a:gd name="connsiteX3" fmla="*/ 0 w 3793222"/>
              <a:gd name="connsiteY3" fmla="*/ 660845 h 1220287"/>
              <a:gd name="connsiteX4" fmla="*/ 54434 w 3793222"/>
              <a:gd name="connsiteY4" fmla="*/ 668873 h 1220287"/>
              <a:gd name="connsiteX5" fmla="*/ 53052 w 3793222"/>
              <a:gd name="connsiteY5" fmla="*/ 668275 h 1220287"/>
              <a:gd name="connsiteX6" fmla="*/ 19620 w 3793222"/>
              <a:gd name="connsiteY6" fmla="*/ 632634 h 1220287"/>
              <a:gd name="connsiteX7" fmla="*/ 1929591 w 3793222"/>
              <a:gd name="connsiteY7" fmla="*/ 802131 h 1220287"/>
              <a:gd name="connsiteX8" fmla="*/ 3652365 w 3793222"/>
              <a:gd name="connsiteY8" fmla="*/ 1180675 h 1220287"/>
              <a:gd name="connsiteX9" fmla="*/ 3718419 w 3793222"/>
              <a:gd name="connsiteY9" fmla="*/ 1209255 h 122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93222" h="1220287">
                <a:moveTo>
                  <a:pt x="3793222" y="1220287"/>
                </a:moveTo>
                <a:lnTo>
                  <a:pt x="3102372" y="0"/>
                </a:lnTo>
                <a:lnTo>
                  <a:pt x="238995" y="238695"/>
                </a:lnTo>
                <a:lnTo>
                  <a:pt x="0" y="660845"/>
                </a:lnTo>
                <a:lnTo>
                  <a:pt x="54434" y="668873"/>
                </a:lnTo>
                <a:lnTo>
                  <a:pt x="53052" y="668275"/>
                </a:lnTo>
                <a:cubicBezTo>
                  <a:pt x="29509" y="654637"/>
                  <a:pt x="17949" y="642654"/>
                  <a:pt x="19620" y="632634"/>
                </a:cubicBezTo>
                <a:cubicBezTo>
                  <a:pt x="32994" y="552480"/>
                  <a:pt x="888116" y="628367"/>
                  <a:pt x="1929591" y="802131"/>
                </a:cubicBezTo>
                <a:cubicBezTo>
                  <a:pt x="2710697" y="932455"/>
                  <a:pt x="3374783" y="1080822"/>
                  <a:pt x="3652365" y="1180675"/>
                </a:cubicBezTo>
                <a:lnTo>
                  <a:pt x="3718419" y="120925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FB4E75E-D0E8-4D8F-A847-EFF1589C2933}"/>
              </a:ext>
            </a:extLst>
          </p:cNvPr>
          <p:cNvSpPr/>
          <p:nvPr/>
        </p:nvSpPr>
        <p:spPr>
          <a:xfrm flipV="1">
            <a:off x="4352651" y="3564663"/>
            <a:ext cx="2717150" cy="1260660"/>
          </a:xfrm>
          <a:custGeom>
            <a:avLst/>
            <a:gdLst>
              <a:gd name="connsiteX0" fmla="*/ 2708773 w 2717150"/>
              <a:gd name="connsiteY0" fmla="*/ 1061087 h 1260660"/>
              <a:gd name="connsiteX1" fmla="*/ 2717150 w 2717150"/>
              <a:gd name="connsiteY1" fmla="*/ 1060389 h 1260660"/>
              <a:gd name="connsiteX2" fmla="*/ 2713882 w 2717150"/>
              <a:gd name="connsiteY2" fmla="*/ 1054616 h 1260660"/>
              <a:gd name="connsiteX3" fmla="*/ 0 w 2717150"/>
              <a:gd name="connsiteY3" fmla="*/ 1260660 h 1260660"/>
              <a:gd name="connsiteX4" fmla="*/ 76045 w 2717150"/>
              <a:gd name="connsiteY4" fmla="*/ 1226751 h 1260660"/>
              <a:gd name="connsiteX5" fmla="*/ 1331847 w 2717150"/>
              <a:gd name="connsiteY5" fmla="*/ 1025903 h 1260660"/>
              <a:gd name="connsiteX6" fmla="*/ 2685760 w 2717150"/>
              <a:gd name="connsiteY6" fmla="*/ 1024565 h 1260660"/>
              <a:gd name="connsiteX7" fmla="*/ 2708126 w 2717150"/>
              <a:gd name="connsiteY7" fmla="*/ 1044448 h 1260660"/>
              <a:gd name="connsiteX8" fmla="*/ 2278740 w 2717150"/>
              <a:gd name="connsiteY8" fmla="*/ 286001 h 1260660"/>
              <a:gd name="connsiteX9" fmla="*/ 713706 w 2717150"/>
              <a:gd name="connsiteY9" fmla="*/ 0 h 126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17150" h="1260660">
                <a:moveTo>
                  <a:pt x="2708773" y="1061087"/>
                </a:moveTo>
                <a:lnTo>
                  <a:pt x="2717150" y="1060389"/>
                </a:lnTo>
                <a:lnTo>
                  <a:pt x="2713882" y="1054616"/>
                </a:lnTo>
                <a:close/>
                <a:moveTo>
                  <a:pt x="0" y="1260660"/>
                </a:moveTo>
                <a:lnTo>
                  <a:pt x="76045" y="1226751"/>
                </a:lnTo>
                <a:cubicBezTo>
                  <a:pt x="279610" y="1155802"/>
                  <a:pt x="763768" y="1075950"/>
                  <a:pt x="1331847" y="1025903"/>
                </a:cubicBezTo>
                <a:cubicBezTo>
                  <a:pt x="1994607" y="967515"/>
                  <a:pt x="2551992" y="969041"/>
                  <a:pt x="2685760" y="1024565"/>
                </a:cubicBezTo>
                <a:lnTo>
                  <a:pt x="2708126" y="1044448"/>
                </a:lnTo>
                <a:lnTo>
                  <a:pt x="2278740" y="286001"/>
                </a:lnTo>
                <a:lnTo>
                  <a:pt x="713706" y="0"/>
                </a:lnTo>
                <a:close/>
              </a:path>
            </a:pathLst>
          </a:cu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222E15A-7B74-455F-B232-9F9AA619A8FE}"/>
              </a:ext>
            </a:extLst>
          </p:cNvPr>
          <p:cNvSpPr/>
          <p:nvPr/>
        </p:nvSpPr>
        <p:spPr>
          <a:xfrm flipV="1">
            <a:off x="5202328" y="4816302"/>
            <a:ext cx="1401547" cy="714247"/>
          </a:xfrm>
          <a:custGeom>
            <a:avLst/>
            <a:gdLst>
              <a:gd name="connsiteX0" fmla="*/ 1401547 w 1401547"/>
              <a:gd name="connsiteY0" fmla="*/ 714247 h 714247"/>
              <a:gd name="connsiteX1" fmla="*/ 1067845 w 1401547"/>
              <a:gd name="connsiteY1" fmla="*/ 124810 h 714247"/>
              <a:gd name="connsiteX2" fmla="*/ 263586 w 1401547"/>
              <a:gd name="connsiteY2" fmla="*/ 0 h 714247"/>
              <a:gd name="connsiteX3" fmla="*/ 0 w 1401547"/>
              <a:gd name="connsiteY3" fmla="*/ 465587 h 714247"/>
              <a:gd name="connsiteX4" fmla="*/ 44169 w 1401547"/>
              <a:gd name="connsiteY4" fmla="*/ 457070 h 714247"/>
              <a:gd name="connsiteX5" fmla="*/ 720269 w 1401547"/>
              <a:gd name="connsiteY5" fmla="*/ 524925 h 714247"/>
              <a:gd name="connsiteX6" fmla="*/ 1377032 w 1401547"/>
              <a:gd name="connsiteY6" fmla="*/ 699219 h 71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1547" h="714247">
                <a:moveTo>
                  <a:pt x="1401547" y="714247"/>
                </a:moveTo>
                <a:lnTo>
                  <a:pt x="1067845" y="124810"/>
                </a:lnTo>
                <a:lnTo>
                  <a:pt x="263586" y="0"/>
                </a:lnTo>
                <a:lnTo>
                  <a:pt x="0" y="465587"/>
                </a:lnTo>
                <a:lnTo>
                  <a:pt x="44169" y="457070"/>
                </a:lnTo>
                <a:cubicBezTo>
                  <a:pt x="159649" y="445742"/>
                  <a:pt x="420682" y="470497"/>
                  <a:pt x="720269" y="524925"/>
                </a:cubicBezTo>
                <a:cubicBezTo>
                  <a:pt x="1019857" y="579352"/>
                  <a:pt x="1272915" y="647996"/>
                  <a:pt x="1377032" y="699219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E40D3AD-3186-4954-8F35-CBE264CAF8BA}"/>
              </a:ext>
            </a:extLst>
          </p:cNvPr>
          <p:cNvSpPr/>
          <p:nvPr/>
        </p:nvSpPr>
        <p:spPr>
          <a:xfrm flipV="1">
            <a:off x="3311948" y="1439223"/>
            <a:ext cx="1464370" cy="1164799"/>
          </a:xfrm>
          <a:custGeom>
            <a:avLst/>
            <a:gdLst>
              <a:gd name="connsiteX0" fmla="*/ 0 w 1464370"/>
              <a:gd name="connsiteY0" fmla="*/ 1164799 h 1164799"/>
              <a:gd name="connsiteX1" fmla="*/ 63988 w 1464370"/>
              <a:gd name="connsiteY1" fmla="*/ 1164799 h 1164799"/>
              <a:gd name="connsiteX2" fmla="*/ 27653 w 1464370"/>
              <a:gd name="connsiteY2" fmla="*/ 1143089 h 1164799"/>
              <a:gd name="connsiteX3" fmla="*/ 1104653 w 1464370"/>
              <a:gd name="connsiteY3" fmla="*/ 1021080 h 1164799"/>
              <a:gd name="connsiteX4" fmla="*/ 1192832 w 1464370"/>
              <a:gd name="connsiteY4" fmla="*/ 1018197 h 1164799"/>
              <a:gd name="connsiteX5" fmla="*/ 1464370 w 1464370"/>
              <a:gd name="connsiteY5" fmla="*/ 118715 h 1164799"/>
              <a:gd name="connsiteX6" fmla="*/ 659438 w 1464370"/>
              <a:gd name="connsiteY6" fmla="*/ 0 h 116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4370" h="1164799">
                <a:moveTo>
                  <a:pt x="0" y="1164799"/>
                </a:moveTo>
                <a:lnTo>
                  <a:pt x="63988" y="1164799"/>
                </a:lnTo>
                <a:lnTo>
                  <a:pt x="27653" y="1143089"/>
                </a:lnTo>
                <a:cubicBezTo>
                  <a:pt x="27653" y="1092300"/>
                  <a:pt x="454869" y="1047522"/>
                  <a:pt x="1104653" y="1021080"/>
                </a:cubicBezTo>
                <a:lnTo>
                  <a:pt x="1192832" y="1018197"/>
                </a:lnTo>
                <a:lnTo>
                  <a:pt x="1464370" y="118715"/>
                </a:lnTo>
                <a:lnTo>
                  <a:pt x="659438" y="0"/>
                </a:lnTo>
                <a:close/>
              </a:path>
            </a:pathLst>
          </a:custGeom>
          <a:solidFill>
            <a:srgbClr val="005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79F19C1-4925-4636-8BDE-1CFA0574B4B9}"/>
              </a:ext>
            </a:extLst>
          </p:cNvPr>
          <p:cNvSpPr/>
          <p:nvPr/>
        </p:nvSpPr>
        <p:spPr>
          <a:xfrm flipV="1">
            <a:off x="4031650" y="2867413"/>
            <a:ext cx="958023" cy="490118"/>
          </a:xfrm>
          <a:custGeom>
            <a:avLst/>
            <a:gdLst>
              <a:gd name="connsiteX0" fmla="*/ 54432 w 958023"/>
              <a:gd name="connsiteY0" fmla="*/ 490118 h 490118"/>
              <a:gd name="connsiteX1" fmla="*/ 53052 w 958023"/>
              <a:gd name="connsiteY1" fmla="*/ 489520 h 490118"/>
              <a:gd name="connsiteX2" fmla="*/ 19620 w 958023"/>
              <a:gd name="connsiteY2" fmla="*/ 453879 h 490118"/>
              <a:gd name="connsiteX3" fmla="*/ 589067 w 958023"/>
              <a:gd name="connsiteY3" fmla="*/ 443408 h 490118"/>
              <a:gd name="connsiteX4" fmla="*/ 817126 w 958023"/>
              <a:gd name="connsiteY4" fmla="*/ 466730 h 490118"/>
              <a:gd name="connsiteX5" fmla="*/ 958023 w 958023"/>
              <a:gd name="connsiteY5" fmla="*/ 0 h 490118"/>
              <a:gd name="connsiteX6" fmla="*/ 238995 w 958023"/>
              <a:gd name="connsiteY6" fmla="*/ 59939 h 490118"/>
              <a:gd name="connsiteX7" fmla="*/ 0 w 958023"/>
              <a:gd name="connsiteY7" fmla="*/ 482090 h 49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8023" h="490118">
                <a:moveTo>
                  <a:pt x="54432" y="490118"/>
                </a:moveTo>
                <a:lnTo>
                  <a:pt x="53052" y="489520"/>
                </a:lnTo>
                <a:cubicBezTo>
                  <a:pt x="29508" y="475882"/>
                  <a:pt x="17949" y="463898"/>
                  <a:pt x="19620" y="453879"/>
                </a:cubicBezTo>
                <a:cubicBezTo>
                  <a:pt x="26307" y="413802"/>
                  <a:pt x="243431" y="412735"/>
                  <a:pt x="589067" y="443408"/>
                </a:cubicBezTo>
                <a:lnTo>
                  <a:pt x="817126" y="466730"/>
                </a:lnTo>
                <a:lnTo>
                  <a:pt x="958023" y="0"/>
                </a:lnTo>
                <a:lnTo>
                  <a:pt x="238995" y="59939"/>
                </a:lnTo>
                <a:lnTo>
                  <a:pt x="0" y="482090"/>
                </a:lnTo>
                <a:close/>
              </a:path>
            </a:pathLst>
          </a:custGeom>
          <a:solidFill>
            <a:srgbClr val="008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F69D3E9-934D-4A74-9532-34DB8C5F6D95}"/>
              </a:ext>
            </a:extLst>
          </p:cNvPr>
          <p:cNvSpPr/>
          <p:nvPr/>
        </p:nvSpPr>
        <p:spPr>
          <a:xfrm flipV="1">
            <a:off x="4352651" y="3564661"/>
            <a:ext cx="1025121" cy="1260662"/>
          </a:xfrm>
          <a:custGeom>
            <a:avLst/>
            <a:gdLst>
              <a:gd name="connsiteX0" fmla="*/ 0 w 1025121"/>
              <a:gd name="connsiteY0" fmla="*/ 1260662 h 1260662"/>
              <a:gd name="connsiteX1" fmla="*/ 76047 w 1025121"/>
              <a:gd name="connsiteY1" fmla="*/ 1226752 h 1260662"/>
              <a:gd name="connsiteX2" fmla="*/ 567255 w 1025121"/>
              <a:gd name="connsiteY2" fmla="*/ 1118490 h 1260662"/>
              <a:gd name="connsiteX3" fmla="*/ 711023 w 1025121"/>
              <a:gd name="connsiteY3" fmla="*/ 1097376 h 1260662"/>
              <a:gd name="connsiteX4" fmla="*/ 1025121 w 1025121"/>
              <a:gd name="connsiteY4" fmla="*/ 56910 h 1260662"/>
              <a:gd name="connsiteX5" fmla="*/ 713707 w 1025121"/>
              <a:gd name="connsiteY5" fmla="*/ 0 h 126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5121" h="1260662">
                <a:moveTo>
                  <a:pt x="0" y="1260662"/>
                </a:moveTo>
                <a:lnTo>
                  <a:pt x="76047" y="1226752"/>
                </a:lnTo>
                <a:cubicBezTo>
                  <a:pt x="177830" y="1191277"/>
                  <a:pt x="349760" y="1153577"/>
                  <a:pt x="567255" y="1118490"/>
                </a:cubicBezTo>
                <a:lnTo>
                  <a:pt x="711023" y="1097376"/>
                </a:lnTo>
                <a:lnTo>
                  <a:pt x="1025121" y="56910"/>
                </a:lnTo>
                <a:lnTo>
                  <a:pt x="713707" y="0"/>
                </a:lnTo>
                <a:close/>
              </a:path>
            </a:pathLst>
          </a:custGeom>
          <a:solidFill>
            <a:srgbClr val="A200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1B4977D-8978-4648-9DEF-418E9219A1C9}"/>
              </a:ext>
            </a:extLst>
          </p:cNvPr>
          <p:cNvSpPr/>
          <p:nvPr/>
        </p:nvSpPr>
        <p:spPr>
          <a:xfrm flipV="1">
            <a:off x="5202328" y="5068628"/>
            <a:ext cx="426308" cy="459516"/>
          </a:xfrm>
          <a:custGeom>
            <a:avLst/>
            <a:gdLst>
              <a:gd name="connsiteX0" fmla="*/ 0 w 426308"/>
              <a:gd name="connsiteY0" fmla="*/ 459516 h 459516"/>
              <a:gd name="connsiteX1" fmla="*/ 44169 w 426308"/>
              <a:gd name="connsiteY1" fmla="*/ 450999 h 459516"/>
              <a:gd name="connsiteX2" fmla="*/ 204204 w 426308"/>
              <a:gd name="connsiteY2" fmla="*/ 451461 h 459516"/>
              <a:gd name="connsiteX3" fmla="*/ 295575 w 426308"/>
              <a:gd name="connsiteY3" fmla="*/ 458845 h 459516"/>
              <a:gd name="connsiteX4" fmla="*/ 426308 w 426308"/>
              <a:gd name="connsiteY4" fmla="*/ 25786 h 459516"/>
              <a:gd name="connsiteX5" fmla="*/ 260150 w 426308"/>
              <a:gd name="connsiteY5" fmla="*/ 0 h 45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308" h="459516">
                <a:moveTo>
                  <a:pt x="0" y="459516"/>
                </a:moveTo>
                <a:lnTo>
                  <a:pt x="44169" y="450999"/>
                </a:lnTo>
                <a:cubicBezTo>
                  <a:pt x="82662" y="447223"/>
                  <a:pt x="137328" y="447456"/>
                  <a:pt x="204204" y="451461"/>
                </a:cubicBezTo>
                <a:lnTo>
                  <a:pt x="295575" y="458845"/>
                </a:lnTo>
                <a:lnTo>
                  <a:pt x="426308" y="25786"/>
                </a:lnTo>
                <a:lnTo>
                  <a:pt x="260150" y="0"/>
                </a:lnTo>
                <a:close/>
              </a:path>
            </a:pathLst>
          </a:custGeom>
          <a:solidFill>
            <a:srgbClr val="C4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F92CED-FB3A-44BA-B4CF-E1C5DA7B5CB8}"/>
              </a:ext>
            </a:extLst>
          </p:cNvPr>
          <p:cNvSpPr txBox="1"/>
          <p:nvPr/>
        </p:nvSpPr>
        <p:spPr>
          <a:xfrm>
            <a:off x="5616261" y="151337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1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C5EC00-D598-428D-832D-2AFB2C51FB08}"/>
              </a:ext>
            </a:extLst>
          </p:cNvPr>
          <p:cNvSpPr txBox="1"/>
          <p:nvPr/>
        </p:nvSpPr>
        <p:spPr>
          <a:xfrm>
            <a:off x="5735669" y="266085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7C14EE-40AB-426D-B530-C0E3C5FB31D4}"/>
              </a:ext>
            </a:extLst>
          </p:cNvPr>
          <p:cNvSpPr txBox="1"/>
          <p:nvPr/>
        </p:nvSpPr>
        <p:spPr>
          <a:xfrm>
            <a:off x="5711226" y="384104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E58BF0-59EE-4DEF-A5DE-F3A2E66E2757}"/>
              </a:ext>
            </a:extLst>
          </p:cNvPr>
          <p:cNvSpPr txBox="1"/>
          <p:nvPr/>
        </p:nvSpPr>
        <p:spPr>
          <a:xfrm>
            <a:off x="5735669" y="487813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4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87446-8B14-4938-92B8-BB970D896B85}"/>
              </a:ext>
            </a:extLst>
          </p:cNvPr>
          <p:cNvCxnSpPr>
            <a:cxnSpLocks/>
          </p:cNvCxnSpPr>
          <p:nvPr/>
        </p:nvCxnSpPr>
        <p:spPr>
          <a:xfrm>
            <a:off x="2823411" y="1979615"/>
            <a:ext cx="2592071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7ABB102-41F6-484C-9038-BF8EDD6CD637}"/>
              </a:ext>
            </a:extLst>
          </p:cNvPr>
          <p:cNvCxnSpPr>
            <a:cxnSpLocks/>
          </p:cNvCxnSpPr>
          <p:nvPr/>
        </p:nvCxnSpPr>
        <p:spPr>
          <a:xfrm flipH="1">
            <a:off x="6251140" y="3014794"/>
            <a:ext cx="1977366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98911D6-4127-42FC-AE81-B1641395075C}"/>
              </a:ext>
            </a:extLst>
          </p:cNvPr>
          <p:cNvCxnSpPr>
            <a:cxnSpLocks/>
          </p:cNvCxnSpPr>
          <p:nvPr/>
        </p:nvCxnSpPr>
        <p:spPr>
          <a:xfrm flipH="1">
            <a:off x="6251139" y="5143651"/>
            <a:ext cx="1128229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6C98A5-5DC6-47A9-AC77-599B426B5EA2}"/>
              </a:ext>
            </a:extLst>
          </p:cNvPr>
          <p:cNvCxnSpPr>
            <a:cxnSpLocks/>
          </p:cNvCxnSpPr>
          <p:nvPr/>
        </p:nvCxnSpPr>
        <p:spPr>
          <a:xfrm>
            <a:off x="3818021" y="4193407"/>
            <a:ext cx="1724505" cy="0"/>
          </a:xfrm>
          <a:prstGeom prst="straightConnector1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2B0DD08-8A4E-4652-BE1F-9B7ED41300DB}"/>
              </a:ext>
            </a:extLst>
          </p:cNvPr>
          <p:cNvSpPr txBox="1"/>
          <p:nvPr/>
        </p:nvSpPr>
        <p:spPr>
          <a:xfrm>
            <a:off x="641685" y="1635849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B0DBB8-7A7E-4752-AC2F-AB2D9480A514}"/>
              </a:ext>
            </a:extLst>
          </p:cNvPr>
          <p:cNvSpPr txBox="1"/>
          <p:nvPr/>
        </p:nvSpPr>
        <p:spPr>
          <a:xfrm>
            <a:off x="1732548" y="3841431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2B02EB7-2A2E-4998-8304-C40FAC51EEC7}"/>
              </a:ext>
            </a:extLst>
          </p:cNvPr>
          <p:cNvSpPr txBox="1"/>
          <p:nvPr/>
        </p:nvSpPr>
        <p:spPr>
          <a:xfrm>
            <a:off x="8146791" y="2660851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9F76D3-C98F-4611-904C-9A9E331750D7}"/>
              </a:ext>
            </a:extLst>
          </p:cNvPr>
          <p:cNvSpPr txBox="1"/>
          <p:nvPr/>
        </p:nvSpPr>
        <p:spPr>
          <a:xfrm>
            <a:off x="7315228" y="4755025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</p:spTree>
    <p:extLst>
      <p:ext uri="{BB962C8B-B14F-4D97-AF65-F5344CB8AC3E}">
        <p14:creationId xmlns:p14="http://schemas.microsoft.com/office/powerpoint/2010/main" val="325527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17000" decel="8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1 3.7037E-7 L 0.10234 0.51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2641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21000" decel="76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4.81481E-6 L -0.07982 0.5129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2622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21000" decel="76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2.29167E-6 -2.22222E-6 L 0.01042 0.28658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1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15" grpId="0" animBg="1"/>
      <p:bldP spid="15" grpId="1" animBg="1"/>
      <p:bldP spid="51" grpId="0" animBg="1"/>
      <p:bldP spid="5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69000">
              <a:srgbClr val="E5E5E5"/>
            </a:gs>
            <a:gs pos="19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>
            <a:extLst>
              <a:ext uri="{FF2B5EF4-FFF2-40B4-BE49-F238E27FC236}">
                <a16:creationId xmlns:a16="http://schemas.microsoft.com/office/drawing/2014/main" id="{9569226F-06AA-4DD5-9439-B33A03329DED}"/>
              </a:ext>
            </a:extLst>
          </p:cNvPr>
          <p:cNvSpPr/>
          <p:nvPr/>
        </p:nvSpPr>
        <p:spPr>
          <a:xfrm rot="20982183">
            <a:off x="5167992" y="4836549"/>
            <a:ext cx="1470217" cy="177127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36191667-3EC8-4F82-B92C-319D8ED5A087}"/>
              </a:ext>
            </a:extLst>
          </p:cNvPr>
          <p:cNvSpPr/>
          <p:nvPr/>
        </p:nvSpPr>
        <p:spPr>
          <a:xfrm rot="21189394">
            <a:off x="5697343" y="4511666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2125B0C-DE8E-483B-A1AD-664429F75DE3}"/>
              </a:ext>
            </a:extLst>
          </p:cNvPr>
          <p:cNvSpPr/>
          <p:nvPr/>
        </p:nvSpPr>
        <p:spPr>
          <a:xfrm rot="21031664">
            <a:off x="4025203" y="2447172"/>
            <a:ext cx="3823646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AB3300-EC06-46D2-82FC-68C3B638B000}"/>
              </a:ext>
            </a:extLst>
          </p:cNvPr>
          <p:cNvSpPr/>
          <p:nvPr/>
        </p:nvSpPr>
        <p:spPr>
          <a:xfrm rot="302081">
            <a:off x="4334450" y="3510156"/>
            <a:ext cx="2753553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3A9D037-D3D8-4484-8B69-5DF14D22D23C}"/>
              </a:ext>
            </a:extLst>
          </p:cNvPr>
          <p:cNvSpPr/>
          <p:nvPr/>
        </p:nvSpPr>
        <p:spPr>
          <a:xfrm>
            <a:off x="3327444" y="1329681"/>
            <a:ext cx="4885566" cy="294275"/>
          </a:xfrm>
          <a:prstGeom prst="ellipse">
            <a:avLst/>
          </a:prstGeom>
          <a:gradFill>
            <a:gsLst>
              <a:gs pos="5000">
                <a:schemeClr val="accent3">
                  <a:lumMod val="0"/>
                  <a:lumOff val="100000"/>
                </a:schemeClr>
              </a:gs>
              <a:gs pos="31000">
                <a:srgbClr val="E5E5E5"/>
              </a:gs>
              <a:gs pos="57000">
                <a:schemeClr val="accent3">
                  <a:lumMod val="10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search">
            <a:extLst>
              <a:ext uri="{FF2B5EF4-FFF2-40B4-BE49-F238E27FC236}">
                <a16:creationId xmlns:a16="http://schemas.microsoft.com/office/drawing/2014/main" id="{F6998352-DAA4-4BEF-BF18-8B11AACD64BC}"/>
              </a:ext>
            </a:extLst>
          </p:cNvPr>
          <p:cNvSpPr/>
          <p:nvPr/>
        </p:nvSpPr>
        <p:spPr>
          <a:xfrm>
            <a:off x="5828747" y="384159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RESEARCH</a:t>
            </a:r>
          </a:p>
        </p:txBody>
      </p:sp>
      <p:sp>
        <p:nvSpPr>
          <p:cNvPr id="32" name="Analysis">
            <a:extLst>
              <a:ext uri="{FF2B5EF4-FFF2-40B4-BE49-F238E27FC236}">
                <a16:creationId xmlns:a16="http://schemas.microsoft.com/office/drawing/2014/main" id="{724B56D7-068C-4CE1-81CB-7BEC4BD6B528}"/>
              </a:ext>
            </a:extLst>
          </p:cNvPr>
          <p:cNvSpPr/>
          <p:nvPr/>
        </p:nvSpPr>
        <p:spPr>
          <a:xfrm>
            <a:off x="4882259" y="3170453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ANALYSIS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3A13F8F2-7531-45D7-B53A-719B53E36210}"/>
              </a:ext>
            </a:extLst>
          </p:cNvPr>
          <p:cNvSpPr/>
          <p:nvPr/>
        </p:nvSpPr>
        <p:spPr>
          <a:xfrm>
            <a:off x="4259493" y="6440588"/>
            <a:ext cx="3157887" cy="417412"/>
          </a:xfrm>
          <a:prstGeom prst="ellipse">
            <a:avLst/>
          </a:prstGeom>
          <a:gradFill flip="none" rotWithShape="1">
            <a:gsLst>
              <a:gs pos="80000">
                <a:schemeClr val="accent3">
                  <a:lumMod val="0"/>
                  <a:lumOff val="100000"/>
                  <a:alpha val="0"/>
                </a:schemeClr>
              </a:gs>
              <a:gs pos="0">
                <a:schemeClr val="accent3">
                  <a:lumMod val="10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ut">
            <a:extLst>
              <a:ext uri="{FF2B5EF4-FFF2-40B4-BE49-F238E27FC236}">
                <a16:creationId xmlns:a16="http://schemas.microsoft.com/office/drawing/2014/main" id="{FDB1E9D1-0FA0-40D5-B4D9-776B2D8F8B0C}"/>
              </a:ext>
            </a:extLst>
          </p:cNvPr>
          <p:cNvSpPr/>
          <p:nvPr/>
        </p:nvSpPr>
        <p:spPr>
          <a:xfrm>
            <a:off x="5504477" y="5732580"/>
            <a:ext cx="857849" cy="857849"/>
          </a:xfrm>
          <a:prstGeom prst="ellipse">
            <a:avLst/>
          </a:prstGeom>
          <a:solidFill>
            <a:srgbClr val="008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RESULT</a:t>
            </a:r>
          </a:p>
        </p:txBody>
      </p:sp>
      <p:sp>
        <p:nvSpPr>
          <p:cNvPr id="15" name="Ideas">
            <a:extLst>
              <a:ext uri="{FF2B5EF4-FFF2-40B4-BE49-F238E27FC236}">
                <a16:creationId xmlns:a16="http://schemas.microsoft.com/office/drawing/2014/main" id="{0EEF6A34-79A5-4671-9582-86774B86A2DA}"/>
              </a:ext>
            </a:extLst>
          </p:cNvPr>
          <p:cNvSpPr/>
          <p:nvPr/>
        </p:nvSpPr>
        <p:spPr>
          <a:xfrm>
            <a:off x="4251348" y="923611"/>
            <a:ext cx="857849" cy="85784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IDEAS</a:t>
            </a:r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2C88F446-A57B-4D5A-9891-E397D9693CCA}"/>
              </a:ext>
            </a:extLst>
          </p:cNvPr>
          <p:cNvSpPr/>
          <p:nvPr/>
        </p:nvSpPr>
        <p:spPr>
          <a:xfrm rot="768936">
            <a:off x="6567677" y="1102988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Info">
            <a:extLst>
              <a:ext uri="{FF2B5EF4-FFF2-40B4-BE49-F238E27FC236}">
                <a16:creationId xmlns:a16="http://schemas.microsoft.com/office/drawing/2014/main" id="{D0B692B8-8761-4B80-9253-624281C6757E}"/>
              </a:ext>
            </a:extLst>
          </p:cNvPr>
          <p:cNvSpPr/>
          <p:nvPr/>
        </p:nvSpPr>
        <p:spPr>
          <a:xfrm>
            <a:off x="5828747" y="2056153"/>
            <a:ext cx="857849" cy="857849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INFO.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20E2F99-0AB3-40A5-AB49-009FA91467C8}"/>
              </a:ext>
            </a:extLst>
          </p:cNvPr>
          <p:cNvSpPr/>
          <p:nvPr/>
        </p:nvSpPr>
        <p:spPr>
          <a:xfrm flipV="1">
            <a:off x="3311948" y="1437079"/>
            <a:ext cx="4916558" cy="1164800"/>
          </a:xfrm>
          <a:custGeom>
            <a:avLst/>
            <a:gdLst>
              <a:gd name="connsiteX0" fmla="*/ 4876885 w 4916558"/>
              <a:gd name="connsiteY0" fmla="*/ 1164800 h 1164800"/>
              <a:gd name="connsiteX1" fmla="*/ 4916558 w 4916558"/>
              <a:gd name="connsiteY1" fmla="*/ 1164800 h 1164800"/>
              <a:gd name="connsiteX2" fmla="*/ 4906530 w 4916558"/>
              <a:gd name="connsiteY2" fmla="*/ 1147087 h 1164800"/>
              <a:gd name="connsiteX3" fmla="*/ 0 w 4916558"/>
              <a:gd name="connsiteY3" fmla="*/ 1164800 h 1164800"/>
              <a:gd name="connsiteX4" fmla="*/ 63988 w 4916558"/>
              <a:gd name="connsiteY4" fmla="*/ 1164800 h 1164800"/>
              <a:gd name="connsiteX5" fmla="*/ 27653 w 4916558"/>
              <a:gd name="connsiteY5" fmla="*/ 1143090 h 1164800"/>
              <a:gd name="connsiteX6" fmla="*/ 2470436 w 4916558"/>
              <a:gd name="connsiteY6" fmla="*/ 995952 h 1164800"/>
              <a:gd name="connsiteX7" fmla="*/ 4863590 w 4916558"/>
              <a:gd name="connsiteY7" fmla="*/ 1113437 h 1164800"/>
              <a:gd name="connsiteX8" fmla="*/ 4899691 w 4916558"/>
              <a:gd name="connsiteY8" fmla="*/ 1135007 h 1164800"/>
              <a:gd name="connsiteX9" fmla="*/ 4584882 w 4916558"/>
              <a:gd name="connsiteY9" fmla="*/ 578943 h 1164800"/>
              <a:gd name="connsiteX10" fmla="*/ 659437 w 4916558"/>
              <a:gd name="connsiteY10" fmla="*/ 0 h 116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16558" h="1164800">
                <a:moveTo>
                  <a:pt x="4876885" y="1164800"/>
                </a:moveTo>
                <a:lnTo>
                  <a:pt x="4916558" y="1164800"/>
                </a:lnTo>
                <a:lnTo>
                  <a:pt x="4906530" y="1147087"/>
                </a:lnTo>
                <a:close/>
                <a:moveTo>
                  <a:pt x="0" y="1164800"/>
                </a:moveTo>
                <a:lnTo>
                  <a:pt x="63988" y="1164800"/>
                </a:lnTo>
                <a:lnTo>
                  <a:pt x="27653" y="1143090"/>
                </a:lnTo>
                <a:cubicBezTo>
                  <a:pt x="27653" y="1061828"/>
                  <a:pt x="1121324" y="995952"/>
                  <a:pt x="2470436" y="995952"/>
                </a:cubicBezTo>
                <a:cubicBezTo>
                  <a:pt x="3650909" y="995952"/>
                  <a:pt x="4635810" y="1046389"/>
                  <a:pt x="4863590" y="1113437"/>
                </a:cubicBezTo>
                <a:lnTo>
                  <a:pt x="4899691" y="1135007"/>
                </a:lnTo>
                <a:lnTo>
                  <a:pt x="4584882" y="578943"/>
                </a:lnTo>
                <a:lnTo>
                  <a:pt x="659437" y="0"/>
                </a:lnTo>
                <a:close/>
              </a:path>
            </a:pathLst>
          </a:cu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02D665DD-6A7D-4830-BB15-2A812C504044}"/>
              </a:ext>
            </a:extLst>
          </p:cNvPr>
          <p:cNvSpPr/>
          <p:nvPr/>
        </p:nvSpPr>
        <p:spPr>
          <a:xfrm>
            <a:off x="5862842" y="3173558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D5271A-4312-4E52-98F1-12443EFC88E5}"/>
              </a:ext>
            </a:extLst>
          </p:cNvPr>
          <p:cNvSpPr/>
          <p:nvPr/>
        </p:nvSpPr>
        <p:spPr>
          <a:xfrm flipV="1">
            <a:off x="4226973" y="6016160"/>
            <a:ext cx="3288145" cy="831290"/>
          </a:xfrm>
          <a:custGeom>
            <a:avLst/>
            <a:gdLst>
              <a:gd name="connsiteX0" fmla="*/ 0 w 3288145"/>
              <a:gd name="connsiteY0" fmla="*/ 831290 h 831290"/>
              <a:gd name="connsiteX1" fmla="*/ 165322 w 3288145"/>
              <a:gd name="connsiteY1" fmla="*/ 831290 h 831290"/>
              <a:gd name="connsiteX2" fmla="*/ 165322 w 3288145"/>
              <a:gd name="connsiteY2" fmla="*/ 675120 h 831290"/>
              <a:gd name="connsiteX3" fmla="*/ 696516 w 3288145"/>
              <a:gd name="connsiteY3" fmla="*/ 143926 h 831290"/>
              <a:gd name="connsiteX4" fmla="*/ 2614833 w 3288145"/>
              <a:gd name="connsiteY4" fmla="*/ 143926 h 831290"/>
              <a:gd name="connsiteX5" fmla="*/ 3146027 w 3288145"/>
              <a:gd name="connsiteY5" fmla="*/ 675120 h 831290"/>
              <a:gd name="connsiteX6" fmla="*/ 3146027 w 3288145"/>
              <a:gd name="connsiteY6" fmla="*/ 831290 h 831290"/>
              <a:gd name="connsiteX7" fmla="*/ 3288145 w 3288145"/>
              <a:gd name="connsiteY7" fmla="*/ 831290 h 831290"/>
              <a:gd name="connsiteX8" fmla="*/ 3288145 w 3288145"/>
              <a:gd name="connsiteY8" fmla="*/ 527435 h 831290"/>
              <a:gd name="connsiteX9" fmla="*/ 2760710 w 3288145"/>
              <a:gd name="connsiteY9" fmla="*/ 0 h 831290"/>
              <a:gd name="connsiteX10" fmla="*/ 527435 w 3288145"/>
              <a:gd name="connsiteY10" fmla="*/ 0 h 831290"/>
              <a:gd name="connsiteX11" fmla="*/ 0 w 3288145"/>
              <a:gd name="connsiteY11" fmla="*/ 527435 h 831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88145" h="831290">
                <a:moveTo>
                  <a:pt x="0" y="831290"/>
                </a:moveTo>
                <a:lnTo>
                  <a:pt x="165322" y="831290"/>
                </a:lnTo>
                <a:lnTo>
                  <a:pt x="165322" y="675120"/>
                </a:lnTo>
                <a:cubicBezTo>
                  <a:pt x="165322" y="381750"/>
                  <a:pt x="403146" y="143926"/>
                  <a:pt x="696516" y="143926"/>
                </a:cubicBezTo>
                <a:lnTo>
                  <a:pt x="2614833" y="143926"/>
                </a:lnTo>
                <a:cubicBezTo>
                  <a:pt x="2908203" y="143926"/>
                  <a:pt x="3146027" y="381750"/>
                  <a:pt x="3146027" y="675120"/>
                </a:cubicBezTo>
                <a:lnTo>
                  <a:pt x="3146027" y="831290"/>
                </a:lnTo>
                <a:lnTo>
                  <a:pt x="3288145" y="831290"/>
                </a:lnTo>
                <a:lnTo>
                  <a:pt x="3288145" y="527435"/>
                </a:lnTo>
                <a:cubicBezTo>
                  <a:pt x="3288145" y="236141"/>
                  <a:pt x="3052004" y="0"/>
                  <a:pt x="2760710" y="0"/>
                </a:cubicBezTo>
                <a:lnTo>
                  <a:pt x="527435" y="0"/>
                </a:lnTo>
                <a:cubicBezTo>
                  <a:pt x="236141" y="0"/>
                  <a:pt x="0" y="236141"/>
                  <a:pt x="0" y="527435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A9CEBA08-9D46-42D2-8E3D-653D3013CD30}"/>
              </a:ext>
            </a:extLst>
          </p:cNvPr>
          <p:cNvSpPr/>
          <p:nvPr/>
        </p:nvSpPr>
        <p:spPr>
          <a:xfrm rot="20558656">
            <a:off x="4570287" y="2286468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A6B330A-5774-42E0-9A18-4D711BA4B69C}"/>
              </a:ext>
            </a:extLst>
          </p:cNvPr>
          <p:cNvSpPr/>
          <p:nvPr/>
        </p:nvSpPr>
        <p:spPr>
          <a:xfrm flipV="1">
            <a:off x="4027055" y="2315216"/>
            <a:ext cx="3793222" cy="1220287"/>
          </a:xfrm>
          <a:custGeom>
            <a:avLst/>
            <a:gdLst>
              <a:gd name="connsiteX0" fmla="*/ 3793222 w 3793222"/>
              <a:gd name="connsiteY0" fmla="*/ 1220287 h 1220287"/>
              <a:gd name="connsiteX1" fmla="*/ 3102372 w 3793222"/>
              <a:gd name="connsiteY1" fmla="*/ 0 h 1220287"/>
              <a:gd name="connsiteX2" fmla="*/ 238995 w 3793222"/>
              <a:gd name="connsiteY2" fmla="*/ 238695 h 1220287"/>
              <a:gd name="connsiteX3" fmla="*/ 0 w 3793222"/>
              <a:gd name="connsiteY3" fmla="*/ 660845 h 1220287"/>
              <a:gd name="connsiteX4" fmla="*/ 54434 w 3793222"/>
              <a:gd name="connsiteY4" fmla="*/ 668873 h 1220287"/>
              <a:gd name="connsiteX5" fmla="*/ 53052 w 3793222"/>
              <a:gd name="connsiteY5" fmla="*/ 668275 h 1220287"/>
              <a:gd name="connsiteX6" fmla="*/ 19620 w 3793222"/>
              <a:gd name="connsiteY6" fmla="*/ 632634 h 1220287"/>
              <a:gd name="connsiteX7" fmla="*/ 1929591 w 3793222"/>
              <a:gd name="connsiteY7" fmla="*/ 802131 h 1220287"/>
              <a:gd name="connsiteX8" fmla="*/ 3652365 w 3793222"/>
              <a:gd name="connsiteY8" fmla="*/ 1180675 h 1220287"/>
              <a:gd name="connsiteX9" fmla="*/ 3718419 w 3793222"/>
              <a:gd name="connsiteY9" fmla="*/ 1209255 h 1220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93222" h="1220287">
                <a:moveTo>
                  <a:pt x="3793222" y="1220287"/>
                </a:moveTo>
                <a:lnTo>
                  <a:pt x="3102372" y="0"/>
                </a:lnTo>
                <a:lnTo>
                  <a:pt x="238995" y="238695"/>
                </a:lnTo>
                <a:lnTo>
                  <a:pt x="0" y="660845"/>
                </a:lnTo>
                <a:lnTo>
                  <a:pt x="54434" y="668873"/>
                </a:lnTo>
                <a:lnTo>
                  <a:pt x="53052" y="668275"/>
                </a:lnTo>
                <a:cubicBezTo>
                  <a:pt x="29509" y="654637"/>
                  <a:pt x="17949" y="642654"/>
                  <a:pt x="19620" y="632634"/>
                </a:cubicBezTo>
                <a:cubicBezTo>
                  <a:pt x="32994" y="552480"/>
                  <a:pt x="888116" y="628367"/>
                  <a:pt x="1929591" y="802131"/>
                </a:cubicBezTo>
                <a:cubicBezTo>
                  <a:pt x="2710697" y="932455"/>
                  <a:pt x="3374783" y="1080822"/>
                  <a:pt x="3652365" y="1180675"/>
                </a:cubicBezTo>
                <a:lnTo>
                  <a:pt x="3718419" y="1209255"/>
                </a:lnTo>
                <a:close/>
              </a:path>
            </a:pathLst>
          </a:custGeom>
          <a:solidFill>
            <a:srgbClr val="00CC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FB4E75E-D0E8-4D8F-A847-EFF1589C2933}"/>
              </a:ext>
            </a:extLst>
          </p:cNvPr>
          <p:cNvSpPr/>
          <p:nvPr/>
        </p:nvSpPr>
        <p:spPr>
          <a:xfrm flipV="1">
            <a:off x="4352651" y="3564663"/>
            <a:ext cx="2717150" cy="1260660"/>
          </a:xfrm>
          <a:custGeom>
            <a:avLst/>
            <a:gdLst>
              <a:gd name="connsiteX0" fmla="*/ 2708773 w 2717150"/>
              <a:gd name="connsiteY0" fmla="*/ 1061087 h 1260660"/>
              <a:gd name="connsiteX1" fmla="*/ 2717150 w 2717150"/>
              <a:gd name="connsiteY1" fmla="*/ 1060389 h 1260660"/>
              <a:gd name="connsiteX2" fmla="*/ 2713882 w 2717150"/>
              <a:gd name="connsiteY2" fmla="*/ 1054616 h 1260660"/>
              <a:gd name="connsiteX3" fmla="*/ 0 w 2717150"/>
              <a:gd name="connsiteY3" fmla="*/ 1260660 h 1260660"/>
              <a:gd name="connsiteX4" fmla="*/ 76045 w 2717150"/>
              <a:gd name="connsiteY4" fmla="*/ 1226751 h 1260660"/>
              <a:gd name="connsiteX5" fmla="*/ 1331847 w 2717150"/>
              <a:gd name="connsiteY5" fmla="*/ 1025903 h 1260660"/>
              <a:gd name="connsiteX6" fmla="*/ 2685760 w 2717150"/>
              <a:gd name="connsiteY6" fmla="*/ 1024565 h 1260660"/>
              <a:gd name="connsiteX7" fmla="*/ 2708126 w 2717150"/>
              <a:gd name="connsiteY7" fmla="*/ 1044448 h 1260660"/>
              <a:gd name="connsiteX8" fmla="*/ 2278740 w 2717150"/>
              <a:gd name="connsiteY8" fmla="*/ 286001 h 1260660"/>
              <a:gd name="connsiteX9" fmla="*/ 713706 w 2717150"/>
              <a:gd name="connsiteY9" fmla="*/ 0 h 126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17150" h="1260660">
                <a:moveTo>
                  <a:pt x="2708773" y="1061087"/>
                </a:moveTo>
                <a:lnTo>
                  <a:pt x="2717150" y="1060389"/>
                </a:lnTo>
                <a:lnTo>
                  <a:pt x="2713882" y="1054616"/>
                </a:lnTo>
                <a:close/>
                <a:moveTo>
                  <a:pt x="0" y="1260660"/>
                </a:moveTo>
                <a:lnTo>
                  <a:pt x="76045" y="1226751"/>
                </a:lnTo>
                <a:cubicBezTo>
                  <a:pt x="279610" y="1155802"/>
                  <a:pt x="763768" y="1075950"/>
                  <a:pt x="1331847" y="1025903"/>
                </a:cubicBezTo>
                <a:cubicBezTo>
                  <a:pt x="1994607" y="967515"/>
                  <a:pt x="2551992" y="969041"/>
                  <a:pt x="2685760" y="1024565"/>
                </a:cubicBezTo>
                <a:lnTo>
                  <a:pt x="2708126" y="1044448"/>
                </a:lnTo>
                <a:lnTo>
                  <a:pt x="2278740" y="286001"/>
                </a:lnTo>
                <a:lnTo>
                  <a:pt x="713706" y="0"/>
                </a:lnTo>
                <a:close/>
              </a:path>
            </a:pathLst>
          </a:custGeom>
          <a:solidFill>
            <a:srgbClr val="CC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222E15A-7B74-455F-B232-9F9AA619A8FE}"/>
              </a:ext>
            </a:extLst>
          </p:cNvPr>
          <p:cNvSpPr/>
          <p:nvPr/>
        </p:nvSpPr>
        <p:spPr>
          <a:xfrm flipV="1">
            <a:off x="5202328" y="4816302"/>
            <a:ext cx="1401547" cy="714247"/>
          </a:xfrm>
          <a:custGeom>
            <a:avLst/>
            <a:gdLst>
              <a:gd name="connsiteX0" fmla="*/ 1401547 w 1401547"/>
              <a:gd name="connsiteY0" fmla="*/ 714247 h 714247"/>
              <a:gd name="connsiteX1" fmla="*/ 1067845 w 1401547"/>
              <a:gd name="connsiteY1" fmla="*/ 124810 h 714247"/>
              <a:gd name="connsiteX2" fmla="*/ 263586 w 1401547"/>
              <a:gd name="connsiteY2" fmla="*/ 0 h 714247"/>
              <a:gd name="connsiteX3" fmla="*/ 0 w 1401547"/>
              <a:gd name="connsiteY3" fmla="*/ 465587 h 714247"/>
              <a:gd name="connsiteX4" fmla="*/ 44169 w 1401547"/>
              <a:gd name="connsiteY4" fmla="*/ 457070 h 714247"/>
              <a:gd name="connsiteX5" fmla="*/ 720269 w 1401547"/>
              <a:gd name="connsiteY5" fmla="*/ 524925 h 714247"/>
              <a:gd name="connsiteX6" fmla="*/ 1377032 w 1401547"/>
              <a:gd name="connsiteY6" fmla="*/ 699219 h 71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01547" h="714247">
                <a:moveTo>
                  <a:pt x="1401547" y="714247"/>
                </a:moveTo>
                <a:lnTo>
                  <a:pt x="1067845" y="124810"/>
                </a:lnTo>
                <a:lnTo>
                  <a:pt x="263586" y="0"/>
                </a:lnTo>
                <a:lnTo>
                  <a:pt x="0" y="465587"/>
                </a:lnTo>
                <a:lnTo>
                  <a:pt x="44169" y="457070"/>
                </a:lnTo>
                <a:cubicBezTo>
                  <a:pt x="159649" y="445742"/>
                  <a:pt x="420682" y="470497"/>
                  <a:pt x="720269" y="524925"/>
                </a:cubicBezTo>
                <a:cubicBezTo>
                  <a:pt x="1019857" y="579352"/>
                  <a:pt x="1272915" y="647996"/>
                  <a:pt x="1377032" y="699219"/>
                </a:cubic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E40D3AD-3186-4954-8F35-CBE264CAF8BA}"/>
              </a:ext>
            </a:extLst>
          </p:cNvPr>
          <p:cNvSpPr/>
          <p:nvPr/>
        </p:nvSpPr>
        <p:spPr>
          <a:xfrm flipV="1">
            <a:off x="3311948" y="1439223"/>
            <a:ext cx="1464370" cy="1164799"/>
          </a:xfrm>
          <a:custGeom>
            <a:avLst/>
            <a:gdLst>
              <a:gd name="connsiteX0" fmla="*/ 0 w 1464370"/>
              <a:gd name="connsiteY0" fmla="*/ 1164799 h 1164799"/>
              <a:gd name="connsiteX1" fmla="*/ 63988 w 1464370"/>
              <a:gd name="connsiteY1" fmla="*/ 1164799 h 1164799"/>
              <a:gd name="connsiteX2" fmla="*/ 27653 w 1464370"/>
              <a:gd name="connsiteY2" fmla="*/ 1143089 h 1164799"/>
              <a:gd name="connsiteX3" fmla="*/ 1104653 w 1464370"/>
              <a:gd name="connsiteY3" fmla="*/ 1021080 h 1164799"/>
              <a:gd name="connsiteX4" fmla="*/ 1192832 w 1464370"/>
              <a:gd name="connsiteY4" fmla="*/ 1018197 h 1164799"/>
              <a:gd name="connsiteX5" fmla="*/ 1464370 w 1464370"/>
              <a:gd name="connsiteY5" fmla="*/ 118715 h 1164799"/>
              <a:gd name="connsiteX6" fmla="*/ 659438 w 1464370"/>
              <a:gd name="connsiteY6" fmla="*/ 0 h 1164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4370" h="1164799">
                <a:moveTo>
                  <a:pt x="0" y="1164799"/>
                </a:moveTo>
                <a:lnTo>
                  <a:pt x="63988" y="1164799"/>
                </a:lnTo>
                <a:lnTo>
                  <a:pt x="27653" y="1143089"/>
                </a:lnTo>
                <a:cubicBezTo>
                  <a:pt x="27653" y="1092300"/>
                  <a:pt x="454869" y="1047522"/>
                  <a:pt x="1104653" y="1021080"/>
                </a:cubicBezTo>
                <a:lnTo>
                  <a:pt x="1192832" y="1018197"/>
                </a:lnTo>
                <a:lnTo>
                  <a:pt x="1464370" y="118715"/>
                </a:lnTo>
                <a:lnTo>
                  <a:pt x="659438" y="0"/>
                </a:lnTo>
                <a:close/>
              </a:path>
            </a:pathLst>
          </a:custGeom>
          <a:solidFill>
            <a:srgbClr val="005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D79F19C1-4925-4636-8BDE-1CFA0574B4B9}"/>
              </a:ext>
            </a:extLst>
          </p:cNvPr>
          <p:cNvSpPr/>
          <p:nvPr/>
        </p:nvSpPr>
        <p:spPr>
          <a:xfrm flipV="1">
            <a:off x="4031650" y="2867413"/>
            <a:ext cx="958023" cy="490118"/>
          </a:xfrm>
          <a:custGeom>
            <a:avLst/>
            <a:gdLst>
              <a:gd name="connsiteX0" fmla="*/ 54432 w 958023"/>
              <a:gd name="connsiteY0" fmla="*/ 490118 h 490118"/>
              <a:gd name="connsiteX1" fmla="*/ 53052 w 958023"/>
              <a:gd name="connsiteY1" fmla="*/ 489520 h 490118"/>
              <a:gd name="connsiteX2" fmla="*/ 19620 w 958023"/>
              <a:gd name="connsiteY2" fmla="*/ 453879 h 490118"/>
              <a:gd name="connsiteX3" fmla="*/ 589067 w 958023"/>
              <a:gd name="connsiteY3" fmla="*/ 443408 h 490118"/>
              <a:gd name="connsiteX4" fmla="*/ 817126 w 958023"/>
              <a:gd name="connsiteY4" fmla="*/ 466730 h 490118"/>
              <a:gd name="connsiteX5" fmla="*/ 958023 w 958023"/>
              <a:gd name="connsiteY5" fmla="*/ 0 h 490118"/>
              <a:gd name="connsiteX6" fmla="*/ 238995 w 958023"/>
              <a:gd name="connsiteY6" fmla="*/ 59939 h 490118"/>
              <a:gd name="connsiteX7" fmla="*/ 0 w 958023"/>
              <a:gd name="connsiteY7" fmla="*/ 482090 h 49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8023" h="490118">
                <a:moveTo>
                  <a:pt x="54432" y="490118"/>
                </a:moveTo>
                <a:lnTo>
                  <a:pt x="53052" y="489520"/>
                </a:lnTo>
                <a:cubicBezTo>
                  <a:pt x="29508" y="475882"/>
                  <a:pt x="17949" y="463898"/>
                  <a:pt x="19620" y="453879"/>
                </a:cubicBezTo>
                <a:cubicBezTo>
                  <a:pt x="26307" y="413802"/>
                  <a:pt x="243431" y="412735"/>
                  <a:pt x="589067" y="443408"/>
                </a:cubicBezTo>
                <a:lnTo>
                  <a:pt x="817126" y="466730"/>
                </a:lnTo>
                <a:lnTo>
                  <a:pt x="958023" y="0"/>
                </a:lnTo>
                <a:lnTo>
                  <a:pt x="238995" y="59939"/>
                </a:lnTo>
                <a:lnTo>
                  <a:pt x="0" y="482090"/>
                </a:lnTo>
                <a:close/>
              </a:path>
            </a:pathLst>
          </a:custGeom>
          <a:solidFill>
            <a:srgbClr val="008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F69D3E9-934D-4A74-9532-34DB8C5F6D95}"/>
              </a:ext>
            </a:extLst>
          </p:cNvPr>
          <p:cNvSpPr/>
          <p:nvPr/>
        </p:nvSpPr>
        <p:spPr>
          <a:xfrm flipV="1">
            <a:off x="4352651" y="3564661"/>
            <a:ext cx="1025121" cy="1260662"/>
          </a:xfrm>
          <a:custGeom>
            <a:avLst/>
            <a:gdLst>
              <a:gd name="connsiteX0" fmla="*/ 0 w 1025121"/>
              <a:gd name="connsiteY0" fmla="*/ 1260662 h 1260662"/>
              <a:gd name="connsiteX1" fmla="*/ 76047 w 1025121"/>
              <a:gd name="connsiteY1" fmla="*/ 1226752 h 1260662"/>
              <a:gd name="connsiteX2" fmla="*/ 567255 w 1025121"/>
              <a:gd name="connsiteY2" fmla="*/ 1118490 h 1260662"/>
              <a:gd name="connsiteX3" fmla="*/ 711023 w 1025121"/>
              <a:gd name="connsiteY3" fmla="*/ 1097376 h 1260662"/>
              <a:gd name="connsiteX4" fmla="*/ 1025121 w 1025121"/>
              <a:gd name="connsiteY4" fmla="*/ 56910 h 1260662"/>
              <a:gd name="connsiteX5" fmla="*/ 713707 w 1025121"/>
              <a:gd name="connsiteY5" fmla="*/ 0 h 126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5121" h="1260662">
                <a:moveTo>
                  <a:pt x="0" y="1260662"/>
                </a:moveTo>
                <a:lnTo>
                  <a:pt x="76047" y="1226752"/>
                </a:lnTo>
                <a:cubicBezTo>
                  <a:pt x="177830" y="1191277"/>
                  <a:pt x="349760" y="1153577"/>
                  <a:pt x="567255" y="1118490"/>
                </a:cubicBezTo>
                <a:lnTo>
                  <a:pt x="711023" y="1097376"/>
                </a:lnTo>
                <a:lnTo>
                  <a:pt x="1025121" y="56910"/>
                </a:lnTo>
                <a:lnTo>
                  <a:pt x="713707" y="0"/>
                </a:lnTo>
                <a:close/>
              </a:path>
            </a:pathLst>
          </a:custGeom>
          <a:solidFill>
            <a:srgbClr val="A200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1B4977D-8978-4648-9DEF-418E9219A1C9}"/>
              </a:ext>
            </a:extLst>
          </p:cNvPr>
          <p:cNvSpPr/>
          <p:nvPr/>
        </p:nvSpPr>
        <p:spPr>
          <a:xfrm flipV="1">
            <a:off x="5202328" y="5068628"/>
            <a:ext cx="426308" cy="459516"/>
          </a:xfrm>
          <a:custGeom>
            <a:avLst/>
            <a:gdLst>
              <a:gd name="connsiteX0" fmla="*/ 0 w 426308"/>
              <a:gd name="connsiteY0" fmla="*/ 459516 h 459516"/>
              <a:gd name="connsiteX1" fmla="*/ 44169 w 426308"/>
              <a:gd name="connsiteY1" fmla="*/ 450999 h 459516"/>
              <a:gd name="connsiteX2" fmla="*/ 204204 w 426308"/>
              <a:gd name="connsiteY2" fmla="*/ 451461 h 459516"/>
              <a:gd name="connsiteX3" fmla="*/ 295575 w 426308"/>
              <a:gd name="connsiteY3" fmla="*/ 458845 h 459516"/>
              <a:gd name="connsiteX4" fmla="*/ 426308 w 426308"/>
              <a:gd name="connsiteY4" fmla="*/ 25786 h 459516"/>
              <a:gd name="connsiteX5" fmla="*/ 260150 w 426308"/>
              <a:gd name="connsiteY5" fmla="*/ 0 h 459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6308" h="459516">
                <a:moveTo>
                  <a:pt x="0" y="459516"/>
                </a:moveTo>
                <a:lnTo>
                  <a:pt x="44169" y="450999"/>
                </a:lnTo>
                <a:cubicBezTo>
                  <a:pt x="82662" y="447223"/>
                  <a:pt x="137328" y="447456"/>
                  <a:pt x="204204" y="451461"/>
                </a:cubicBezTo>
                <a:lnTo>
                  <a:pt x="295575" y="458845"/>
                </a:lnTo>
                <a:lnTo>
                  <a:pt x="426308" y="25786"/>
                </a:lnTo>
                <a:lnTo>
                  <a:pt x="260150" y="0"/>
                </a:lnTo>
                <a:close/>
              </a:path>
            </a:pathLst>
          </a:custGeom>
          <a:solidFill>
            <a:srgbClr val="C47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F92CED-FB3A-44BA-B4CF-E1C5DA7B5CB8}"/>
              </a:ext>
            </a:extLst>
          </p:cNvPr>
          <p:cNvSpPr txBox="1"/>
          <p:nvPr/>
        </p:nvSpPr>
        <p:spPr>
          <a:xfrm>
            <a:off x="5616261" y="1513378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1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C5EC00-D598-428D-832D-2AFB2C51FB08}"/>
              </a:ext>
            </a:extLst>
          </p:cNvPr>
          <p:cNvSpPr txBox="1"/>
          <p:nvPr/>
        </p:nvSpPr>
        <p:spPr>
          <a:xfrm>
            <a:off x="5735669" y="266085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7C14EE-40AB-426D-B530-C0E3C5FB31D4}"/>
              </a:ext>
            </a:extLst>
          </p:cNvPr>
          <p:cNvSpPr txBox="1"/>
          <p:nvPr/>
        </p:nvSpPr>
        <p:spPr>
          <a:xfrm>
            <a:off x="5711226" y="384104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E58BF0-59EE-4DEF-A5DE-F3A2E66E2757}"/>
              </a:ext>
            </a:extLst>
          </p:cNvPr>
          <p:cNvSpPr txBox="1"/>
          <p:nvPr/>
        </p:nvSpPr>
        <p:spPr>
          <a:xfrm>
            <a:off x="5735669" y="487813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Calibri" panose="020F0502020204030204"/>
              </a:rPr>
              <a:t>4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F487446-8B14-4938-92B8-BB970D896B85}"/>
              </a:ext>
            </a:extLst>
          </p:cNvPr>
          <p:cNvCxnSpPr>
            <a:cxnSpLocks/>
          </p:cNvCxnSpPr>
          <p:nvPr/>
        </p:nvCxnSpPr>
        <p:spPr>
          <a:xfrm>
            <a:off x="2823411" y="1979615"/>
            <a:ext cx="2592071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7ABB102-41F6-484C-9038-BF8EDD6CD637}"/>
              </a:ext>
            </a:extLst>
          </p:cNvPr>
          <p:cNvCxnSpPr>
            <a:cxnSpLocks/>
          </p:cNvCxnSpPr>
          <p:nvPr/>
        </p:nvCxnSpPr>
        <p:spPr>
          <a:xfrm flipH="1">
            <a:off x="6251140" y="3014794"/>
            <a:ext cx="1977366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98911D6-4127-42FC-AE81-B1641395075C}"/>
              </a:ext>
            </a:extLst>
          </p:cNvPr>
          <p:cNvCxnSpPr>
            <a:cxnSpLocks/>
          </p:cNvCxnSpPr>
          <p:nvPr/>
        </p:nvCxnSpPr>
        <p:spPr>
          <a:xfrm flipH="1">
            <a:off x="6251139" y="5143651"/>
            <a:ext cx="1128229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76C98A5-5DC6-47A9-AC77-599B426B5EA2}"/>
              </a:ext>
            </a:extLst>
          </p:cNvPr>
          <p:cNvCxnSpPr>
            <a:cxnSpLocks/>
          </p:cNvCxnSpPr>
          <p:nvPr/>
        </p:nvCxnSpPr>
        <p:spPr>
          <a:xfrm>
            <a:off x="3818021" y="4193407"/>
            <a:ext cx="172450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2B0DD08-8A4E-4652-BE1F-9B7ED41300DB}"/>
              </a:ext>
            </a:extLst>
          </p:cNvPr>
          <p:cNvSpPr txBox="1"/>
          <p:nvPr/>
        </p:nvSpPr>
        <p:spPr>
          <a:xfrm>
            <a:off x="773249" y="2131894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B0DBB8-7A7E-4752-AC2F-AB2D9480A514}"/>
              </a:ext>
            </a:extLst>
          </p:cNvPr>
          <p:cNvSpPr txBox="1"/>
          <p:nvPr/>
        </p:nvSpPr>
        <p:spPr>
          <a:xfrm>
            <a:off x="2340367" y="4349286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2B02EB7-2A2E-4998-8304-C40FAC51EEC7}"/>
              </a:ext>
            </a:extLst>
          </p:cNvPr>
          <p:cNvSpPr txBox="1"/>
          <p:nvPr/>
        </p:nvSpPr>
        <p:spPr>
          <a:xfrm>
            <a:off x="8017025" y="3165241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9F76D3-C98F-4611-904C-9A9E331750D7}"/>
              </a:ext>
            </a:extLst>
          </p:cNvPr>
          <p:cNvSpPr txBox="1"/>
          <p:nvPr/>
        </p:nvSpPr>
        <p:spPr>
          <a:xfrm>
            <a:off x="7314717" y="5316938"/>
            <a:ext cx="2181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Lorem ipsum dolor sit amet, consectetuer adipiscing elit. Maecenas porttitor congue massa.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D0B-61C9-436A-8615-974E65DA36EF}"/>
              </a:ext>
            </a:extLst>
          </p:cNvPr>
          <p:cNvSpPr txBox="1"/>
          <p:nvPr/>
        </p:nvSpPr>
        <p:spPr>
          <a:xfrm>
            <a:off x="868029" y="182572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5E9E"/>
                </a:solidFill>
                <a:latin typeface="Helvetica" panose="020B0604020202020204" pitchFamily="34" charset="0"/>
              </a:rPr>
              <a:t>IDEAS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0E372C-3CB2-4F14-B40A-9CDA854030EC}"/>
              </a:ext>
            </a:extLst>
          </p:cNvPr>
          <p:cNvSpPr txBox="1"/>
          <p:nvPr/>
        </p:nvSpPr>
        <p:spPr>
          <a:xfrm>
            <a:off x="8148695" y="2825125"/>
            <a:ext cx="1184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643"/>
                </a:solidFill>
                <a:latin typeface="Helvetica" panose="020B0604020202020204" pitchFamily="34" charset="0"/>
              </a:rPr>
              <a:t>RESEARCH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6FE147-1B71-4C51-ADA3-7D15114B1BE2}"/>
              </a:ext>
            </a:extLst>
          </p:cNvPr>
          <p:cNvSpPr txBox="1"/>
          <p:nvPr/>
        </p:nvSpPr>
        <p:spPr>
          <a:xfrm>
            <a:off x="2483302" y="4043358"/>
            <a:ext cx="10513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A200C8"/>
                </a:solidFill>
                <a:latin typeface="Helvetica" panose="020B0604020202020204" pitchFamily="34" charset="0"/>
              </a:rPr>
              <a:t>ANALYSIS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85F6D3-B743-4899-A757-76AFCF84ED2B}"/>
              </a:ext>
            </a:extLst>
          </p:cNvPr>
          <p:cNvSpPr txBox="1"/>
          <p:nvPr/>
        </p:nvSpPr>
        <p:spPr>
          <a:xfrm>
            <a:off x="7448383" y="4992210"/>
            <a:ext cx="1393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C47500"/>
                </a:solidFill>
                <a:latin typeface="Helvetica" panose="020B0604020202020204" pitchFamily="34" charset="0"/>
              </a:rPr>
              <a:t>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7F751-035A-46DD-AF22-D2D512C28D9F}"/>
              </a:ext>
            </a:extLst>
          </p:cNvPr>
          <p:cNvSpPr txBox="1"/>
          <p:nvPr/>
        </p:nvSpPr>
        <p:spPr>
          <a:xfrm>
            <a:off x="-16118" y="50738"/>
            <a:ext cx="4124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Helvetica" panose="020B0604020202020204" pitchFamily="34" charset="0"/>
              </a:rPr>
              <a:t>ANIMATED 3D FUNNEL DIAGRAM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E0A941E8-040D-42F6-9D6D-242D85F7D6A4}"/>
              </a:ext>
            </a:extLst>
          </p:cNvPr>
          <p:cNvSpPr/>
          <p:nvPr/>
        </p:nvSpPr>
        <p:spPr>
          <a:xfrm rot="20697088">
            <a:off x="3782851" y="249406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951BCE65-38BC-4E00-A090-96AF0AE0BAA0}"/>
              </a:ext>
            </a:extLst>
          </p:cNvPr>
          <p:cNvSpPr/>
          <p:nvPr/>
        </p:nvSpPr>
        <p:spPr>
          <a:xfrm>
            <a:off x="5468522" y="950381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701E29C8-7AB3-4457-AB1D-5296D768631C}"/>
              </a:ext>
            </a:extLst>
          </p:cNvPr>
          <p:cNvSpPr/>
          <p:nvPr/>
        </p:nvSpPr>
        <p:spPr>
          <a:xfrm rot="1003141">
            <a:off x="7433832" y="75372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E083B3F3-21B3-41BC-8579-F45480981F46}"/>
              </a:ext>
            </a:extLst>
          </p:cNvPr>
          <p:cNvSpPr/>
          <p:nvPr/>
        </p:nvSpPr>
        <p:spPr>
          <a:xfrm>
            <a:off x="5093885" y="-97272"/>
            <a:ext cx="301705" cy="609103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A5A5A7">
                  <a:alpha val="50000"/>
                </a:srgbClr>
              </a:gs>
              <a:gs pos="96000">
                <a:schemeClr val="bg1">
                  <a:lumMod val="50000"/>
                  <a:alpha val="5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9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418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37</cp:revision>
  <dcterms:created xsi:type="dcterms:W3CDTF">2019-03-08T08:15:31Z</dcterms:created>
  <dcterms:modified xsi:type="dcterms:W3CDTF">2019-03-14T18:26:49Z</dcterms:modified>
</cp:coreProperties>
</file>