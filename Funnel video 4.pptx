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Helvetica Neue"/>
      <p:regular r:id="rId10"/>
      <p:bold r:id="rId11"/>
      <p:italic r:id="rId12"/>
      <p:boldItalic r:id="rId13"/>
    </p:embeddedFon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6" roundtripDataSignature="AMtx7mieTNI7UymyxWDpXPVUY1Dcq5bO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.fntdata"/><Relationship Id="rId10" Type="http://schemas.openxmlformats.org/officeDocument/2006/relationships/font" Target="fonts/HelveticaNeue-regular.fntdata"/><Relationship Id="rId13" Type="http://schemas.openxmlformats.org/officeDocument/2006/relationships/font" Target="fonts/HelveticaNeue-boldItalic.fntdata"/><Relationship Id="rId12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 rot="10800000">
            <a:off x="2856914" y="649865"/>
            <a:ext cx="6324600" cy="2332427"/>
          </a:xfrm>
          <a:custGeom>
            <a:rect b="b" l="l" r="r" t="t"/>
            <a:pathLst>
              <a:path extrusionOk="0" h="2332427" w="5699415">
                <a:moveTo>
                  <a:pt x="0" y="2332427"/>
                </a:moveTo>
                <a:cubicBezTo>
                  <a:pt x="1462805" y="2122349"/>
                  <a:pt x="2025279" y="1237019"/>
                  <a:pt x="2250128" y="0"/>
                </a:cubicBezTo>
                <a:lnTo>
                  <a:pt x="3477422" y="1"/>
                </a:lnTo>
                <a:cubicBezTo>
                  <a:pt x="3697583" y="1274536"/>
                  <a:pt x="4466382" y="2155174"/>
                  <a:pt x="5699415" y="2276157"/>
                </a:cubicBezTo>
                <a:lnTo>
                  <a:pt x="0" y="2332427"/>
                </a:lnTo>
                <a:close/>
              </a:path>
            </a:pathLst>
          </a:custGeom>
          <a:gradFill>
            <a:gsLst>
              <a:gs pos="0">
                <a:srgbClr val="002060">
                  <a:alpha val="50980"/>
                </a:srgbClr>
              </a:gs>
              <a:gs pos="60000">
                <a:srgbClr val="BFBFBF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5148328" y="4928167"/>
            <a:ext cx="1851522" cy="215920"/>
          </a:xfrm>
          <a:prstGeom prst="ellipse">
            <a:avLst/>
          </a:prstGeom>
          <a:noFill/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777292" y="4066789"/>
            <a:ext cx="2590800" cy="467698"/>
          </a:xfrm>
          <a:prstGeom prst="ellipse">
            <a:avLst/>
          </a:prstGeom>
          <a:noFill/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320092" y="3108457"/>
            <a:ext cx="3505200" cy="740230"/>
          </a:xfrm>
          <a:prstGeom prst="ellipse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618914" y="2019887"/>
            <a:ext cx="4907557" cy="1104200"/>
          </a:xfrm>
          <a:prstGeom prst="ellipse">
            <a:avLst/>
          </a:prstGeom>
          <a:noFill/>
          <a:ln cap="flat" cmpd="sng" w="127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402251" y="6449151"/>
            <a:ext cx="1280040" cy="218102"/>
          </a:xfrm>
          <a:prstGeom prst="ellipse">
            <a:avLst/>
          </a:prstGeom>
          <a:gradFill>
            <a:gsLst>
              <a:gs pos="0">
                <a:srgbClr val="595959">
                  <a:alpha val="51764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446252" y="435288"/>
            <a:ext cx="1143000" cy="1046757"/>
          </a:xfrm>
          <a:prstGeom prst="downArrow">
            <a:avLst>
              <a:gd fmla="val 69692" name="adj1"/>
              <a:gd fmla="val 50000" name="adj2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5451678" y="1583161"/>
            <a:ext cx="1143000" cy="1046757"/>
          </a:xfrm>
          <a:prstGeom prst="downArrow">
            <a:avLst>
              <a:gd fmla="val 69692" name="adj1"/>
              <a:gd fmla="val 50000" name="adj2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577093" y="399084"/>
            <a:ext cx="1143000" cy="1046757"/>
          </a:xfrm>
          <a:prstGeom prst="downArrow">
            <a:avLst>
              <a:gd fmla="val 69692" name="adj1"/>
              <a:gd fmla="val 50000" name="adj2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5513053" y="5803938"/>
            <a:ext cx="1143000" cy="635835"/>
          </a:xfrm>
          <a:prstGeom prst="downArrow">
            <a:avLst>
              <a:gd fmla="val 69692" name="adj1"/>
              <a:gd fmla="val 50000" name="adj2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5606837" y="1630626"/>
            <a:ext cx="801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Input1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4616840" y="433244"/>
            <a:ext cx="801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Input2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6758490" y="405841"/>
            <a:ext cx="801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Input3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5687116" y="5765641"/>
            <a:ext cx="856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  <p:cxnSp>
        <p:nvCxnSpPr>
          <p:cNvPr id="98" name="Google Shape;98;p1"/>
          <p:cNvCxnSpPr/>
          <p:nvPr/>
        </p:nvCxnSpPr>
        <p:spPr>
          <a:xfrm rot="10800000">
            <a:off x="3390314" y="3443936"/>
            <a:ext cx="2281949" cy="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dot"/>
            <a:miter lim="800000"/>
            <a:headEnd len="lg" w="lg" type="none"/>
            <a:tailEnd len="med" w="med" type="oval"/>
          </a:ln>
        </p:spPr>
      </p:cxnSp>
      <p:sp>
        <p:nvSpPr>
          <p:cNvPr id="99" name="Google Shape;99;p1"/>
          <p:cNvSpPr txBox="1"/>
          <p:nvPr/>
        </p:nvSpPr>
        <p:spPr>
          <a:xfrm>
            <a:off x="1637373" y="3272572"/>
            <a:ext cx="1661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/>
          </a:p>
        </p:txBody>
      </p:sp>
      <p:cxnSp>
        <p:nvCxnSpPr>
          <p:cNvPr id="100" name="Google Shape;100;p1"/>
          <p:cNvCxnSpPr/>
          <p:nvPr/>
        </p:nvCxnSpPr>
        <p:spPr>
          <a:xfrm>
            <a:off x="6543441" y="4160854"/>
            <a:ext cx="2281949" cy="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dot"/>
            <a:miter lim="800000"/>
            <a:headEnd len="lg" w="lg" type="none"/>
            <a:tailEnd len="med" w="med" type="oval"/>
          </a:ln>
        </p:spPr>
      </p:cxnSp>
      <p:sp>
        <p:nvSpPr>
          <p:cNvPr id="101" name="Google Shape;101;p1"/>
          <p:cNvSpPr txBox="1"/>
          <p:nvPr/>
        </p:nvSpPr>
        <p:spPr>
          <a:xfrm>
            <a:off x="8262882" y="3941624"/>
            <a:ext cx="1661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/>
          </a:p>
        </p:txBody>
      </p:sp>
      <p:cxnSp>
        <p:nvCxnSpPr>
          <p:cNvPr id="102" name="Google Shape;102;p1"/>
          <p:cNvCxnSpPr/>
          <p:nvPr/>
        </p:nvCxnSpPr>
        <p:spPr>
          <a:xfrm rot="10800000">
            <a:off x="3999914" y="4855310"/>
            <a:ext cx="1802438" cy="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dot"/>
            <a:miter lim="800000"/>
            <a:headEnd len="lg" w="lg" type="none"/>
            <a:tailEnd len="med" w="med" type="oval"/>
          </a:ln>
        </p:spPr>
      </p:cxnSp>
      <p:sp>
        <p:nvSpPr>
          <p:cNvPr id="103" name="Google Shape;103;p1"/>
          <p:cNvSpPr txBox="1"/>
          <p:nvPr/>
        </p:nvSpPr>
        <p:spPr>
          <a:xfrm>
            <a:off x="2210475" y="4705874"/>
            <a:ext cx="1661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/>
          </a:p>
        </p:txBody>
      </p:sp>
      <p:cxnSp>
        <p:nvCxnSpPr>
          <p:cNvPr id="104" name="Google Shape;104;p1"/>
          <p:cNvCxnSpPr/>
          <p:nvPr/>
        </p:nvCxnSpPr>
        <p:spPr>
          <a:xfrm>
            <a:off x="6432106" y="5442407"/>
            <a:ext cx="1287987" cy="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dot"/>
            <a:miter lim="800000"/>
            <a:headEnd len="lg" w="lg" type="none"/>
            <a:tailEnd len="med" w="med" type="oval"/>
          </a:ln>
        </p:spPr>
      </p:cxnSp>
      <p:sp>
        <p:nvSpPr>
          <p:cNvPr id="105" name="Google Shape;105;p1"/>
          <p:cNvSpPr txBox="1"/>
          <p:nvPr/>
        </p:nvSpPr>
        <p:spPr>
          <a:xfrm>
            <a:off x="7123741" y="5222632"/>
            <a:ext cx="1661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4</a:t>
            </a:r>
            <a:endParaRPr/>
          </a:p>
        </p:txBody>
      </p:sp>
      <p:grpSp>
        <p:nvGrpSpPr>
          <p:cNvPr id="106" name="Google Shape;106;p1"/>
          <p:cNvGrpSpPr/>
          <p:nvPr/>
        </p:nvGrpSpPr>
        <p:grpSpPr>
          <a:xfrm>
            <a:off x="5718518" y="3195261"/>
            <a:ext cx="672180" cy="477275"/>
            <a:chOff x="5718518" y="3195261"/>
            <a:chExt cx="672180" cy="477275"/>
          </a:xfrm>
        </p:grpSpPr>
        <p:sp>
          <p:nvSpPr>
            <p:cNvPr id="107" name="Google Shape;107;p1"/>
            <p:cNvSpPr/>
            <p:nvPr/>
          </p:nvSpPr>
          <p:spPr>
            <a:xfrm>
              <a:off x="5718518" y="3215336"/>
              <a:ext cx="672180" cy="457200"/>
            </a:xfrm>
            <a:prstGeom prst="downArrow">
              <a:avLst>
                <a:gd fmla="val 58371" name="adj1"/>
                <a:gd fmla="val 59231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5842168" y="3195261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25%</a:t>
              </a:r>
              <a:endParaRPr/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5736480" y="3983914"/>
            <a:ext cx="672180" cy="457516"/>
            <a:chOff x="5736480" y="3983914"/>
            <a:chExt cx="672180" cy="457516"/>
          </a:xfrm>
        </p:grpSpPr>
        <p:sp>
          <p:nvSpPr>
            <p:cNvPr id="110" name="Google Shape;110;p1"/>
            <p:cNvSpPr/>
            <p:nvPr/>
          </p:nvSpPr>
          <p:spPr>
            <a:xfrm>
              <a:off x="5736480" y="3984230"/>
              <a:ext cx="672180" cy="457200"/>
            </a:xfrm>
            <a:prstGeom prst="downArrow">
              <a:avLst>
                <a:gd fmla="val 58371" name="adj1"/>
                <a:gd fmla="val 59231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"/>
            <p:cNvSpPr txBox="1"/>
            <p:nvPr/>
          </p:nvSpPr>
          <p:spPr>
            <a:xfrm>
              <a:off x="5842168" y="3983914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50%</a:t>
              </a:r>
              <a:endParaRPr/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5748463" y="4610687"/>
            <a:ext cx="672180" cy="501239"/>
            <a:chOff x="5748463" y="4610687"/>
            <a:chExt cx="672180" cy="501239"/>
          </a:xfrm>
        </p:grpSpPr>
        <p:sp>
          <p:nvSpPr>
            <p:cNvPr id="113" name="Google Shape;113;p1"/>
            <p:cNvSpPr/>
            <p:nvPr/>
          </p:nvSpPr>
          <p:spPr>
            <a:xfrm>
              <a:off x="5748463" y="4654726"/>
              <a:ext cx="672180" cy="457200"/>
            </a:xfrm>
            <a:prstGeom prst="downArrow">
              <a:avLst>
                <a:gd fmla="val 58371" name="adj1"/>
                <a:gd fmla="val 59231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5842168" y="4610687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75%</a:t>
              </a:r>
              <a:endParaRPr/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5748463" y="5209324"/>
            <a:ext cx="672180" cy="501285"/>
            <a:chOff x="5748463" y="5209324"/>
            <a:chExt cx="672180" cy="501285"/>
          </a:xfrm>
        </p:grpSpPr>
        <p:sp>
          <p:nvSpPr>
            <p:cNvPr id="116" name="Google Shape;116;p1"/>
            <p:cNvSpPr/>
            <p:nvPr/>
          </p:nvSpPr>
          <p:spPr>
            <a:xfrm>
              <a:off x="5748463" y="5253409"/>
              <a:ext cx="672180" cy="457200"/>
            </a:xfrm>
            <a:prstGeom prst="downArrow">
              <a:avLst>
                <a:gd fmla="val 58371" name="adj1"/>
                <a:gd fmla="val 59231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5796482" y="5209324"/>
              <a:ext cx="53091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100%</a:t>
              </a:r>
              <a:endParaRPr/>
            </a:p>
          </p:txBody>
        </p:sp>
      </p:grpSp>
      <p:sp>
        <p:nvSpPr>
          <p:cNvPr id="118" name="Google Shape;118;p1"/>
          <p:cNvSpPr/>
          <p:nvPr/>
        </p:nvSpPr>
        <p:spPr>
          <a:xfrm>
            <a:off x="19278" y="6679273"/>
            <a:ext cx="12192000" cy="1688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-1" y="0"/>
            <a:ext cx="2984831" cy="1232452"/>
          </a:xfrm>
          <a:custGeom>
            <a:rect b="b" l="l" r="r" t="t"/>
            <a:pathLst>
              <a:path extrusionOk="0" h="1063640" w="2856914">
                <a:moveTo>
                  <a:pt x="0" y="0"/>
                </a:moveTo>
                <a:lnTo>
                  <a:pt x="2856914" y="0"/>
                </a:lnTo>
                <a:lnTo>
                  <a:pt x="2856914" y="30894"/>
                </a:lnTo>
                <a:lnTo>
                  <a:pt x="2144536" y="1063640"/>
                </a:lnTo>
                <a:lnTo>
                  <a:pt x="0" y="106364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228600" rotWithShape="0" algn="tl" dir="2700000" dist="38100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Funnel Diagram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0" y="0"/>
            <a:ext cx="12192000" cy="1688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 flipH="1" rot="10800000">
            <a:off x="5578186" y="2620214"/>
            <a:ext cx="2965592" cy="3119405"/>
          </a:xfrm>
          <a:custGeom>
            <a:rect b="b" l="l" r="r" t="t"/>
            <a:pathLst>
              <a:path extrusionOk="0" h="3119405" w="2965592">
                <a:moveTo>
                  <a:pt x="0" y="2598900"/>
                </a:moveTo>
                <a:lnTo>
                  <a:pt x="818536" y="0"/>
                </a:lnTo>
                <a:lnTo>
                  <a:pt x="1190453" y="56272"/>
                </a:lnTo>
                <a:cubicBezTo>
                  <a:pt x="1580530" y="1138276"/>
                  <a:pt x="2012807" y="2009266"/>
                  <a:pt x="2965592" y="3119405"/>
                </a:cubicBezTo>
                <a:cubicBezTo>
                  <a:pt x="2338132" y="2697374"/>
                  <a:pt x="1471522" y="2598900"/>
                  <a:pt x="0" y="2598900"/>
                </a:cubicBezTo>
                <a:close/>
              </a:path>
            </a:pathLst>
          </a:custGeom>
          <a:gradFill>
            <a:gsLst>
              <a:gs pos="0">
                <a:srgbClr val="F5F7FC">
                  <a:alpha val="53725"/>
                </a:srgbClr>
              </a:gs>
              <a:gs pos="4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/>
          <p:nvPr/>
        </p:nvSpPr>
        <p:spPr>
          <a:xfrm flipH="1" rot="10800000">
            <a:off x="2856914" y="649865"/>
            <a:ext cx="6324600" cy="2332427"/>
          </a:xfrm>
          <a:custGeom>
            <a:rect b="b" l="l" r="r" t="t"/>
            <a:pathLst>
              <a:path extrusionOk="0" h="2332427" w="5699415">
                <a:moveTo>
                  <a:pt x="0" y="2332427"/>
                </a:moveTo>
                <a:cubicBezTo>
                  <a:pt x="1462805" y="2122349"/>
                  <a:pt x="2025279" y="1237019"/>
                  <a:pt x="2250128" y="0"/>
                </a:cubicBezTo>
                <a:lnTo>
                  <a:pt x="3477422" y="1"/>
                </a:lnTo>
                <a:cubicBezTo>
                  <a:pt x="3697583" y="1274536"/>
                  <a:pt x="4466382" y="2155174"/>
                  <a:pt x="5699415" y="2276157"/>
                </a:cubicBezTo>
                <a:lnTo>
                  <a:pt x="0" y="2332427"/>
                </a:lnTo>
                <a:close/>
              </a:path>
            </a:pathLst>
          </a:custGeom>
          <a:gradFill>
            <a:gsLst>
              <a:gs pos="0">
                <a:srgbClr val="002060">
                  <a:alpha val="50980"/>
                </a:srgbClr>
              </a:gs>
              <a:gs pos="60000">
                <a:srgbClr val="BFBFBF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5148328" y="4928167"/>
            <a:ext cx="1851522" cy="215920"/>
          </a:xfrm>
          <a:prstGeom prst="ellipse">
            <a:avLst/>
          </a:prstGeom>
          <a:noFill/>
          <a:ln cap="flat" cmpd="sng" w="12700">
            <a:solidFill>
              <a:srgbClr val="FF9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4777292" y="4066789"/>
            <a:ext cx="2590800" cy="467698"/>
          </a:xfrm>
          <a:prstGeom prst="ellipse">
            <a:avLst/>
          </a:prstGeom>
          <a:noFill/>
          <a:ln cap="flat" cmpd="sng" w="12700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4320092" y="3108457"/>
            <a:ext cx="3505200" cy="740230"/>
          </a:xfrm>
          <a:prstGeom prst="ellipse">
            <a:avLst/>
          </a:prstGeom>
          <a:noFill/>
          <a:ln cap="flat" cmpd="sng" w="12700">
            <a:solidFill>
              <a:srgbClr val="00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3618914" y="2019887"/>
            <a:ext cx="4907557" cy="1104200"/>
          </a:xfrm>
          <a:prstGeom prst="ellipse">
            <a:avLst/>
          </a:prstGeom>
          <a:noFill/>
          <a:ln cap="flat" cmpd="sng" w="12700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5402251" y="6449151"/>
            <a:ext cx="1280040" cy="218102"/>
          </a:xfrm>
          <a:prstGeom prst="ellipse">
            <a:avLst/>
          </a:prstGeom>
          <a:gradFill>
            <a:gsLst>
              <a:gs pos="0">
                <a:srgbClr val="595959">
                  <a:alpha val="51764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4446252" y="435288"/>
            <a:ext cx="1143000" cy="1046757"/>
          </a:xfrm>
          <a:prstGeom prst="downArrow">
            <a:avLst>
              <a:gd fmla="val 69692" name="adj1"/>
              <a:gd fmla="val 50000" name="adj2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5451678" y="1583161"/>
            <a:ext cx="1143000" cy="1046757"/>
          </a:xfrm>
          <a:prstGeom prst="downArrow">
            <a:avLst>
              <a:gd fmla="val 69692" name="adj1"/>
              <a:gd fmla="val 50000" name="adj2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577093" y="399084"/>
            <a:ext cx="1143000" cy="1046757"/>
          </a:xfrm>
          <a:prstGeom prst="downArrow">
            <a:avLst>
              <a:gd fmla="val 69692" name="adj1"/>
              <a:gd fmla="val 50000" name="adj2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5513053" y="5803938"/>
            <a:ext cx="1143000" cy="635835"/>
          </a:xfrm>
          <a:prstGeom prst="downArrow">
            <a:avLst>
              <a:gd fmla="val 69692" name="adj1"/>
              <a:gd fmla="val 50000" name="adj2"/>
            </a:avLst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5606837" y="1630626"/>
            <a:ext cx="801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Input1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4616840" y="433244"/>
            <a:ext cx="801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Input2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6758490" y="405841"/>
            <a:ext cx="801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Input3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5687116" y="5765641"/>
            <a:ext cx="856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  <p:cxnSp>
        <p:nvCxnSpPr>
          <p:cNvPr id="140" name="Google Shape;140;p2"/>
          <p:cNvCxnSpPr/>
          <p:nvPr/>
        </p:nvCxnSpPr>
        <p:spPr>
          <a:xfrm rot="10800000">
            <a:off x="3390314" y="3443936"/>
            <a:ext cx="2281949" cy="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dot"/>
            <a:miter lim="800000"/>
            <a:headEnd len="lg" w="lg" type="none"/>
            <a:tailEnd len="med" w="med" type="oval"/>
          </a:ln>
        </p:spPr>
      </p:cxnSp>
      <p:sp>
        <p:nvSpPr>
          <p:cNvPr id="141" name="Google Shape;141;p2"/>
          <p:cNvSpPr txBox="1"/>
          <p:nvPr/>
        </p:nvSpPr>
        <p:spPr>
          <a:xfrm>
            <a:off x="1637373" y="3272572"/>
            <a:ext cx="1661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/>
          </a:p>
        </p:txBody>
      </p:sp>
      <p:cxnSp>
        <p:nvCxnSpPr>
          <p:cNvPr id="142" name="Google Shape;142;p2"/>
          <p:cNvCxnSpPr/>
          <p:nvPr/>
        </p:nvCxnSpPr>
        <p:spPr>
          <a:xfrm>
            <a:off x="6543441" y="4160854"/>
            <a:ext cx="2281949" cy="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dot"/>
            <a:miter lim="800000"/>
            <a:headEnd len="lg" w="lg" type="none"/>
            <a:tailEnd len="med" w="med" type="oval"/>
          </a:ln>
        </p:spPr>
      </p:cxnSp>
      <p:sp>
        <p:nvSpPr>
          <p:cNvPr id="143" name="Google Shape;143;p2"/>
          <p:cNvSpPr txBox="1"/>
          <p:nvPr/>
        </p:nvSpPr>
        <p:spPr>
          <a:xfrm>
            <a:off x="8262882" y="3941624"/>
            <a:ext cx="1661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/>
          </a:p>
        </p:txBody>
      </p:sp>
      <p:cxnSp>
        <p:nvCxnSpPr>
          <p:cNvPr id="144" name="Google Shape;144;p2"/>
          <p:cNvCxnSpPr/>
          <p:nvPr/>
        </p:nvCxnSpPr>
        <p:spPr>
          <a:xfrm rot="10800000">
            <a:off x="3999914" y="4855310"/>
            <a:ext cx="1802438" cy="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dot"/>
            <a:miter lim="800000"/>
            <a:headEnd len="lg" w="lg" type="none"/>
            <a:tailEnd len="med" w="med" type="oval"/>
          </a:ln>
        </p:spPr>
      </p:cxnSp>
      <p:sp>
        <p:nvSpPr>
          <p:cNvPr id="145" name="Google Shape;145;p2"/>
          <p:cNvSpPr txBox="1"/>
          <p:nvPr/>
        </p:nvSpPr>
        <p:spPr>
          <a:xfrm>
            <a:off x="2210475" y="4705874"/>
            <a:ext cx="1661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/>
          </a:p>
        </p:txBody>
      </p:sp>
      <p:cxnSp>
        <p:nvCxnSpPr>
          <p:cNvPr id="146" name="Google Shape;146;p2"/>
          <p:cNvCxnSpPr/>
          <p:nvPr/>
        </p:nvCxnSpPr>
        <p:spPr>
          <a:xfrm>
            <a:off x="6432106" y="5442407"/>
            <a:ext cx="1287987" cy="0"/>
          </a:xfrm>
          <a:prstGeom prst="straightConnector1">
            <a:avLst/>
          </a:prstGeom>
          <a:noFill/>
          <a:ln cap="flat" cmpd="sng" w="22225">
            <a:solidFill>
              <a:schemeClr val="accent1"/>
            </a:solidFill>
            <a:prstDash val="dot"/>
            <a:miter lim="800000"/>
            <a:headEnd len="lg" w="lg" type="none"/>
            <a:tailEnd len="med" w="med" type="oval"/>
          </a:ln>
        </p:spPr>
      </p:cxnSp>
      <p:sp>
        <p:nvSpPr>
          <p:cNvPr id="147" name="Google Shape;147;p2"/>
          <p:cNvSpPr txBox="1"/>
          <p:nvPr/>
        </p:nvSpPr>
        <p:spPr>
          <a:xfrm>
            <a:off x="7123741" y="5222632"/>
            <a:ext cx="1661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4</a:t>
            </a:r>
            <a:endParaRPr/>
          </a:p>
        </p:txBody>
      </p:sp>
      <p:grpSp>
        <p:nvGrpSpPr>
          <p:cNvPr id="148" name="Google Shape;148;p2"/>
          <p:cNvGrpSpPr/>
          <p:nvPr/>
        </p:nvGrpSpPr>
        <p:grpSpPr>
          <a:xfrm>
            <a:off x="5718518" y="3195261"/>
            <a:ext cx="672180" cy="477275"/>
            <a:chOff x="5718518" y="3195261"/>
            <a:chExt cx="672180" cy="477275"/>
          </a:xfrm>
        </p:grpSpPr>
        <p:sp>
          <p:nvSpPr>
            <p:cNvPr id="149" name="Google Shape;149;p2"/>
            <p:cNvSpPr/>
            <p:nvPr/>
          </p:nvSpPr>
          <p:spPr>
            <a:xfrm>
              <a:off x="5718518" y="3215336"/>
              <a:ext cx="672180" cy="457200"/>
            </a:xfrm>
            <a:prstGeom prst="downArrow">
              <a:avLst>
                <a:gd fmla="val 58371" name="adj1"/>
                <a:gd fmla="val 59231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 txBox="1"/>
            <p:nvPr/>
          </p:nvSpPr>
          <p:spPr>
            <a:xfrm>
              <a:off x="5842168" y="3195261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25%</a:t>
              </a:r>
              <a:endParaRPr/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5736480" y="3983914"/>
            <a:ext cx="672180" cy="457516"/>
            <a:chOff x="5736480" y="3983914"/>
            <a:chExt cx="672180" cy="457516"/>
          </a:xfrm>
        </p:grpSpPr>
        <p:sp>
          <p:nvSpPr>
            <p:cNvPr id="152" name="Google Shape;152;p2"/>
            <p:cNvSpPr/>
            <p:nvPr/>
          </p:nvSpPr>
          <p:spPr>
            <a:xfrm>
              <a:off x="5736480" y="3984230"/>
              <a:ext cx="672180" cy="457200"/>
            </a:xfrm>
            <a:prstGeom prst="downArrow">
              <a:avLst>
                <a:gd fmla="val 58371" name="adj1"/>
                <a:gd fmla="val 59231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"/>
            <p:cNvSpPr txBox="1"/>
            <p:nvPr/>
          </p:nvSpPr>
          <p:spPr>
            <a:xfrm>
              <a:off x="5842168" y="3983914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50%</a:t>
              </a:r>
              <a:endParaRPr/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5748463" y="4610687"/>
            <a:ext cx="672180" cy="501239"/>
            <a:chOff x="5748463" y="4610687"/>
            <a:chExt cx="672180" cy="501239"/>
          </a:xfrm>
        </p:grpSpPr>
        <p:sp>
          <p:nvSpPr>
            <p:cNvPr id="155" name="Google Shape;155;p2"/>
            <p:cNvSpPr/>
            <p:nvPr/>
          </p:nvSpPr>
          <p:spPr>
            <a:xfrm>
              <a:off x="5748463" y="4654726"/>
              <a:ext cx="672180" cy="457200"/>
            </a:xfrm>
            <a:prstGeom prst="downArrow">
              <a:avLst>
                <a:gd fmla="val 58371" name="adj1"/>
                <a:gd fmla="val 59231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"/>
            <p:cNvSpPr txBox="1"/>
            <p:nvPr/>
          </p:nvSpPr>
          <p:spPr>
            <a:xfrm>
              <a:off x="5842168" y="4610687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75%</a:t>
              </a:r>
              <a:endParaRPr/>
            </a:p>
          </p:txBody>
        </p:sp>
      </p:grpSp>
      <p:grpSp>
        <p:nvGrpSpPr>
          <p:cNvPr id="157" name="Google Shape;157;p2"/>
          <p:cNvGrpSpPr/>
          <p:nvPr/>
        </p:nvGrpSpPr>
        <p:grpSpPr>
          <a:xfrm>
            <a:off x="5748463" y="5209324"/>
            <a:ext cx="672180" cy="501285"/>
            <a:chOff x="5748463" y="5209324"/>
            <a:chExt cx="672180" cy="501285"/>
          </a:xfrm>
        </p:grpSpPr>
        <p:sp>
          <p:nvSpPr>
            <p:cNvPr id="158" name="Google Shape;158;p2"/>
            <p:cNvSpPr/>
            <p:nvPr/>
          </p:nvSpPr>
          <p:spPr>
            <a:xfrm>
              <a:off x="5748463" y="5253409"/>
              <a:ext cx="672180" cy="457200"/>
            </a:xfrm>
            <a:prstGeom prst="downArrow">
              <a:avLst>
                <a:gd fmla="val 58371" name="adj1"/>
                <a:gd fmla="val 59231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5796482" y="5209324"/>
              <a:ext cx="53091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100%</a:t>
              </a:r>
              <a:endParaRPr/>
            </a:p>
          </p:txBody>
        </p:sp>
      </p:grpSp>
      <p:sp>
        <p:nvSpPr>
          <p:cNvPr id="160" name="Google Shape;160;p2"/>
          <p:cNvSpPr/>
          <p:nvPr/>
        </p:nvSpPr>
        <p:spPr>
          <a:xfrm>
            <a:off x="19278" y="6679273"/>
            <a:ext cx="12192000" cy="1688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0" y="0"/>
            <a:ext cx="12192000" cy="1688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"/>
          <p:cNvSpPr/>
          <p:nvPr/>
        </p:nvSpPr>
        <p:spPr>
          <a:xfrm flipH="1" rot="10800000">
            <a:off x="5578186" y="2620214"/>
            <a:ext cx="2965592" cy="3119405"/>
          </a:xfrm>
          <a:custGeom>
            <a:rect b="b" l="l" r="r" t="t"/>
            <a:pathLst>
              <a:path extrusionOk="0" h="3119405" w="2965592">
                <a:moveTo>
                  <a:pt x="0" y="2598900"/>
                </a:moveTo>
                <a:lnTo>
                  <a:pt x="818536" y="0"/>
                </a:lnTo>
                <a:lnTo>
                  <a:pt x="1190453" y="56272"/>
                </a:lnTo>
                <a:cubicBezTo>
                  <a:pt x="1580530" y="1138276"/>
                  <a:pt x="2012807" y="2009266"/>
                  <a:pt x="2965592" y="3119405"/>
                </a:cubicBezTo>
                <a:cubicBezTo>
                  <a:pt x="2338132" y="2697374"/>
                  <a:pt x="1471522" y="2598900"/>
                  <a:pt x="0" y="2598900"/>
                </a:cubicBezTo>
                <a:close/>
              </a:path>
            </a:pathLst>
          </a:custGeom>
          <a:gradFill>
            <a:gsLst>
              <a:gs pos="0">
                <a:srgbClr val="F5F7FC">
                  <a:alpha val="53725"/>
                </a:srgbClr>
              </a:gs>
              <a:gs pos="4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31144" y="267341"/>
            <a:ext cx="355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FUNNEL DIAGRAM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7FC"/>
            </a:gs>
            <a:gs pos="74000">
              <a:srgbClr val="A9BEE4"/>
            </a:gs>
            <a:gs pos="83000">
              <a:srgbClr val="A9BEE4"/>
            </a:gs>
            <a:gs pos="100000">
              <a:srgbClr val="C5D3ED"/>
            </a:gs>
          </a:gsLst>
          <a:lin ang="5400000" scaled="0"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/>
          <p:nvPr/>
        </p:nvSpPr>
        <p:spPr>
          <a:xfrm>
            <a:off x="5289453" y="4640173"/>
            <a:ext cx="1744393" cy="588722"/>
          </a:xfrm>
          <a:prstGeom prst="ellipse">
            <a:avLst/>
          </a:prstGeom>
          <a:noFill/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4951829" y="3723653"/>
            <a:ext cx="2461846" cy="876479"/>
          </a:xfrm>
          <a:prstGeom prst="ellipse">
            <a:avLst/>
          </a:prstGeom>
          <a:noFill/>
          <a:ln cap="flat" cmpd="sng" w="127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459459" y="2903410"/>
            <a:ext cx="3418449" cy="1015715"/>
          </a:xfrm>
          <a:prstGeom prst="ellipse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19278" y="6679273"/>
            <a:ext cx="12192000" cy="1688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-1" y="0"/>
            <a:ext cx="2984831" cy="1232452"/>
          </a:xfrm>
          <a:custGeom>
            <a:rect b="b" l="l" r="r" t="t"/>
            <a:pathLst>
              <a:path extrusionOk="0" h="1063640" w="2856914">
                <a:moveTo>
                  <a:pt x="0" y="0"/>
                </a:moveTo>
                <a:lnTo>
                  <a:pt x="2856914" y="0"/>
                </a:lnTo>
                <a:lnTo>
                  <a:pt x="2856914" y="30894"/>
                </a:lnTo>
                <a:lnTo>
                  <a:pt x="2144536" y="1063640"/>
                </a:lnTo>
                <a:lnTo>
                  <a:pt x="0" y="106364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228600" rotWithShape="0" algn="tl" dir="2700000" dist="38100">
              <a:srgbClr val="000000">
                <a:alpha val="3098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Funnel Diagram</a:t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0" y="0"/>
            <a:ext cx="12192000" cy="1688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3742006" y="1941342"/>
            <a:ext cx="4909625" cy="1167618"/>
          </a:xfrm>
          <a:prstGeom prst="ellipse">
            <a:avLst/>
          </a:prstGeom>
          <a:noFill/>
          <a:ln cap="flat" cmpd="sng" w="127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7FC"/>
            </a:gs>
            <a:gs pos="74000">
              <a:srgbClr val="A9BEE4"/>
            </a:gs>
            <a:gs pos="83000">
              <a:srgbClr val="A9BEE4"/>
            </a:gs>
            <a:gs pos="100000">
              <a:srgbClr val="C5D3ED"/>
            </a:gs>
          </a:gsLst>
          <a:lin ang="5400000" scaled="0"/>
        </a:gra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73"/>
            <a:ext cx="12192000" cy="685465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 txBox="1"/>
          <p:nvPr/>
        </p:nvSpPr>
        <p:spPr>
          <a:xfrm rot="-5400000">
            <a:off x="8480698" y="2942716"/>
            <a:ext cx="6499273" cy="92333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Funnel Diagram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7FC"/>
            </a:gs>
            <a:gs pos="74000">
              <a:srgbClr val="A9BEE4"/>
            </a:gs>
            <a:gs pos="83000">
              <a:srgbClr val="A9BEE4"/>
            </a:gs>
            <a:gs pos="100000">
              <a:srgbClr val="C5D3ED"/>
            </a:gs>
          </a:gsLst>
          <a:lin ang="5400000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2017-10-17T20:28:03Z</dcterms:created>
  <dc:creator>DELL</dc:creator>
</cp:coreProperties>
</file>